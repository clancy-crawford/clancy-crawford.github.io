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16"/>
  </p:notesMasterIdLst>
  <p:sldIdLst>
    <p:sldId id="256" r:id="rId2"/>
    <p:sldId id="257" r:id="rId3"/>
    <p:sldId id="269" r:id="rId4"/>
    <p:sldId id="261" r:id="rId5"/>
    <p:sldId id="258" r:id="rId6"/>
    <p:sldId id="262" r:id="rId7"/>
    <p:sldId id="263" r:id="rId8"/>
    <p:sldId id="259" r:id="rId9"/>
    <p:sldId id="268" r:id="rId10"/>
    <p:sldId id="270" r:id="rId11"/>
    <p:sldId id="260" r:id="rId12"/>
    <p:sldId id="266" r:id="rId13"/>
    <p:sldId id="267" r:id="rId14"/>
    <p:sldId id="264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A969161-DFCE-4EF4-AB55-7996161AFA86}" v="50" dt="2025-11-28T04:11:01.69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548" autoAdjust="0"/>
    <p:restoredTop sz="94660"/>
  </p:normalViewPr>
  <p:slideViewPr>
    <p:cSldViewPr snapToGrid="0">
      <p:cViewPr>
        <p:scale>
          <a:sx n="66" d="100"/>
          <a:sy n="66" d="100"/>
        </p:scale>
        <p:origin x="-1474" y="5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pang, Hillary A." userId="S::spangh@my.erau.edu::72e7ed8b-d215-4c52-a378-2a9330317a27" providerId="AD" clId="Web-{7FAFDD5D-3582-A5B3-5249-4DDBAE70CF18}"/>
    <pc:docChg chg="mod modSld addMainMaster delMainMaster">
      <pc:chgData name="Spang, Hillary A." userId="S::spangh@my.erau.edu::72e7ed8b-d215-4c52-a378-2a9330317a27" providerId="AD" clId="Web-{7FAFDD5D-3582-A5B3-5249-4DDBAE70CF18}" dt="2025-11-10T14:43:31.769" v="14" actId="20577"/>
      <pc:docMkLst>
        <pc:docMk/>
      </pc:docMkLst>
      <pc:sldChg chg="modSp mod modClrScheme chgLayout">
        <pc:chgData name="Spang, Hillary A." userId="S::spangh@my.erau.edu::72e7ed8b-d215-4c52-a378-2a9330317a27" providerId="AD" clId="Web-{7FAFDD5D-3582-A5B3-5249-4DDBAE70CF18}" dt="2025-11-10T14:43:20.144" v="12" actId="20577"/>
        <pc:sldMkLst>
          <pc:docMk/>
          <pc:sldMk cId="206840920" sldId="256"/>
        </pc:sldMkLst>
        <pc:spChg chg="mod ord">
          <ac:chgData name="Spang, Hillary A." userId="S::spangh@my.erau.edu::72e7ed8b-d215-4c52-a378-2a9330317a27" providerId="AD" clId="Web-{7FAFDD5D-3582-A5B3-5249-4DDBAE70CF18}" dt="2025-11-10T14:43:12.144" v="11" actId="20577"/>
          <ac:spMkLst>
            <pc:docMk/>
            <pc:sldMk cId="206840920" sldId="256"/>
            <ac:spMk id="2" creationId="{178C3173-3127-C605-BC8F-6E74E2FBDFCD}"/>
          </ac:spMkLst>
        </pc:spChg>
        <pc:spChg chg="mod ord">
          <ac:chgData name="Spang, Hillary A." userId="S::spangh@my.erau.edu::72e7ed8b-d215-4c52-a378-2a9330317a27" providerId="AD" clId="Web-{7FAFDD5D-3582-A5B3-5249-4DDBAE70CF18}" dt="2025-11-10T14:43:20.144" v="12" actId="20577"/>
          <ac:spMkLst>
            <pc:docMk/>
            <pc:sldMk cId="206840920" sldId="256"/>
            <ac:spMk id="3" creationId="{17C0ABCB-1483-E88F-0650-2B28B40D48BD}"/>
          </ac:spMkLst>
        </pc:spChg>
      </pc:sldChg>
      <pc:sldChg chg="modSp mod modClrScheme chgLayout">
        <pc:chgData name="Spang, Hillary A." userId="S::spangh@my.erau.edu::72e7ed8b-d215-4c52-a378-2a9330317a27" providerId="AD" clId="Web-{7FAFDD5D-3582-A5B3-5249-4DDBAE70CF18}" dt="2025-11-10T14:43:31.769" v="14" actId="20577"/>
        <pc:sldMkLst>
          <pc:docMk/>
          <pc:sldMk cId="1851054550" sldId="257"/>
        </pc:sldMkLst>
        <pc:spChg chg="mod ord">
          <ac:chgData name="Spang, Hillary A." userId="S::spangh@my.erau.edu::72e7ed8b-d215-4c52-a378-2a9330317a27" providerId="AD" clId="Web-{7FAFDD5D-3582-A5B3-5249-4DDBAE70CF18}" dt="2025-11-10T14:43:27.722" v="13" actId="20577"/>
          <ac:spMkLst>
            <pc:docMk/>
            <pc:sldMk cId="1851054550" sldId="257"/>
            <ac:spMk id="2" creationId="{7A95CA9C-CA06-AACD-0683-C80201334723}"/>
          </ac:spMkLst>
        </pc:spChg>
        <pc:spChg chg="mod ord">
          <ac:chgData name="Spang, Hillary A." userId="S::spangh@my.erau.edu::72e7ed8b-d215-4c52-a378-2a9330317a27" providerId="AD" clId="Web-{7FAFDD5D-3582-A5B3-5249-4DDBAE70CF18}" dt="2025-11-10T14:43:31.769" v="14" actId="20577"/>
          <ac:spMkLst>
            <pc:docMk/>
            <pc:sldMk cId="1851054550" sldId="257"/>
            <ac:spMk id="3" creationId="{F2128F57-DA1B-2B96-3E1F-E000640E8A10}"/>
          </ac:spMkLst>
        </pc:spChg>
      </pc:sldChg>
      <pc:sldMasterChg chg="add addSldLayout modSldLayout">
        <pc:chgData name="Spang, Hillary A." userId="S::spangh@my.erau.edu::72e7ed8b-d215-4c52-a378-2a9330317a27" providerId="AD" clId="Web-{7FAFDD5D-3582-A5B3-5249-4DDBAE70CF18}" dt="2025-11-10T14:42:40.066" v="10"/>
        <pc:sldMasterMkLst>
          <pc:docMk/>
          <pc:sldMasterMk cId="3399570381" sldId="2147483660"/>
        </pc:sldMasterMkLst>
        <pc:sldLayoutChg chg="add mod replId">
          <pc:chgData name="Spang, Hillary A." userId="S::spangh@my.erau.edu::72e7ed8b-d215-4c52-a378-2a9330317a27" providerId="AD" clId="Web-{7FAFDD5D-3582-A5B3-5249-4DDBAE70CF18}" dt="2025-11-10T14:42:40.066" v="10"/>
          <pc:sldLayoutMkLst>
            <pc:docMk/>
            <pc:sldMasterMk cId="3399570381" sldId="2147483660"/>
            <pc:sldLayoutMk cId="431227527" sldId="2147483661"/>
          </pc:sldLayoutMkLst>
        </pc:sldLayoutChg>
        <pc:sldLayoutChg chg="add mod replId">
          <pc:chgData name="Spang, Hillary A." userId="S::spangh@my.erau.edu::72e7ed8b-d215-4c52-a378-2a9330317a27" providerId="AD" clId="Web-{7FAFDD5D-3582-A5B3-5249-4DDBAE70CF18}" dt="2025-11-10T14:42:40.066" v="10"/>
          <pc:sldLayoutMkLst>
            <pc:docMk/>
            <pc:sldMasterMk cId="3399570381" sldId="2147483660"/>
            <pc:sldLayoutMk cId="1637057777" sldId="2147483662"/>
          </pc:sldLayoutMkLst>
        </pc:sldLayoutChg>
        <pc:sldLayoutChg chg="add mod replId">
          <pc:chgData name="Spang, Hillary A." userId="S::spangh@my.erau.edu::72e7ed8b-d215-4c52-a378-2a9330317a27" providerId="AD" clId="Web-{7FAFDD5D-3582-A5B3-5249-4DDBAE70CF18}" dt="2025-11-10T14:42:40.066" v="10"/>
          <pc:sldLayoutMkLst>
            <pc:docMk/>
            <pc:sldMasterMk cId="3399570381" sldId="2147483660"/>
            <pc:sldLayoutMk cId="3448726832" sldId="2147483663"/>
          </pc:sldLayoutMkLst>
        </pc:sldLayoutChg>
        <pc:sldLayoutChg chg="add mod replId">
          <pc:chgData name="Spang, Hillary A." userId="S::spangh@my.erau.edu::72e7ed8b-d215-4c52-a378-2a9330317a27" providerId="AD" clId="Web-{7FAFDD5D-3582-A5B3-5249-4DDBAE70CF18}" dt="2025-11-10T14:42:40.066" v="10"/>
          <pc:sldLayoutMkLst>
            <pc:docMk/>
            <pc:sldMasterMk cId="3399570381" sldId="2147483660"/>
            <pc:sldLayoutMk cId="2153690809" sldId="2147483664"/>
          </pc:sldLayoutMkLst>
        </pc:sldLayoutChg>
        <pc:sldLayoutChg chg="add mod replId">
          <pc:chgData name="Spang, Hillary A." userId="S::spangh@my.erau.edu::72e7ed8b-d215-4c52-a378-2a9330317a27" providerId="AD" clId="Web-{7FAFDD5D-3582-A5B3-5249-4DDBAE70CF18}" dt="2025-11-10T14:42:40.066" v="10"/>
          <pc:sldLayoutMkLst>
            <pc:docMk/>
            <pc:sldMasterMk cId="3399570381" sldId="2147483660"/>
            <pc:sldLayoutMk cId="2190529599" sldId="2147483665"/>
          </pc:sldLayoutMkLst>
        </pc:sldLayoutChg>
        <pc:sldLayoutChg chg="add mod replId">
          <pc:chgData name="Spang, Hillary A." userId="S::spangh@my.erau.edu::72e7ed8b-d215-4c52-a378-2a9330317a27" providerId="AD" clId="Web-{7FAFDD5D-3582-A5B3-5249-4DDBAE70CF18}" dt="2025-11-10T14:42:40.066" v="10"/>
          <pc:sldLayoutMkLst>
            <pc:docMk/>
            <pc:sldMasterMk cId="3399570381" sldId="2147483660"/>
            <pc:sldLayoutMk cId="719746588" sldId="2147483666"/>
          </pc:sldLayoutMkLst>
        </pc:sldLayoutChg>
        <pc:sldLayoutChg chg="add mod replId">
          <pc:chgData name="Spang, Hillary A." userId="S::spangh@my.erau.edu::72e7ed8b-d215-4c52-a378-2a9330317a27" providerId="AD" clId="Web-{7FAFDD5D-3582-A5B3-5249-4DDBAE70CF18}" dt="2025-11-10T14:42:40.066" v="10"/>
          <pc:sldLayoutMkLst>
            <pc:docMk/>
            <pc:sldMasterMk cId="3399570381" sldId="2147483660"/>
            <pc:sldLayoutMk cId="842120542" sldId="2147483667"/>
          </pc:sldLayoutMkLst>
        </pc:sldLayoutChg>
        <pc:sldLayoutChg chg="add mod replId">
          <pc:chgData name="Spang, Hillary A." userId="S::spangh@my.erau.edu::72e7ed8b-d215-4c52-a378-2a9330317a27" providerId="AD" clId="Web-{7FAFDD5D-3582-A5B3-5249-4DDBAE70CF18}" dt="2025-11-10T14:42:40.066" v="10"/>
          <pc:sldLayoutMkLst>
            <pc:docMk/>
            <pc:sldMasterMk cId="3399570381" sldId="2147483660"/>
            <pc:sldLayoutMk cId="412025253" sldId="2147483668"/>
          </pc:sldLayoutMkLst>
        </pc:sldLayoutChg>
        <pc:sldLayoutChg chg="add mod replId">
          <pc:chgData name="Spang, Hillary A." userId="S::spangh@my.erau.edu::72e7ed8b-d215-4c52-a378-2a9330317a27" providerId="AD" clId="Web-{7FAFDD5D-3582-A5B3-5249-4DDBAE70CF18}" dt="2025-11-10T14:42:40.066" v="10"/>
          <pc:sldLayoutMkLst>
            <pc:docMk/>
            <pc:sldMasterMk cId="3399570381" sldId="2147483660"/>
            <pc:sldLayoutMk cId="2290909022" sldId="2147483669"/>
          </pc:sldLayoutMkLst>
        </pc:sldLayoutChg>
        <pc:sldLayoutChg chg="add mod replId">
          <pc:chgData name="Spang, Hillary A." userId="S::spangh@my.erau.edu::72e7ed8b-d215-4c52-a378-2a9330317a27" providerId="AD" clId="Web-{7FAFDD5D-3582-A5B3-5249-4DDBAE70CF18}" dt="2025-11-10T14:42:40.066" v="10"/>
          <pc:sldLayoutMkLst>
            <pc:docMk/>
            <pc:sldMasterMk cId="3399570381" sldId="2147483660"/>
            <pc:sldLayoutMk cId="2147891922" sldId="2147483670"/>
          </pc:sldLayoutMkLst>
        </pc:sldLayoutChg>
        <pc:sldLayoutChg chg="add mod replId">
          <pc:chgData name="Spang, Hillary A." userId="S::spangh@my.erau.edu::72e7ed8b-d215-4c52-a378-2a9330317a27" providerId="AD" clId="Web-{7FAFDD5D-3582-A5B3-5249-4DDBAE70CF18}" dt="2025-11-10T14:42:40.066" v="10"/>
          <pc:sldLayoutMkLst>
            <pc:docMk/>
            <pc:sldMasterMk cId="3399570381" sldId="2147483660"/>
            <pc:sldLayoutMk cId="2787930020" sldId="2147483671"/>
          </pc:sldLayoutMkLst>
        </pc:sldLayoutChg>
        <pc:sldLayoutChg chg="add mod replId">
          <pc:chgData name="Spang, Hillary A." userId="S::spangh@my.erau.edu::72e7ed8b-d215-4c52-a378-2a9330317a27" providerId="AD" clId="Web-{7FAFDD5D-3582-A5B3-5249-4DDBAE70CF18}" dt="2025-11-10T14:42:40.066" v="10"/>
          <pc:sldLayoutMkLst>
            <pc:docMk/>
            <pc:sldMasterMk cId="3399570381" sldId="2147483660"/>
            <pc:sldLayoutMk cId="3201917695" sldId="2147483672"/>
          </pc:sldLayoutMkLst>
        </pc:sldLayoutChg>
        <pc:sldLayoutChg chg="add mod replId">
          <pc:chgData name="Spang, Hillary A." userId="S::spangh@my.erau.edu::72e7ed8b-d215-4c52-a378-2a9330317a27" providerId="AD" clId="Web-{7FAFDD5D-3582-A5B3-5249-4DDBAE70CF18}" dt="2025-11-10T14:42:40.066" v="10"/>
          <pc:sldLayoutMkLst>
            <pc:docMk/>
            <pc:sldMasterMk cId="3399570381" sldId="2147483660"/>
            <pc:sldLayoutMk cId="3785788963" sldId="2147483673"/>
          </pc:sldLayoutMkLst>
        </pc:sldLayoutChg>
        <pc:sldLayoutChg chg="add mod replId">
          <pc:chgData name="Spang, Hillary A." userId="S::spangh@my.erau.edu::72e7ed8b-d215-4c52-a378-2a9330317a27" providerId="AD" clId="Web-{7FAFDD5D-3582-A5B3-5249-4DDBAE70CF18}" dt="2025-11-10T14:42:40.066" v="10"/>
          <pc:sldLayoutMkLst>
            <pc:docMk/>
            <pc:sldMasterMk cId="3399570381" sldId="2147483660"/>
            <pc:sldLayoutMk cId="2557792147" sldId="2147483674"/>
          </pc:sldLayoutMkLst>
        </pc:sldLayoutChg>
        <pc:sldLayoutChg chg="add mod replId">
          <pc:chgData name="Spang, Hillary A." userId="S::spangh@my.erau.edu::72e7ed8b-d215-4c52-a378-2a9330317a27" providerId="AD" clId="Web-{7FAFDD5D-3582-A5B3-5249-4DDBAE70CF18}" dt="2025-11-10T14:42:40.066" v="10"/>
          <pc:sldLayoutMkLst>
            <pc:docMk/>
            <pc:sldMasterMk cId="3399570381" sldId="2147483660"/>
            <pc:sldLayoutMk cId="1417517682" sldId="2147483675"/>
          </pc:sldLayoutMkLst>
        </pc:sldLayoutChg>
        <pc:sldLayoutChg chg="add mod replId">
          <pc:chgData name="Spang, Hillary A." userId="S::spangh@my.erau.edu::72e7ed8b-d215-4c52-a378-2a9330317a27" providerId="AD" clId="Web-{7FAFDD5D-3582-A5B3-5249-4DDBAE70CF18}" dt="2025-11-10T14:42:40.066" v="10"/>
          <pc:sldLayoutMkLst>
            <pc:docMk/>
            <pc:sldMasterMk cId="3399570381" sldId="2147483660"/>
            <pc:sldLayoutMk cId="2794160290" sldId="2147483676"/>
          </pc:sldLayoutMkLst>
        </pc:sldLayoutChg>
        <pc:sldLayoutChg chg="add mod replId">
          <pc:chgData name="Spang, Hillary A." userId="S::spangh@my.erau.edu::72e7ed8b-d215-4c52-a378-2a9330317a27" providerId="AD" clId="Web-{7FAFDD5D-3582-A5B3-5249-4DDBAE70CF18}" dt="2025-11-10T14:42:40.066" v="10"/>
          <pc:sldLayoutMkLst>
            <pc:docMk/>
            <pc:sldMasterMk cId="3399570381" sldId="2147483660"/>
            <pc:sldLayoutMk cId="4120841941" sldId="2147483677"/>
          </pc:sldLayoutMkLst>
        </pc:sldLayoutChg>
      </pc:sldMasterChg>
    </pc:docChg>
  </pc:docChgLst>
  <pc:docChgLst>
    <pc:chgData name="Crawford, Clancy K." userId="S::crawfoc1@my.erau.edu::7c6ec59a-9fc9-469c-b2c6-df74f2342050" providerId="AD" clId="Web-{634AAB5D-68C6-8C4F-DFB4-74F23EB2E0A2}"/>
    <pc:docChg chg="modSld">
      <pc:chgData name="Crawford, Clancy K." userId="S::crawfoc1@my.erau.edu::7c6ec59a-9fc9-469c-b2c6-df74f2342050" providerId="AD" clId="Web-{634AAB5D-68C6-8C4F-DFB4-74F23EB2E0A2}" dt="2025-11-20T16:25:49.817" v="17" actId="20577"/>
      <pc:docMkLst>
        <pc:docMk/>
      </pc:docMkLst>
      <pc:sldChg chg="modSp">
        <pc:chgData name="Crawford, Clancy K." userId="S::crawfoc1@my.erau.edu::7c6ec59a-9fc9-469c-b2c6-df74f2342050" providerId="AD" clId="Web-{634AAB5D-68C6-8C4F-DFB4-74F23EB2E0A2}" dt="2025-11-20T16:25:49.817" v="17" actId="20577"/>
        <pc:sldMkLst>
          <pc:docMk/>
          <pc:sldMk cId="2100550893" sldId="260"/>
        </pc:sldMkLst>
        <pc:spChg chg="mod">
          <ac:chgData name="Crawford, Clancy K." userId="S::crawfoc1@my.erau.edu::7c6ec59a-9fc9-469c-b2c6-df74f2342050" providerId="AD" clId="Web-{634AAB5D-68C6-8C4F-DFB4-74F23EB2E0A2}" dt="2025-11-20T16:25:49.817" v="17" actId="20577"/>
          <ac:spMkLst>
            <pc:docMk/>
            <pc:sldMk cId="2100550893" sldId="260"/>
            <ac:spMk id="3" creationId="{F8BA092D-A60B-9BCE-7989-013D67A79841}"/>
          </ac:spMkLst>
        </pc:spChg>
      </pc:sldChg>
    </pc:docChg>
  </pc:docChgLst>
  <pc:docChgLst>
    <pc:chgData name="Spang, Hillary A." userId="72e7ed8b-d215-4c52-a378-2a9330317a27" providerId="ADAL" clId="{61D0570F-F2B4-411F-A7BF-F26C63171A64}"/>
    <pc:docChg chg="custSel addSld modSld">
      <pc:chgData name="Spang, Hillary A." userId="72e7ed8b-d215-4c52-a378-2a9330317a27" providerId="ADAL" clId="{61D0570F-F2B4-411F-A7BF-F26C63171A64}" dt="2025-11-21T02:06:23.474" v="765"/>
      <pc:docMkLst>
        <pc:docMk/>
      </pc:docMkLst>
      <pc:sldChg chg="modTransition">
        <pc:chgData name="Spang, Hillary A." userId="72e7ed8b-d215-4c52-a378-2a9330317a27" providerId="ADAL" clId="{61D0570F-F2B4-411F-A7BF-F26C63171A64}" dt="2025-11-21T02:00:52.428" v="759"/>
        <pc:sldMkLst>
          <pc:docMk/>
          <pc:sldMk cId="206840920" sldId="256"/>
        </pc:sldMkLst>
      </pc:sldChg>
      <pc:sldChg chg="modTransition">
        <pc:chgData name="Spang, Hillary A." userId="72e7ed8b-d215-4c52-a378-2a9330317a27" providerId="ADAL" clId="{61D0570F-F2B4-411F-A7BF-F26C63171A64}" dt="2025-11-21T02:03:22.868" v="762"/>
        <pc:sldMkLst>
          <pc:docMk/>
          <pc:sldMk cId="1851054550" sldId="257"/>
        </pc:sldMkLst>
      </pc:sldChg>
      <pc:sldChg chg="modTransition">
        <pc:chgData name="Spang, Hillary A." userId="72e7ed8b-d215-4c52-a378-2a9330317a27" providerId="ADAL" clId="{61D0570F-F2B4-411F-A7BF-F26C63171A64}" dt="2025-11-21T02:06:23.474" v="765"/>
        <pc:sldMkLst>
          <pc:docMk/>
          <pc:sldMk cId="1173685475" sldId="258"/>
        </pc:sldMkLst>
      </pc:sldChg>
      <pc:sldChg chg="addSp modSp mod">
        <pc:chgData name="Spang, Hillary A." userId="72e7ed8b-d215-4c52-a378-2a9330317a27" providerId="ADAL" clId="{61D0570F-F2B4-411F-A7BF-F26C63171A64}" dt="2025-11-19T14:18:50.305" v="185" actId="1076"/>
        <pc:sldMkLst>
          <pc:docMk/>
          <pc:sldMk cId="3106417427" sldId="259"/>
        </pc:sldMkLst>
        <pc:spChg chg="add mod">
          <ac:chgData name="Spang, Hillary A." userId="72e7ed8b-d215-4c52-a378-2a9330317a27" providerId="ADAL" clId="{61D0570F-F2B4-411F-A7BF-F26C63171A64}" dt="2025-11-19T14:18:24.797" v="184" actId="20577"/>
          <ac:spMkLst>
            <pc:docMk/>
            <pc:sldMk cId="3106417427" sldId="259"/>
            <ac:spMk id="8" creationId="{0F1C3C12-C822-923B-379F-A3A7CEE335BF}"/>
          </ac:spMkLst>
        </pc:spChg>
        <pc:picChg chg="mod">
          <ac:chgData name="Spang, Hillary A." userId="72e7ed8b-d215-4c52-a378-2a9330317a27" providerId="ADAL" clId="{61D0570F-F2B4-411F-A7BF-F26C63171A64}" dt="2025-11-19T14:18:50.305" v="185" actId="1076"/>
          <ac:picMkLst>
            <pc:docMk/>
            <pc:sldMk cId="3106417427" sldId="259"/>
            <ac:picMk id="9" creationId="{141705C9-D163-6DCF-580A-AE05D0EBEB1D}"/>
          </ac:picMkLst>
        </pc:picChg>
      </pc:sldChg>
      <pc:sldChg chg="modTransition">
        <pc:chgData name="Spang, Hillary A." userId="72e7ed8b-d215-4c52-a378-2a9330317a27" providerId="ADAL" clId="{61D0570F-F2B4-411F-A7BF-F26C63171A64}" dt="2025-11-21T02:03:45.584" v="763"/>
        <pc:sldMkLst>
          <pc:docMk/>
          <pc:sldMk cId="3352821308" sldId="261"/>
        </pc:sldMkLst>
      </pc:sldChg>
      <pc:sldChg chg="modTransition">
        <pc:chgData name="Spang, Hillary A." userId="72e7ed8b-d215-4c52-a378-2a9330317a27" providerId="ADAL" clId="{61D0570F-F2B4-411F-A7BF-F26C63171A64}" dt="2025-11-21T02:04:37.198" v="764"/>
        <pc:sldMkLst>
          <pc:docMk/>
          <pc:sldMk cId="2455823556" sldId="262"/>
        </pc:sldMkLst>
      </pc:sldChg>
      <pc:sldChg chg="modTransition">
        <pc:chgData name="Spang, Hillary A." userId="72e7ed8b-d215-4c52-a378-2a9330317a27" providerId="ADAL" clId="{61D0570F-F2B4-411F-A7BF-F26C63171A64}" dt="2025-11-21T02:01:30.565" v="761"/>
        <pc:sldMkLst>
          <pc:docMk/>
          <pc:sldMk cId="3041001573" sldId="264"/>
        </pc:sldMkLst>
      </pc:sldChg>
      <pc:sldChg chg="modSp mod">
        <pc:chgData name="Spang, Hillary A." userId="72e7ed8b-d215-4c52-a378-2a9330317a27" providerId="ADAL" clId="{61D0570F-F2B4-411F-A7BF-F26C63171A64}" dt="2025-11-21T01:53:10.712" v="588" actId="20577"/>
        <pc:sldMkLst>
          <pc:docMk/>
          <pc:sldMk cId="2115380601" sldId="268"/>
        </pc:sldMkLst>
        <pc:spChg chg="mod">
          <ac:chgData name="Spang, Hillary A." userId="72e7ed8b-d215-4c52-a378-2a9330317a27" providerId="ADAL" clId="{61D0570F-F2B4-411F-A7BF-F26C63171A64}" dt="2025-11-21T01:53:10.712" v="588" actId="20577"/>
          <ac:spMkLst>
            <pc:docMk/>
            <pc:sldMk cId="2115380601" sldId="268"/>
            <ac:spMk id="3" creationId="{C5C9BA50-4BD3-D061-7B55-7F8E2289CEA7}"/>
          </ac:spMkLst>
        </pc:spChg>
      </pc:sldChg>
      <pc:sldChg chg="modTransition">
        <pc:chgData name="Spang, Hillary A." userId="72e7ed8b-d215-4c52-a378-2a9330317a27" providerId="ADAL" clId="{61D0570F-F2B4-411F-A7BF-F26C63171A64}" dt="2025-11-21T02:00:59.288" v="760"/>
        <pc:sldMkLst>
          <pc:docMk/>
          <pc:sldMk cId="2758129583" sldId="269"/>
        </pc:sldMkLst>
      </pc:sldChg>
      <pc:sldChg chg="modSp new mod">
        <pc:chgData name="Spang, Hillary A." userId="72e7ed8b-d215-4c52-a378-2a9330317a27" providerId="ADAL" clId="{61D0570F-F2B4-411F-A7BF-F26C63171A64}" dt="2025-11-21T01:56:25.677" v="757" actId="20577"/>
        <pc:sldMkLst>
          <pc:docMk/>
          <pc:sldMk cId="3871609439" sldId="270"/>
        </pc:sldMkLst>
        <pc:spChg chg="mod">
          <ac:chgData name="Spang, Hillary A." userId="72e7ed8b-d215-4c52-a378-2a9330317a27" providerId="ADAL" clId="{61D0570F-F2B4-411F-A7BF-F26C63171A64}" dt="2025-11-19T14:20:55.796" v="232" actId="20577"/>
          <ac:spMkLst>
            <pc:docMk/>
            <pc:sldMk cId="3871609439" sldId="270"/>
            <ac:spMk id="2" creationId="{E628C708-5CCB-962B-42EE-ADBA2BF7C38A}"/>
          </ac:spMkLst>
        </pc:spChg>
        <pc:spChg chg="mod">
          <ac:chgData name="Spang, Hillary A." userId="72e7ed8b-d215-4c52-a378-2a9330317a27" providerId="ADAL" clId="{61D0570F-F2B4-411F-A7BF-F26C63171A64}" dt="2025-11-21T01:56:25.677" v="757" actId="20577"/>
          <ac:spMkLst>
            <pc:docMk/>
            <pc:sldMk cId="3871609439" sldId="270"/>
            <ac:spMk id="3" creationId="{36A47990-4A6B-9F35-E58E-D30AA5DB67A0}"/>
          </ac:spMkLst>
        </pc:spChg>
      </pc:sldChg>
    </pc:docChg>
  </pc:docChgLst>
  <pc:docChgLst>
    <pc:chgData name="Crawford, Clancy K." userId="S::crawfoc1@my.erau.edu::7c6ec59a-9fc9-469c-b2c6-df74f2342050" providerId="AD" clId="Web-{875969CB-8FB8-BAE1-70FA-69A38E697031}"/>
    <pc:docChg chg="addSld modSld sldOrd">
      <pc:chgData name="Crawford, Clancy K." userId="S::crawfoc1@my.erau.edu::7c6ec59a-9fc9-469c-b2c6-df74f2342050" providerId="AD" clId="Web-{875969CB-8FB8-BAE1-70FA-69A38E697031}" dt="2025-11-17T00:37:13.510" v="121" actId="20577"/>
      <pc:docMkLst>
        <pc:docMk/>
      </pc:docMkLst>
      <pc:sldChg chg="modSp">
        <pc:chgData name="Crawford, Clancy K." userId="S::crawfoc1@my.erau.edu::7c6ec59a-9fc9-469c-b2c6-df74f2342050" providerId="AD" clId="Web-{875969CB-8FB8-BAE1-70FA-69A38E697031}" dt="2025-11-17T00:20:29.488" v="5" actId="20577"/>
        <pc:sldMkLst>
          <pc:docMk/>
          <pc:sldMk cId="206840920" sldId="256"/>
        </pc:sldMkLst>
        <pc:spChg chg="mod">
          <ac:chgData name="Crawford, Clancy K." userId="S::crawfoc1@my.erau.edu::7c6ec59a-9fc9-469c-b2c6-df74f2342050" providerId="AD" clId="Web-{875969CB-8FB8-BAE1-70FA-69A38E697031}" dt="2025-11-17T00:20:29.488" v="5" actId="20577"/>
          <ac:spMkLst>
            <pc:docMk/>
            <pc:sldMk cId="206840920" sldId="256"/>
            <ac:spMk id="3" creationId="{17C0ABCB-1483-E88F-0650-2B28B40D48BD}"/>
          </ac:spMkLst>
        </pc:spChg>
      </pc:sldChg>
      <pc:sldChg chg="addSp delSp modSp">
        <pc:chgData name="Crawford, Clancy K." userId="S::crawfoc1@my.erau.edu::7c6ec59a-9fc9-469c-b2c6-df74f2342050" providerId="AD" clId="Web-{875969CB-8FB8-BAE1-70FA-69A38E697031}" dt="2025-11-17T00:34:53.486" v="106" actId="1076"/>
        <pc:sldMkLst>
          <pc:docMk/>
          <pc:sldMk cId="2100550893" sldId="260"/>
        </pc:sldMkLst>
        <pc:spChg chg="mod">
          <ac:chgData name="Crawford, Clancy K." userId="S::crawfoc1@my.erau.edu::7c6ec59a-9fc9-469c-b2c6-df74f2342050" providerId="AD" clId="Web-{875969CB-8FB8-BAE1-70FA-69A38E697031}" dt="2025-11-17T00:24:33.349" v="27" actId="20577"/>
          <ac:spMkLst>
            <pc:docMk/>
            <pc:sldMk cId="2100550893" sldId="260"/>
            <ac:spMk id="2" creationId="{754C3BB3-E789-6917-6F91-ABA9237C17D9}"/>
          </ac:spMkLst>
        </pc:spChg>
        <pc:spChg chg="mod">
          <ac:chgData name="Crawford, Clancy K." userId="S::crawfoc1@my.erau.edu::7c6ec59a-9fc9-469c-b2c6-df74f2342050" providerId="AD" clId="Web-{875969CB-8FB8-BAE1-70FA-69A38E697031}" dt="2025-11-17T00:25:24.146" v="35" actId="1076"/>
          <ac:spMkLst>
            <pc:docMk/>
            <pc:sldMk cId="2100550893" sldId="260"/>
            <ac:spMk id="3" creationId="{F8BA092D-A60B-9BCE-7989-013D67A79841}"/>
          </ac:spMkLst>
        </pc:spChg>
      </pc:sldChg>
      <pc:sldChg chg="modSp">
        <pc:chgData name="Crawford, Clancy K." userId="S::crawfoc1@my.erau.edu::7c6ec59a-9fc9-469c-b2c6-df74f2342050" providerId="AD" clId="Web-{875969CB-8FB8-BAE1-70FA-69A38E697031}" dt="2025-11-17T00:23:04.614" v="11" actId="20577"/>
        <pc:sldMkLst>
          <pc:docMk/>
          <pc:sldMk cId="3352821308" sldId="261"/>
        </pc:sldMkLst>
        <pc:spChg chg="mod">
          <ac:chgData name="Crawford, Clancy K." userId="S::crawfoc1@my.erau.edu::7c6ec59a-9fc9-469c-b2c6-df74f2342050" providerId="AD" clId="Web-{875969CB-8FB8-BAE1-70FA-69A38E697031}" dt="2025-11-17T00:23:04.614" v="11" actId="20577"/>
          <ac:spMkLst>
            <pc:docMk/>
            <pc:sldMk cId="3352821308" sldId="261"/>
            <ac:spMk id="3" creationId="{1BBA155D-68AC-9FEE-D122-379265282464}"/>
          </ac:spMkLst>
        </pc:spChg>
      </pc:sldChg>
      <pc:sldChg chg="addSp delSp modSp">
        <pc:chgData name="Crawford, Clancy K." userId="S::crawfoc1@my.erau.edu::7c6ec59a-9fc9-469c-b2c6-df74f2342050" providerId="AD" clId="Web-{875969CB-8FB8-BAE1-70FA-69A38E697031}" dt="2025-11-17T00:30:59.781" v="73" actId="20577"/>
        <pc:sldMkLst>
          <pc:docMk/>
          <pc:sldMk cId="2455823556" sldId="262"/>
        </pc:sldMkLst>
        <pc:spChg chg="mod">
          <ac:chgData name="Crawford, Clancy K." userId="S::crawfoc1@my.erau.edu::7c6ec59a-9fc9-469c-b2c6-df74f2342050" providerId="AD" clId="Web-{875969CB-8FB8-BAE1-70FA-69A38E697031}" dt="2025-11-17T00:30:59.781" v="73" actId="20577"/>
          <ac:spMkLst>
            <pc:docMk/>
            <pc:sldMk cId="2455823556" sldId="262"/>
            <ac:spMk id="3" creationId="{D7548164-9222-A3A4-7734-1CB71B6C3392}"/>
          </ac:spMkLst>
        </pc:spChg>
      </pc:sldChg>
      <pc:sldChg chg="modSp add replId">
        <pc:chgData name="Crawford, Clancy K." userId="S::crawfoc1@my.erau.edu::7c6ec59a-9fc9-469c-b2c6-df74f2342050" providerId="AD" clId="Web-{875969CB-8FB8-BAE1-70FA-69A38E697031}" dt="2025-11-17T00:30:29.358" v="68" actId="1076"/>
        <pc:sldMkLst>
          <pc:docMk/>
          <pc:sldMk cId="2837188742" sldId="266"/>
        </pc:sldMkLst>
        <pc:spChg chg="mod">
          <ac:chgData name="Crawford, Clancy K." userId="S::crawfoc1@my.erau.edu::7c6ec59a-9fc9-469c-b2c6-df74f2342050" providerId="AD" clId="Web-{875969CB-8FB8-BAE1-70FA-69A38E697031}" dt="2025-11-17T00:30:27.452" v="67" actId="14100"/>
          <ac:spMkLst>
            <pc:docMk/>
            <pc:sldMk cId="2837188742" sldId="266"/>
            <ac:spMk id="3" creationId="{26AE37DA-69C3-123E-91D5-ACD67B5161CD}"/>
          </ac:spMkLst>
        </pc:spChg>
        <pc:picChg chg="mod">
          <ac:chgData name="Crawford, Clancy K." userId="S::crawfoc1@my.erau.edu::7c6ec59a-9fc9-469c-b2c6-df74f2342050" providerId="AD" clId="Web-{875969CB-8FB8-BAE1-70FA-69A38E697031}" dt="2025-11-17T00:30:29.358" v="68" actId="1076"/>
          <ac:picMkLst>
            <pc:docMk/>
            <pc:sldMk cId="2837188742" sldId="266"/>
            <ac:picMk id="5" creationId="{E4767BE0-DEB2-A575-FDD5-9B5FA76E2FC6}"/>
          </ac:picMkLst>
        </pc:picChg>
      </pc:sldChg>
      <pc:sldChg chg="modSp add ord replId">
        <pc:chgData name="Crawford, Clancy K." userId="S::crawfoc1@my.erau.edu::7c6ec59a-9fc9-469c-b2c6-df74f2342050" providerId="AD" clId="Web-{875969CB-8FB8-BAE1-70FA-69A38E697031}" dt="2025-11-17T00:37:13.510" v="121" actId="20577"/>
        <pc:sldMkLst>
          <pc:docMk/>
          <pc:sldMk cId="1959225770" sldId="267"/>
        </pc:sldMkLst>
        <pc:spChg chg="mod">
          <ac:chgData name="Crawford, Clancy K." userId="S::crawfoc1@my.erau.edu::7c6ec59a-9fc9-469c-b2c6-df74f2342050" providerId="AD" clId="Web-{875969CB-8FB8-BAE1-70FA-69A38E697031}" dt="2025-11-17T00:36:55.352" v="111" actId="20577"/>
          <ac:spMkLst>
            <pc:docMk/>
            <pc:sldMk cId="1959225770" sldId="267"/>
            <ac:spMk id="2" creationId="{4B3D313A-7B77-4F6F-E02B-7916690819B3}"/>
          </ac:spMkLst>
        </pc:spChg>
        <pc:spChg chg="mod">
          <ac:chgData name="Crawford, Clancy K." userId="S::crawfoc1@my.erau.edu::7c6ec59a-9fc9-469c-b2c6-df74f2342050" providerId="AD" clId="Web-{875969CB-8FB8-BAE1-70FA-69A38E697031}" dt="2025-11-17T00:37:13.510" v="121" actId="20577"/>
          <ac:spMkLst>
            <pc:docMk/>
            <pc:sldMk cId="1959225770" sldId="267"/>
            <ac:spMk id="3" creationId="{681C465B-D167-23BF-0F1A-C784D18ED3B0}"/>
          </ac:spMkLst>
        </pc:spChg>
      </pc:sldChg>
    </pc:docChg>
  </pc:docChgLst>
  <pc:docChgLst>
    <pc:chgData name="Spang, Hillary A." userId="S::spangh@my.erau.edu::72e7ed8b-d215-4c52-a378-2a9330317a27" providerId="AD" clId="Web-{B5D32345-E0AA-3344-1F68-F8666E2BCB9D}"/>
    <pc:docChg chg="addSld modSld">
      <pc:chgData name="Spang, Hillary A." userId="S::spangh@my.erau.edu::72e7ed8b-d215-4c52-a378-2a9330317a27" providerId="AD" clId="Web-{B5D32345-E0AA-3344-1F68-F8666E2BCB9D}" dt="2025-11-19T14:04:43.513" v="180" actId="20577"/>
      <pc:docMkLst>
        <pc:docMk/>
      </pc:docMkLst>
      <pc:sldChg chg="addSp delSp modSp">
        <pc:chgData name="Spang, Hillary A." userId="S::spangh@my.erau.edu::72e7ed8b-d215-4c52-a378-2a9330317a27" providerId="AD" clId="Web-{B5D32345-E0AA-3344-1F68-F8666E2BCB9D}" dt="2025-11-19T14:04:43.513" v="180" actId="20577"/>
        <pc:sldMkLst>
          <pc:docMk/>
          <pc:sldMk cId="3106417427" sldId="259"/>
        </pc:sldMkLst>
        <pc:spChg chg="add mod">
          <ac:chgData name="Spang, Hillary A." userId="S::spangh@my.erau.edu::72e7ed8b-d215-4c52-a378-2a9330317a27" providerId="AD" clId="Web-{B5D32345-E0AA-3344-1F68-F8666E2BCB9D}" dt="2025-11-19T14:04:43.513" v="180" actId="20577"/>
          <ac:spMkLst>
            <pc:docMk/>
            <pc:sldMk cId="3106417427" sldId="259"/>
            <ac:spMk id="3" creationId="{7A99145B-15A9-B616-7AE2-CC58572D1E7B}"/>
          </ac:spMkLst>
        </pc:spChg>
        <pc:spChg chg="add mod">
          <ac:chgData name="Spang, Hillary A." userId="S::spangh@my.erau.edu::72e7ed8b-d215-4c52-a378-2a9330317a27" providerId="AD" clId="Web-{B5D32345-E0AA-3344-1F68-F8666E2BCB9D}" dt="2025-11-17T14:37:08.648" v="80" actId="1076"/>
          <ac:spMkLst>
            <pc:docMk/>
            <pc:sldMk cId="3106417427" sldId="259"/>
            <ac:spMk id="4" creationId="{762DC8B6-1DB9-7325-068C-E4E577BD2D7C}"/>
          </ac:spMkLst>
        </pc:spChg>
        <pc:spChg chg="add mod">
          <ac:chgData name="Spang, Hillary A." userId="S::spangh@my.erau.edu::72e7ed8b-d215-4c52-a378-2a9330317a27" providerId="AD" clId="Web-{B5D32345-E0AA-3344-1F68-F8666E2BCB9D}" dt="2025-11-17T14:35:47.503" v="59" actId="1076"/>
          <ac:spMkLst>
            <pc:docMk/>
            <pc:sldMk cId="3106417427" sldId="259"/>
            <ac:spMk id="5" creationId="{A0327DFE-99CA-7E94-9E8B-2B32F07D6BB4}"/>
          </ac:spMkLst>
        </pc:spChg>
        <pc:spChg chg="add mod">
          <ac:chgData name="Spang, Hillary A." userId="S::spangh@my.erau.edu::72e7ed8b-d215-4c52-a378-2a9330317a27" providerId="AD" clId="Web-{B5D32345-E0AA-3344-1F68-F8666E2BCB9D}" dt="2025-11-17T14:36:26.474" v="73" actId="20577"/>
          <ac:spMkLst>
            <pc:docMk/>
            <pc:sldMk cId="3106417427" sldId="259"/>
            <ac:spMk id="6" creationId="{3138E5BF-E166-A77F-EC2A-99492832353F}"/>
          </ac:spMkLst>
        </pc:spChg>
        <pc:spChg chg="add mod">
          <ac:chgData name="Spang, Hillary A." userId="S::spangh@my.erau.edu::72e7ed8b-d215-4c52-a378-2a9330317a27" providerId="AD" clId="Web-{B5D32345-E0AA-3344-1F68-F8666E2BCB9D}" dt="2025-11-17T14:36:20.380" v="71" actId="20577"/>
          <ac:spMkLst>
            <pc:docMk/>
            <pc:sldMk cId="3106417427" sldId="259"/>
            <ac:spMk id="7" creationId="{0B242A7C-E4D1-A097-32FC-561DF1C0AF25}"/>
          </ac:spMkLst>
        </pc:spChg>
        <pc:picChg chg="add mod">
          <ac:chgData name="Spang, Hillary A." userId="S::spangh@my.erau.edu::72e7ed8b-d215-4c52-a378-2a9330317a27" providerId="AD" clId="Web-{B5D32345-E0AA-3344-1F68-F8666E2BCB9D}" dt="2025-11-17T14:39:17.074" v="85" actId="14100"/>
          <ac:picMkLst>
            <pc:docMk/>
            <pc:sldMk cId="3106417427" sldId="259"/>
            <ac:picMk id="9" creationId="{141705C9-D163-6DCF-580A-AE05D0EBEB1D}"/>
          </ac:picMkLst>
        </pc:picChg>
      </pc:sldChg>
      <pc:sldChg chg="modSp new">
        <pc:chgData name="Spang, Hillary A." userId="S::spangh@my.erau.edu::72e7ed8b-d215-4c52-a378-2a9330317a27" providerId="AD" clId="Web-{B5D32345-E0AA-3344-1F68-F8666E2BCB9D}" dt="2025-11-17T15:50:45.451" v="169" actId="20577"/>
        <pc:sldMkLst>
          <pc:docMk/>
          <pc:sldMk cId="2115380601" sldId="268"/>
        </pc:sldMkLst>
        <pc:spChg chg="mod">
          <ac:chgData name="Spang, Hillary A." userId="S::spangh@my.erau.edu::72e7ed8b-d215-4c52-a378-2a9330317a27" providerId="AD" clId="Web-{B5D32345-E0AA-3344-1F68-F8666E2BCB9D}" dt="2025-11-17T14:41:14.374" v="90" actId="20577"/>
          <ac:spMkLst>
            <pc:docMk/>
            <pc:sldMk cId="2115380601" sldId="268"/>
            <ac:spMk id="2" creationId="{9648ACC3-B0C8-1C33-41E5-FB0BF17FEAB0}"/>
          </ac:spMkLst>
        </pc:spChg>
        <pc:spChg chg="mod">
          <ac:chgData name="Spang, Hillary A." userId="S::spangh@my.erau.edu::72e7ed8b-d215-4c52-a378-2a9330317a27" providerId="AD" clId="Web-{B5D32345-E0AA-3344-1F68-F8666E2BCB9D}" dt="2025-11-17T15:50:45.451" v="169" actId="20577"/>
          <ac:spMkLst>
            <pc:docMk/>
            <pc:sldMk cId="2115380601" sldId="268"/>
            <ac:spMk id="3" creationId="{C5C9BA50-4BD3-D061-7B55-7F8E2289CEA7}"/>
          </ac:spMkLst>
        </pc:spChg>
        <pc:spChg chg="mod">
          <ac:chgData name="Spang, Hillary A." userId="S::spangh@my.erau.edu::72e7ed8b-d215-4c52-a378-2a9330317a27" providerId="AD" clId="Web-{B5D32345-E0AA-3344-1F68-F8666E2BCB9D}" dt="2025-11-17T14:41:37.922" v="100" actId="20577"/>
          <ac:spMkLst>
            <pc:docMk/>
            <pc:sldMk cId="2115380601" sldId="268"/>
            <ac:spMk id="4" creationId="{6AACF0B1-0F1C-3AF0-A248-CDFFFCD2BD9B}"/>
          </ac:spMkLst>
        </pc:spChg>
      </pc:sldChg>
    </pc:docChg>
  </pc:docChgLst>
  <pc:docChgLst>
    <pc:chgData name="Crawford, Clancy K." userId="7c6ec59a-9fc9-469c-b2c6-df74f2342050" providerId="ADAL" clId="{1104B748-CEB2-4C14-B6B4-2F4BE06E9715}"/>
    <pc:docChg chg="custSel delSld modSld">
      <pc:chgData name="Crawford, Clancy K." userId="7c6ec59a-9fc9-469c-b2c6-df74f2342050" providerId="ADAL" clId="{1104B748-CEB2-4C14-B6B4-2F4BE06E9715}" dt="2025-11-20T17:08:24.894" v="900" actId="14100"/>
      <pc:docMkLst>
        <pc:docMk/>
      </pc:docMkLst>
      <pc:sldChg chg="addSp delSp modSp mod">
        <pc:chgData name="Crawford, Clancy K." userId="7c6ec59a-9fc9-469c-b2c6-df74f2342050" providerId="ADAL" clId="{1104B748-CEB2-4C14-B6B4-2F4BE06E9715}" dt="2025-11-20T16:46:55.106" v="591" actId="1076"/>
        <pc:sldMkLst>
          <pc:docMk/>
          <pc:sldMk cId="2100550893" sldId="260"/>
        </pc:sldMkLst>
        <pc:spChg chg="mod">
          <ac:chgData name="Crawford, Clancy K." userId="7c6ec59a-9fc9-469c-b2c6-df74f2342050" providerId="ADAL" clId="{1104B748-CEB2-4C14-B6B4-2F4BE06E9715}" dt="2025-11-20T16:34:12.668" v="178" actId="14100"/>
          <ac:spMkLst>
            <pc:docMk/>
            <pc:sldMk cId="2100550893" sldId="260"/>
            <ac:spMk id="3" creationId="{F8BA092D-A60B-9BCE-7989-013D67A79841}"/>
          </ac:spMkLst>
        </pc:spChg>
        <pc:spChg chg="add mod">
          <ac:chgData name="Crawford, Clancy K." userId="7c6ec59a-9fc9-469c-b2c6-df74f2342050" providerId="ADAL" clId="{1104B748-CEB2-4C14-B6B4-2F4BE06E9715}" dt="2025-11-20T16:36:44.520" v="229" actId="1076"/>
          <ac:spMkLst>
            <pc:docMk/>
            <pc:sldMk cId="2100550893" sldId="260"/>
            <ac:spMk id="4" creationId="{9C02C2AF-521F-125B-F75F-F8A85B2B7352}"/>
          </ac:spMkLst>
        </pc:spChg>
        <pc:spChg chg="add mod">
          <ac:chgData name="Crawford, Clancy K." userId="7c6ec59a-9fc9-469c-b2c6-df74f2342050" providerId="ADAL" clId="{1104B748-CEB2-4C14-B6B4-2F4BE06E9715}" dt="2025-11-20T16:46:55.106" v="591" actId="1076"/>
          <ac:spMkLst>
            <pc:docMk/>
            <pc:sldMk cId="2100550893" sldId="260"/>
            <ac:spMk id="10" creationId="{C299C953-121F-6E10-1C17-5967C638DC14}"/>
          </ac:spMkLst>
        </pc:spChg>
        <pc:graphicFrameChg chg="add mod modGraphic">
          <ac:chgData name="Crawford, Clancy K." userId="7c6ec59a-9fc9-469c-b2c6-df74f2342050" providerId="ADAL" clId="{1104B748-CEB2-4C14-B6B4-2F4BE06E9715}" dt="2025-11-20T16:42:03.356" v="445" actId="1076"/>
          <ac:graphicFrameMkLst>
            <pc:docMk/>
            <pc:sldMk cId="2100550893" sldId="260"/>
            <ac:graphicFrameMk id="9" creationId="{1A31738C-E6C1-DC9D-BC47-75C132A08BEC}"/>
          </ac:graphicFrameMkLst>
        </pc:graphicFrameChg>
      </pc:sldChg>
      <pc:sldChg chg="addSp delSp modSp mod">
        <pc:chgData name="Crawford, Clancy K." userId="7c6ec59a-9fc9-469c-b2c6-df74f2342050" providerId="ADAL" clId="{1104B748-CEB2-4C14-B6B4-2F4BE06E9715}" dt="2025-11-20T17:06:42.355" v="892" actId="1076"/>
        <pc:sldMkLst>
          <pc:docMk/>
          <pc:sldMk cId="2837188742" sldId="266"/>
        </pc:sldMkLst>
        <pc:spChg chg="mod">
          <ac:chgData name="Crawford, Clancy K." userId="7c6ec59a-9fc9-469c-b2c6-df74f2342050" providerId="ADAL" clId="{1104B748-CEB2-4C14-B6B4-2F4BE06E9715}" dt="2025-11-20T16:55:29.488" v="757" actId="1076"/>
          <ac:spMkLst>
            <pc:docMk/>
            <pc:sldMk cId="2837188742" sldId="266"/>
            <ac:spMk id="2" creationId="{963692B9-13CC-35F4-B25E-D8863B616C7B}"/>
          </ac:spMkLst>
        </pc:spChg>
        <pc:spChg chg="mod">
          <ac:chgData name="Crawford, Clancy K." userId="7c6ec59a-9fc9-469c-b2c6-df74f2342050" providerId="ADAL" clId="{1104B748-CEB2-4C14-B6B4-2F4BE06E9715}" dt="2025-11-20T17:06:42.355" v="892" actId="1076"/>
          <ac:spMkLst>
            <pc:docMk/>
            <pc:sldMk cId="2837188742" sldId="266"/>
            <ac:spMk id="3" creationId="{26AE37DA-69C3-123E-91D5-ACD67B5161CD}"/>
          </ac:spMkLst>
        </pc:spChg>
        <pc:spChg chg="mod">
          <ac:chgData name="Crawford, Clancy K." userId="7c6ec59a-9fc9-469c-b2c6-df74f2342050" providerId="ADAL" clId="{1104B748-CEB2-4C14-B6B4-2F4BE06E9715}" dt="2025-11-20T16:55:35.103" v="758" actId="1076"/>
          <ac:spMkLst>
            <pc:docMk/>
            <pc:sldMk cId="2837188742" sldId="266"/>
            <ac:spMk id="4" creationId="{7126167C-E16E-53A7-C515-504AD44A8647}"/>
          </ac:spMkLst>
        </pc:spChg>
        <pc:spChg chg="mod">
          <ac:chgData name="Crawford, Clancy K." userId="7c6ec59a-9fc9-469c-b2c6-df74f2342050" providerId="ADAL" clId="{1104B748-CEB2-4C14-B6B4-2F4BE06E9715}" dt="2025-11-20T17:06:34.316" v="891" actId="1076"/>
          <ac:spMkLst>
            <pc:docMk/>
            <pc:sldMk cId="2837188742" sldId="266"/>
            <ac:spMk id="8" creationId="{28888634-610F-E597-265A-C85C8E3D7EF5}"/>
          </ac:spMkLst>
        </pc:spChg>
        <pc:graphicFrameChg chg="add mod modGraphic">
          <ac:chgData name="Crawford, Clancy K." userId="7c6ec59a-9fc9-469c-b2c6-df74f2342050" providerId="ADAL" clId="{1104B748-CEB2-4C14-B6B4-2F4BE06E9715}" dt="2025-11-20T17:06:27.312" v="890" actId="1076"/>
          <ac:graphicFrameMkLst>
            <pc:docMk/>
            <pc:sldMk cId="2837188742" sldId="266"/>
            <ac:graphicFrameMk id="7" creationId="{6FD75DE5-FE31-7779-05BE-E0C98D82D63F}"/>
          </ac:graphicFrameMkLst>
        </pc:graphicFrameChg>
        <pc:picChg chg="mod">
          <ac:chgData name="Crawford, Clancy K." userId="7c6ec59a-9fc9-469c-b2c6-df74f2342050" providerId="ADAL" clId="{1104B748-CEB2-4C14-B6B4-2F4BE06E9715}" dt="2025-11-20T17:06:20.004" v="889" actId="1076"/>
          <ac:picMkLst>
            <pc:docMk/>
            <pc:sldMk cId="2837188742" sldId="266"/>
            <ac:picMk id="5" creationId="{E4767BE0-DEB2-A575-FDD5-9B5FA76E2FC6}"/>
          </ac:picMkLst>
        </pc:picChg>
      </pc:sldChg>
      <pc:sldChg chg="addSp modSp mod">
        <pc:chgData name="Crawford, Clancy K." userId="7c6ec59a-9fc9-469c-b2c6-df74f2342050" providerId="ADAL" clId="{1104B748-CEB2-4C14-B6B4-2F4BE06E9715}" dt="2025-11-20T17:08:24.894" v="900" actId="14100"/>
        <pc:sldMkLst>
          <pc:docMk/>
          <pc:sldMk cId="1959225770" sldId="267"/>
        </pc:sldMkLst>
        <pc:spChg chg="mod">
          <ac:chgData name="Crawford, Clancy K." userId="7c6ec59a-9fc9-469c-b2c6-df74f2342050" providerId="ADAL" clId="{1104B748-CEB2-4C14-B6B4-2F4BE06E9715}" dt="2025-11-20T17:08:24.894" v="900" actId="14100"/>
          <ac:spMkLst>
            <pc:docMk/>
            <pc:sldMk cId="1959225770" sldId="267"/>
            <ac:spMk id="3" creationId="{681C465B-D167-23BF-0F1A-C784D18ED3B0}"/>
          </ac:spMkLst>
        </pc:spChg>
        <pc:graphicFrameChg chg="add mod">
          <ac:chgData name="Crawford, Clancy K." userId="7c6ec59a-9fc9-469c-b2c6-df74f2342050" providerId="ADAL" clId="{1104B748-CEB2-4C14-B6B4-2F4BE06E9715}" dt="2025-11-20T17:08:14.143" v="895" actId="1076"/>
          <ac:graphicFrameMkLst>
            <pc:docMk/>
            <pc:sldMk cId="1959225770" sldId="267"/>
            <ac:graphicFrameMk id="4" creationId="{848898C2-6DFA-E9FC-94E0-52D8E98EBF8A}"/>
          </ac:graphicFrameMkLst>
        </pc:graphicFrameChg>
      </pc:sldChg>
    </pc:docChg>
  </pc:docChgLst>
  <pc:docChgLst>
    <pc:chgData name="Roberts, Wylie C." userId="bde1f707-d7bb-4a7f-9744-29cced1d08a5" providerId="ADAL" clId="{18E5BABC-7D45-45CB-ABB4-638277E547A5}"/>
    <pc:docChg chg="undo redo custSel addSld delSld modSld sldOrd">
      <pc:chgData name="Roberts, Wylie C." userId="bde1f707-d7bb-4a7f-9744-29cced1d08a5" providerId="ADAL" clId="{18E5BABC-7D45-45CB-ABB4-638277E547A5}" dt="2025-11-28T04:11:01.690" v="4131" actId="20577"/>
      <pc:docMkLst>
        <pc:docMk/>
      </pc:docMkLst>
      <pc:sldChg chg="modSp mod">
        <pc:chgData name="Roberts, Wylie C." userId="bde1f707-d7bb-4a7f-9744-29cced1d08a5" providerId="ADAL" clId="{18E5BABC-7D45-45CB-ABB4-638277E547A5}" dt="2025-11-10T14:16:32.928" v="91" actId="20577"/>
        <pc:sldMkLst>
          <pc:docMk/>
          <pc:sldMk cId="206840920" sldId="256"/>
        </pc:sldMkLst>
        <pc:spChg chg="mod">
          <ac:chgData name="Roberts, Wylie C." userId="bde1f707-d7bb-4a7f-9744-29cced1d08a5" providerId="ADAL" clId="{18E5BABC-7D45-45CB-ABB4-638277E547A5}" dt="2025-11-10T14:16:17.784" v="60" actId="20577"/>
          <ac:spMkLst>
            <pc:docMk/>
            <pc:sldMk cId="206840920" sldId="256"/>
            <ac:spMk id="2" creationId="{178C3173-3127-C605-BC8F-6E74E2FBDFCD}"/>
          </ac:spMkLst>
        </pc:spChg>
        <pc:spChg chg="mod">
          <ac:chgData name="Roberts, Wylie C." userId="bde1f707-d7bb-4a7f-9744-29cced1d08a5" providerId="ADAL" clId="{18E5BABC-7D45-45CB-ABB4-638277E547A5}" dt="2025-11-10T14:16:32.928" v="91" actId="20577"/>
          <ac:spMkLst>
            <pc:docMk/>
            <pc:sldMk cId="206840920" sldId="256"/>
            <ac:spMk id="3" creationId="{17C0ABCB-1483-E88F-0650-2B28B40D48BD}"/>
          </ac:spMkLst>
        </pc:spChg>
      </pc:sldChg>
      <pc:sldChg chg="modSp new mod">
        <pc:chgData name="Roberts, Wylie C." userId="bde1f707-d7bb-4a7f-9744-29cced1d08a5" providerId="ADAL" clId="{18E5BABC-7D45-45CB-ABB4-638277E547A5}" dt="2025-11-10T14:17:52.589" v="213" actId="20577"/>
        <pc:sldMkLst>
          <pc:docMk/>
          <pc:sldMk cId="1851054550" sldId="257"/>
        </pc:sldMkLst>
        <pc:spChg chg="mod">
          <ac:chgData name="Roberts, Wylie C." userId="bde1f707-d7bb-4a7f-9744-29cced1d08a5" providerId="ADAL" clId="{18E5BABC-7D45-45CB-ABB4-638277E547A5}" dt="2025-11-10T14:16:42.495" v="117" actId="20577"/>
          <ac:spMkLst>
            <pc:docMk/>
            <pc:sldMk cId="1851054550" sldId="257"/>
            <ac:spMk id="2" creationId="{7A95CA9C-CA06-AACD-0683-C80201334723}"/>
          </ac:spMkLst>
        </pc:spChg>
        <pc:spChg chg="mod">
          <ac:chgData name="Roberts, Wylie C." userId="bde1f707-d7bb-4a7f-9744-29cced1d08a5" providerId="ADAL" clId="{18E5BABC-7D45-45CB-ABB4-638277E547A5}" dt="2025-11-10T14:17:52.589" v="213" actId="20577"/>
          <ac:spMkLst>
            <pc:docMk/>
            <pc:sldMk cId="1851054550" sldId="257"/>
            <ac:spMk id="3" creationId="{F2128F57-DA1B-2B96-3E1F-E000640E8A10}"/>
          </ac:spMkLst>
        </pc:spChg>
      </pc:sldChg>
      <pc:sldChg chg="addSp modSp new mod modClrScheme chgLayout">
        <pc:chgData name="Roberts, Wylie C." userId="bde1f707-d7bb-4a7f-9744-29cced1d08a5" providerId="ADAL" clId="{18E5BABC-7D45-45CB-ABB4-638277E547A5}" dt="2025-11-28T04:11:01.690" v="4131" actId="20577"/>
        <pc:sldMkLst>
          <pc:docMk/>
          <pc:sldMk cId="1173685475" sldId="258"/>
        </pc:sldMkLst>
        <pc:spChg chg="mod ord">
          <ac:chgData name="Roberts, Wylie C." userId="bde1f707-d7bb-4a7f-9744-29cced1d08a5" providerId="ADAL" clId="{18E5BABC-7D45-45CB-ABB4-638277E547A5}" dt="2025-11-14T14:13:00.931" v="940" actId="700"/>
          <ac:spMkLst>
            <pc:docMk/>
            <pc:sldMk cId="1173685475" sldId="258"/>
            <ac:spMk id="2" creationId="{E8ACA6CF-D669-74C1-1878-27311B8BE21B}"/>
          </ac:spMkLst>
        </pc:spChg>
        <pc:spChg chg="mod ord">
          <ac:chgData name="Roberts, Wylie C." userId="bde1f707-d7bb-4a7f-9744-29cced1d08a5" providerId="ADAL" clId="{18E5BABC-7D45-45CB-ABB4-638277E547A5}" dt="2025-11-28T02:02:24.143" v="4127" actId="20577"/>
          <ac:spMkLst>
            <pc:docMk/>
            <pc:sldMk cId="1173685475" sldId="258"/>
            <ac:spMk id="3" creationId="{21C0FAAC-FCE0-ACBA-6F67-DE667C4CF562}"/>
          </ac:spMkLst>
        </pc:spChg>
        <pc:spChg chg="add mod ord">
          <ac:chgData name="Roberts, Wylie C." userId="bde1f707-d7bb-4a7f-9744-29cced1d08a5" providerId="ADAL" clId="{18E5BABC-7D45-45CB-ABB4-638277E547A5}" dt="2025-11-28T04:11:01.690" v="4131" actId="20577"/>
          <ac:spMkLst>
            <pc:docMk/>
            <pc:sldMk cId="1173685475" sldId="258"/>
            <ac:spMk id="4" creationId="{1867755B-9EED-9ECA-6173-796C6B0B3B04}"/>
          </ac:spMkLst>
        </pc:spChg>
        <pc:spChg chg="mod">
          <ac:chgData name="Roberts, Wylie C." userId="bde1f707-d7bb-4a7f-9744-29cced1d08a5" providerId="ADAL" clId="{18E5BABC-7D45-45CB-ABB4-638277E547A5}" dt="2025-11-21T14:28:22.951" v="4066" actId="14100"/>
          <ac:spMkLst>
            <pc:docMk/>
            <pc:sldMk cId="1173685475" sldId="258"/>
            <ac:spMk id="5" creationId="{5C1F9B3C-6EAB-4608-E85F-277B06EDB2E4}"/>
          </ac:spMkLst>
        </pc:spChg>
      </pc:sldChg>
      <pc:sldChg chg="modSp add mod">
        <pc:chgData name="Roberts, Wylie C." userId="bde1f707-d7bb-4a7f-9744-29cced1d08a5" providerId="ADAL" clId="{18E5BABC-7D45-45CB-ABB4-638277E547A5}" dt="2025-11-18T16:10:02.044" v="3660" actId="1036"/>
        <pc:sldMkLst>
          <pc:docMk/>
          <pc:sldMk cId="3106417427" sldId="259"/>
        </pc:sldMkLst>
        <pc:spChg chg="mod">
          <ac:chgData name="Roberts, Wylie C." userId="bde1f707-d7bb-4a7f-9744-29cced1d08a5" providerId="ADAL" clId="{18E5BABC-7D45-45CB-ABB4-638277E547A5}" dt="2025-11-14T13:58:22.480" v="308" actId="20577"/>
          <ac:spMkLst>
            <pc:docMk/>
            <pc:sldMk cId="3106417427" sldId="259"/>
            <ac:spMk id="2" creationId="{97E5EDB4-9799-3089-30C3-9E700B1A2FEA}"/>
          </ac:spMkLst>
        </pc:spChg>
      </pc:sldChg>
      <pc:sldChg chg="modSp add mod">
        <pc:chgData name="Roberts, Wylie C." userId="bde1f707-d7bb-4a7f-9744-29cced1d08a5" providerId="ADAL" clId="{18E5BABC-7D45-45CB-ABB4-638277E547A5}" dt="2025-11-14T13:58:36.824" v="340" actId="20577"/>
        <pc:sldMkLst>
          <pc:docMk/>
          <pc:sldMk cId="2100550893" sldId="260"/>
        </pc:sldMkLst>
        <pc:spChg chg="mod">
          <ac:chgData name="Roberts, Wylie C." userId="bde1f707-d7bb-4a7f-9744-29cced1d08a5" providerId="ADAL" clId="{18E5BABC-7D45-45CB-ABB4-638277E547A5}" dt="2025-11-14T13:58:36.824" v="340" actId="20577"/>
          <ac:spMkLst>
            <pc:docMk/>
            <pc:sldMk cId="2100550893" sldId="260"/>
            <ac:spMk id="2" creationId="{754C3BB3-E789-6917-6F91-ABA9237C17D9}"/>
          </ac:spMkLst>
        </pc:spChg>
      </pc:sldChg>
      <pc:sldChg chg="modSp new mod">
        <pc:chgData name="Roberts, Wylie C." userId="bde1f707-d7bb-4a7f-9744-29cced1d08a5" providerId="ADAL" clId="{18E5BABC-7D45-45CB-ABB4-638277E547A5}" dt="2025-11-14T14:09:52.788" v="858" actId="20577"/>
        <pc:sldMkLst>
          <pc:docMk/>
          <pc:sldMk cId="3352821308" sldId="261"/>
        </pc:sldMkLst>
        <pc:spChg chg="mod">
          <ac:chgData name="Roberts, Wylie C." userId="bde1f707-d7bb-4a7f-9744-29cced1d08a5" providerId="ADAL" clId="{18E5BABC-7D45-45CB-ABB4-638277E547A5}" dt="2025-11-14T13:57:42.537" v="238" actId="20577"/>
          <ac:spMkLst>
            <pc:docMk/>
            <pc:sldMk cId="3352821308" sldId="261"/>
            <ac:spMk id="2" creationId="{1F684C8F-87C0-0A91-983F-113A46605194}"/>
          </ac:spMkLst>
        </pc:spChg>
        <pc:spChg chg="mod">
          <ac:chgData name="Roberts, Wylie C." userId="bde1f707-d7bb-4a7f-9744-29cced1d08a5" providerId="ADAL" clId="{18E5BABC-7D45-45CB-ABB4-638277E547A5}" dt="2025-11-14T14:09:52.788" v="858" actId="20577"/>
          <ac:spMkLst>
            <pc:docMk/>
            <pc:sldMk cId="3352821308" sldId="261"/>
            <ac:spMk id="3" creationId="{1BBA155D-68AC-9FEE-D122-379265282464}"/>
          </ac:spMkLst>
        </pc:spChg>
      </pc:sldChg>
      <pc:sldChg chg="addSp delSp modSp new mod ord">
        <pc:chgData name="Roberts, Wylie C." userId="bde1f707-d7bb-4a7f-9744-29cced1d08a5" providerId="ADAL" clId="{18E5BABC-7D45-45CB-ABB4-638277E547A5}" dt="2025-11-25T16:02:20.413" v="4068"/>
        <pc:sldMkLst>
          <pc:docMk/>
          <pc:sldMk cId="2455823556" sldId="262"/>
        </pc:sldMkLst>
        <pc:spChg chg="mod">
          <ac:chgData name="Roberts, Wylie C." userId="bde1f707-d7bb-4a7f-9744-29cced1d08a5" providerId="ADAL" clId="{18E5BABC-7D45-45CB-ABB4-638277E547A5}" dt="2025-11-18T03:48:57.035" v="2830" actId="1076"/>
          <ac:spMkLst>
            <pc:docMk/>
            <pc:sldMk cId="2455823556" sldId="262"/>
            <ac:spMk id="2" creationId="{71F61DE9-061A-03CE-3EF4-77FF5D1B0A26}"/>
          </ac:spMkLst>
        </pc:spChg>
        <pc:spChg chg="mod">
          <ac:chgData name="Roberts, Wylie C." userId="bde1f707-d7bb-4a7f-9744-29cced1d08a5" providerId="ADAL" clId="{18E5BABC-7D45-45CB-ABB4-638277E547A5}" dt="2025-11-18T03:21:24.243" v="1737" actId="5793"/>
          <ac:spMkLst>
            <pc:docMk/>
            <pc:sldMk cId="2455823556" sldId="262"/>
            <ac:spMk id="3" creationId="{D7548164-9222-A3A4-7734-1CB71B6C3392}"/>
          </ac:spMkLst>
        </pc:spChg>
        <pc:spChg chg="mod">
          <ac:chgData name="Roberts, Wylie C." userId="bde1f707-d7bb-4a7f-9744-29cced1d08a5" providerId="ADAL" clId="{18E5BABC-7D45-45CB-ABB4-638277E547A5}" dt="2025-11-18T03:48:56.818" v="2829" actId="1076"/>
          <ac:spMkLst>
            <pc:docMk/>
            <pc:sldMk cId="2455823556" sldId="262"/>
            <ac:spMk id="4" creationId="{E584F534-5178-FBF0-5BAB-B15E13624062}"/>
          </ac:spMkLst>
        </pc:spChg>
        <pc:spChg chg="add mod">
          <ac:chgData name="Roberts, Wylie C." userId="bde1f707-d7bb-4a7f-9744-29cced1d08a5" providerId="ADAL" clId="{18E5BABC-7D45-45CB-ABB4-638277E547A5}" dt="2025-11-18T03:46:21.139" v="2725" actId="20577"/>
          <ac:spMkLst>
            <pc:docMk/>
            <pc:sldMk cId="2455823556" sldId="262"/>
            <ac:spMk id="9" creationId="{DCF51866-7972-5162-F089-BFD6523DC5E9}"/>
          </ac:spMkLst>
        </pc:spChg>
        <pc:spChg chg="add mod">
          <ac:chgData name="Roberts, Wylie C." userId="bde1f707-d7bb-4a7f-9744-29cced1d08a5" providerId="ADAL" clId="{18E5BABC-7D45-45CB-ABB4-638277E547A5}" dt="2025-11-18T03:50:18.791" v="3029" actId="1076"/>
          <ac:spMkLst>
            <pc:docMk/>
            <pc:sldMk cId="2455823556" sldId="262"/>
            <ac:spMk id="10" creationId="{B97FCF71-0756-657F-385D-F0499169751C}"/>
          </ac:spMkLst>
        </pc:spChg>
        <pc:graphicFrameChg chg="add mod modGraphic">
          <ac:chgData name="Roberts, Wylie C." userId="bde1f707-d7bb-4a7f-9744-29cced1d08a5" providerId="ADAL" clId="{18E5BABC-7D45-45CB-ABB4-638277E547A5}" dt="2025-11-18T03:31:43.931" v="2137" actId="20577"/>
          <ac:graphicFrameMkLst>
            <pc:docMk/>
            <pc:sldMk cId="2455823556" sldId="262"/>
            <ac:graphicFrameMk id="8" creationId="{3B985557-5014-5B97-2B81-F855AF967B7F}"/>
          </ac:graphicFrameMkLst>
        </pc:graphicFrameChg>
        <pc:picChg chg="add mod modCrop">
          <ac:chgData name="Roberts, Wylie C." userId="bde1f707-d7bb-4a7f-9744-29cced1d08a5" providerId="ADAL" clId="{18E5BABC-7D45-45CB-ABB4-638277E547A5}" dt="2025-11-18T03:50:25.964" v="3030" actId="14100"/>
          <ac:picMkLst>
            <pc:docMk/>
            <pc:sldMk cId="2455823556" sldId="262"/>
            <ac:picMk id="6" creationId="{378B119B-28B1-670F-A982-127682021F4A}"/>
          </ac:picMkLst>
        </pc:picChg>
      </pc:sldChg>
      <pc:sldChg chg="addSp modSp add mod ord">
        <pc:chgData name="Roberts, Wylie C." userId="bde1f707-d7bb-4a7f-9744-29cced1d08a5" providerId="ADAL" clId="{18E5BABC-7D45-45CB-ABB4-638277E547A5}" dt="2025-11-25T16:02:43.691" v="4070"/>
        <pc:sldMkLst>
          <pc:docMk/>
          <pc:sldMk cId="3133621121" sldId="263"/>
        </pc:sldMkLst>
        <pc:spChg chg="mod">
          <ac:chgData name="Roberts, Wylie C." userId="bde1f707-d7bb-4a7f-9744-29cced1d08a5" providerId="ADAL" clId="{18E5BABC-7D45-45CB-ABB4-638277E547A5}" dt="2025-11-18T03:20:59.814" v="1719" actId="20577"/>
          <ac:spMkLst>
            <pc:docMk/>
            <pc:sldMk cId="3133621121" sldId="263"/>
            <ac:spMk id="2" creationId="{8D561EC6-5153-BF9E-11F0-0F2465FD798F}"/>
          </ac:spMkLst>
        </pc:spChg>
        <pc:spChg chg="mod">
          <ac:chgData name="Roberts, Wylie C." userId="bde1f707-d7bb-4a7f-9744-29cced1d08a5" providerId="ADAL" clId="{18E5BABC-7D45-45CB-ABB4-638277E547A5}" dt="2025-11-18T03:51:55.469" v="3205" actId="20577"/>
          <ac:spMkLst>
            <pc:docMk/>
            <pc:sldMk cId="3133621121" sldId="263"/>
            <ac:spMk id="3" creationId="{5AE3FE73-9AE7-0E2C-51E6-C0F7A6338824}"/>
          </ac:spMkLst>
        </pc:spChg>
        <pc:spChg chg="add mod">
          <ac:chgData name="Roberts, Wylie C." userId="bde1f707-d7bb-4a7f-9744-29cced1d08a5" providerId="ADAL" clId="{18E5BABC-7D45-45CB-ABB4-638277E547A5}" dt="2025-11-18T03:46:31.916" v="2727"/>
          <ac:spMkLst>
            <pc:docMk/>
            <pc:sldMk cId="3133621121" sldId="263"/>
            <ac:spMk id="5" creationId="{4F769EDA-8C98-F562-D87F-BCD90389F26C}"/>
          </ac:spMkLst>
        </pc:spChg>
        <pc:graphicFrameChg chg="add mod modGraphic">
          <ac:chgData name="Roberts, Wylie C." userId="bde1f707-d7bb-4a7f-9744-29cced1d08a5" providerId="ADAL" clId="{18E5BABC-7D45-45CB-ABB4-638277E547A5}" dt="2025-11-18T03:44:22.356" v="2579"/>
          <ac:graphicFrameMkLst>
            <pc:docMk/>
            <pc:sldMk cId="3133621121" sldId="263"/>
            <ac:graphicFrameMk id="4" creationId="{7DACBB3D-0336-2B26-B957-077483A554CC}"/>
          </ac:graphicFrameMkLst>
        </pc:graphicFrameChg>
      </pc:sldChg>
      <pc:sldChg chg="modSp add mod">
        <pc:chgData name="Roberts, Wylie C." userId="bde1f707-d7bb-4a7f-9744-29cced1d08a5" providerId="ADAL" clId="{18E5BABC-7D45-45CB-ABB4-638277E547A5}" dt="2025-11-18T03:54:51.677" v="3657" actId="20577"/>
        <pc:sldMkLst>
          <pc:docMk/>
          <pc:sldMk cId="3041001573" sldId="264"/>
        </pc:sldMkLst>
        <pc:spChg chg="mod">
          <ac:chgData name="Roberts, Wylie C." userId="bde1f707-d7bb-4a7f-9744-29cced1d08a5" providerId="ADAL" clId="{18E5BABC-7D45-45CB-ABB4-638277E547A5}" dt="2025-11-14T14:01:07.617" v="508" actId="20577"/>
          <ac:spMkLst>
            <pc:docMk/>
            <pc:sldMk cId="3041001573" sldId="264"/>
            <ac:spMk id="2" creationId="{1E19ECF9-4D5F-7AD6-C420-B9A1071482AE}"/>
          </ac:spMkLst>
        </pc:spChg>
        <pc:spChg chg="mod">
          <ac:chgData name="Roberts, Wylie C." userId="bde1f707-d7bb-4a7f-9744-29cced1d08a5" providerId="ADAL" clId="{18E5BABC-7D45-45CB-ABB4-638277E547A5}" dt="2025-11-18T03:54:51.677" v="3657" actId="20577"/>
          <ac:spMkLst>
            <pc:docMk/>
            <pc:sldMk cId="3041001573" sldId="264"/>
            <ac:spMk id="3" creationId="{F8F6589E-1F82-32F3-A8AD-260EEB488A62}"/>
          </ac:spMkLst>
        </pc:spChg>
      </pc:sldChg>
      <pc:sldChg chg="addSp delSp modSp mod">
        <pc:chgData name="Roberts, Wylie C." userId="bde1f707-d7bb-4a7f-9744-29cced1d08a5" providerId="ADAL" clId="{18E5BABC-7D45-45CB-ABB4-638277E547A5}" dt="2025-11-18T03:47:49.750" v="2818" actId="20577"/>
        <pc:sldMkLst>
          <pc:docMk/>
          <pc:sldMk cId="2837188742" sldId="266"/>
        </pc:sldMkLst>
        <pc:spChg chg="add mod">
          <ac:chgData name="Roberts, Wylie C." userId="bde1f707-d7bb-4a7f-9744-29cced1d08a5" providerId="ADAL" clId="{18E5BABC-7D45-45CB-ABB4-638277E547A5}" dt="2025-11-18T03:47:49.750" v="2818" actId="20577"/>
          <ac:spMkLst>
            <pc:docMk/>
            <pc:sldMk cId="2837188742" sldId="266"/>
            <ac:spMk id="8" creationId="{28888634-610F-E597-265A-C85C8E3D7EF5}"/>
          </ac:spMkLst>
        </pc:spChg>
      </pc:sldChg>
      <pc:sldChg chg="ord">
        <pc:chgData name="Roberts, Wylie C." userId="bde1f707-d7bb-4a7f-9744-29cced1d08a5" providerId="ADAL" clId="{18E5BABC-7D45-45CB-ABB4-638277E547A5}" dt="2025-11-18T03:54:56.525" v="3659"/>
        <pc:sldMkLst>
          <pc:docMk/>
          <pc:sldMk cId="1959225770" sldId="267"/>
        </pc:sldMkLst>
      </pc:sldChg>
      <pc:sldChg chg="ord">
        <pc:chgData name="Roberts, Wylie C." userId="bde1f707-d7bb-4a7f-9744-29cced1d08a5" providerId="ADAL" clId="{18E5BABC-7D45-45CB-ABB4-638277E547A5}" dt="2025-11-25T16:02:58.490" v="4072"/>
        <pc:sldMkLst>
          <pc:docMk/>
          <pc:sldMk cId="2115380601" sldId="268"/>
        </pc:sldMkLst>
      </pc:sldChg>
      <pc:sldChg chg="modSp new mod">
        <pc:chgData name="Roberts, Wylie C." userId="bde1f707-d7bb-4a7f-9744-29cced1d08a5" providerId="ADAL" clId="{18E5BABC-7D45-45CB-ABB4-638277E547A5}" dt="2025-11-18T16:23:33.645" v="4064" actId="20577"/>
        <pc:sldMkLst>
          <pc:docMk/>
          <pc:sldMk cId="2758129583" sldId="269"/>
        </pc:sldMkLst>
        <pc:spChg chg="mod">
          <ac:chgData name="Roberts, Wylie C." userId="bde1f707-d7bb-4a7f-9744-29cced1d08a5" providerId="ADAL" clId="{18E5BABC-7D45-45CB-ABB4-638277E547A5}" dt="2025-11-18T16:16:17.649" v="3675" actId="20577"/>
          <ac:spMkLst>
            <pc:docMk/>
            <pc:sldMk cId="2758129583" sldId="269"/>
            <ac:spMk id="2" creationId="{7365ADA3-8CFE-BDA5-7B1A-621FEB9F7D36}"/>
          </ac:spMkLst>
        </pc:spChg>
        <pc:spChg chg="mod">
          <ac:chgData name="Roberts, Wylie C." userId="bde1f707-d7bb-4a7f-9744-29cced1d08a5" providerId="ADAL" clId="{18E5BABC-7D45-45CB-ABB4-638277E547A5}" dt="2025-11-18T16:23:33.645" v="4064" actId="20577"/>
          <ac:spMkLst>
            <pc:docMk/>
            <pc:sldMk cId="2758129583" sldId="269"/>
            <ac:spMk id="3" creationId="{D71CB173-43EA-8664-21D4-4FCFC87C8890}"/>
          </ac:spMkLst>
        </pc:spChg>
      </pc:sldChg>
      <pc:sldChg chg="ord">
        <pc:chgData name="Roberts, Wylie C." userId="bde1f707-d7bb-4a7f-9744-29cced1d08a5" providerId="ADAL" clId="{18E5BABC-7D45-45CB-ABB4-638277E547A5}" dt="2025-11-25T16:03:02.560" v="4074"/>
        <pc:sldMkLst>
          <pc:docMk/>
          <pc:sldMk cId="3871609439" sldId="270"/>
        </pc:sldMkLst>
      </pc:sldChg>
    </pc:docChg>
  </pc:docChgLst>
  <pc:docChgLst>
    <pc:chgData name="Roberts, Wylie C." userId="bde1f707-d7bb-4a7f-9744-29cced1d08a5" providerId="ADAL" clId="{D9D62910-1137-419F-B887-B4C37C22D03C}"/>
    <pc:docChg chg="custSel modSld">
      <pc:chgData name="Roberts, Wylie C." userId="bde1f707-d7bb-4a7f-9744-29cced1d08a5" providerId="ADAL" clId="{D9D62910-1137-419F-B887-B4C37C22D03C}" dt="2025-11-21T03:23:26.238" v="172" actId="20577"/>
      <pc:docMkLst>
        <pc:docMk/>
      </pc:docMkLst>
      <pc:sldChg chg="modSp mod">
        <pc:chgData name="Roberts, Wylie C." userId="bde1f707-d7bb-4a7f-9744-29cced1d08a5" providerId="ADAL" clId="{D9D62910-1137-419F-B887-B4C37C22D03C}" dt="2025-11-21T03:23:26.238" v="172" actId="20577"/>
        <pc:sldMkLst>
          <pc:docMk/>
          <pc:sldMk cId="1173685475" sldId="258"/>
        </pc:sldMkLst>
        <pc:spChg chg="mod">
          <ac:chgData name="Roberts, Wylie C." userId="bde1f707-d7bb-4a7f-9744-29cced1d08a5" providerId="ADAL" clId="{D9D62910-1137-419F-B887-B4C37C22D03C}" dt="2025-11-21T03:23:26.238" v="172" actId="20577"/>
          <ac:spMkLst>
            <pc:docMk/>
            <pc:sldMk cId="1173685475" sldId="258"/>
            <ac:spMk id="4" creationId="{1867755B-9EED-9ECA-6173-796C6B0B3B04}"/>
          </ac:spMkLst>
        </pc:spChg>
      </pc:sldChg>
      <pc:sldChg chg="modSp mod">
        <pc:chgData name="Roberts, Wylie C." userId="bde1f707-d7bb-4a7f-9744-29cced1d08a5" providerId="ADAL" clId="{D9D62910-1137-419F-B887-B4C37C22D03C}" dt="2025-11-21T03:18:37.085" v="40" actId="20577"/>
        <pc:sldMkLst>
          <pc:docMk/>
          <pc:sldMk cId="2837188742" sldId="266"/>
        </pc:sldMkLst>
        <pc:spChg chg="mod">
          <ac:chgData name="Roberts, Wylie C." userId="bde1f707-d7bb-4a7f-9744-29cced1d08a5" providerId="ADAL" clId="{D9D62910-1137-419F-B887-B4C37C22D03C}" dt="2025-11-21T03:18:37.085" v="40" actId="20577"/>
          <ac:spMkLst>
            <pc:docMk/>
            <pc:sldMk cId="2837188742" sldId="266"/>
            <ac:spMk id="8" creationId="{28888634-610F-E597-265A-C85C8E3D7EF5}"/>
          </ac:spMkLst>
        </pc:spChg>
      </pc:sldChg>
      <pc:sldChg chg="addSp modSp mod">
        <pc:chgData name="Roberts, Wylie C." userId="bde1f707-d7bb-4a7f-9744-29cced1d08a5" providerId="ADAL" clId="{D9D62910-1137-419F-B887-B4C37C22D03C}" dt="2025-11-21T03:19:33.945" v="115" actId="14100"/>
        <pc:sldMkLst>
          <pc:docMk/>
          <pc:sldMk cId="1959225770" sldId="267"/>
        </pc:sldMkLst>
        <pc:spChg chg="add mod">
          <ac:chgData name="Roberts, Wylie C." userId="bde1f707-d7bb-4a7f-9744-29cced1d08a5" providerId="ADAL" clId="{D9D62910-1137-419F-B887-B4C37C22D03C}" dt="2025-11-21T03:19:33.945" v="115" actId="14100"/>
          <ac:spMkLst>
            <pc:docMk/>
            <pc:sldMk cId="1959225770" sldId="267"/>
            <ac:spMk id="5" creationId="{D488FC39-CABE-4C8E-8E12-8BBEAA717B83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798247-5788-4ED0-80E4-78E412A82BCB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EF22F9-A7A3-46F0-A849-E534ED0A01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19825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24C95-E4FF-4AD7-8B92-3179BF74F8D3}" type="datetime1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12275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F7E6AB-13CC-4848-AAC2-EF3EDDB8998C}" type="datetime1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70577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581E2-15AB-4DFA-8ED0-B2C094522E69}" type="datetime1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87268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F5E82-DE1E-445F-9620-089D4A864577}" type="datetime1">
              <a:rPr lang="en-US" smtClean="0"/>
              <a:t>11/24/2025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36908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D07D17-8647-45A0-9923-57D792262035}" type="datetime1">
              <a:rPr lang="en-US" smtClean="0"/>
              <a:t>11/24/2025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05295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433E0F-B581-4CEA-A408-ACA02113A028}" type="datetime1">
              <a:rPr lang="en-US" smtClean="0"/>
              <a:t>11/24/2025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97465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5D01A8-52DB-454B-B803-0437A047F4A2}" type="datetime1">
              <a:rPr lang="en-US" smtClean="0"/>
              <a:t>11/24/2025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21205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87686B-8848-4115-BA4E-0401FE3B42EE}" type="datetime1">
              <a:rPr lang="en-US" smtClean="0"/>
              <a:t>11/24/2025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0252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F2B13D-C806-4733-AA5F-58550F80B499}" type="datetime1">
              <a:rPr lang="en-US" smtClean="0"/>
              <a:t>11/24/2025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09090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4E7B81-486B-4D43-8AE2-86D5920DF1FC}" type="datetime1">
              <a:rPr lang="en-US" smtClean="0"/>
              <a:t>11/24/2025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78919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04C2A-F40B-41C1-99A7-9B7EBB42E3B4}" type="datetime1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793002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FCC116-2568-489C-86F8-C37A45C7E7FD}" type="datetime1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191769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ED7BC-3A01-4337-BD64-2DE1AA71B24E}" type="datetime1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578896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29FABE-77BB-40A2-916E-290442504E9B}" type="datetime1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779214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90DD7F-4780-43DD-8B7C-E6F4A474C376}" type="datetime1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751768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8C0394-DF04-43D8-A434-18419FCC95B6}" type="datetime1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416029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0040C6-650D-4398-B564-05152390CEC4}" type="datetime1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08419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AECBC446-7A57-4E5E-8D62-4506179853D2}" type="datetime1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95703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8C3173-3127-C605-BC8F-6E74E2FBDFC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>
                <a:latin typeface="Sitka Text"/>
              </a:rPr>
              <a:t>Numerical Methods for Ordinary Differential Equations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7C0ABCB-1483-E88F-0650-2B28B40D48B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latin typeface="Sitka Text"/>
              </a:rPr>
              <a:t>Wylie Roberts, Hillary Spang, Clancy Crawford</a:t>
            </a:r>
          </a:p>
        </p:txBody>
      </p:sp>
    </p:spTree>
    <p:extLst>
      <p:ext uri="{BB962C8B-B14F-4D97-AF65-F5344CB8AC3E}">
        <p14:creationId xmlns:p14="http://schemas.microsoft.com/office/powerpoint/2010/main" val="2068409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95CA9C-CA06-AACD-0683-C80201334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Sitka Text"/>
              </a:rPr>
              <a:t>Table of Contents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128F57-DA1B-2B96-3E1F-E000640E8A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Sitka Text"/>
              </a:rPr>
              <a:t> Problem Statement</a:t>
            </a:r>
          </a:p>
          <a:p>
            <a:r>
              <a:rPr lang="en-US" dirty="0">
                <a:latin typeface="Sitka Text"/>
              </a:rPr>
              <a:t> Methods/Analysis</a:t>
            </a:r>
          </a:p>
          <a:p>
            <a:r>
              <a:rPr lang="en-US" dirty="0">
                <a:latin typeface="Sitka Text"/>
              </a:rPr>
              <a:t> Solutions/Results</a:t>
            </a:r>
          </a:p>
          <a:p>
            <a:r>
              <a:rPr lang="en-US" dirty="0">
                <a:latin typeface="Sitka Text"/>
              </a:rPr>
              <a:t> Discussion</a:t>
            </a:r>
          </a:p>
          <a:p>
            <a:r>
              <a:rPr lang="en-US" dirty="0">
                <a:latin typeface="Sitka Text"/>
              </a:rPr>
              <a:t>Conclusion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AB4DAA-4C7F-B557-EF2C-55ACC478ED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105455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65ADA3-8CFE-BDA5-7B1A-621FEB9F7D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1CB173-43EA-8664-21D4-4FCFC87C88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is an ODE?</a:t>
            </a:r>
          </a:p>
          <a:p>
            <a:pPr lvl="1"/>
            <a:r>
              <a:rPr lang="en-US" dirty="0"/>
              <a:t>Ordinary Differential Equations model dynamic systems </a:t>
            </a:r>
          </a:p>
          <a:p>
            <a:pPr lvl="1"/>
            <a:r>
              <a:rPr lang="en-US" dirty="0"/>
              <a:t>Set of equations all dependent on a single variable (Generally time)</a:t>
            </a:r>
          </a:p>
          <a:p>
            <a:r>
              <a:rPr lang="en-US" dirty="0"/>
              <a:t>Why use numerical methods?</a:t>
            </a:r>
          </a:p>
          <a:p>
            <a:pPr lvl="1"/>
            <a:r>
              <a:rPr lang="en-US" dirty="0"/>
              <a:t>Save computational power over producing exact solutions</a:t>
            </a:r>
          </a:p>
          <a:p>
            <a:pPr lvl="1"/>
            <a:r>
              <a:rPr lang="en-US" dirty="0"/>
              <a:t>Simplify complex definite integrals </a:t>
            </a:r>
          </a:p>
          <a:p>
            <a:pPr lvl="1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937987-4292-57E4-B5D3-4B4ABB55EE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812958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airplane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684C8F-87C0-0A91-983F-113A466051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BA155D-68AC-9FEE-D122-3792652824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Numerical Methods for Integration and ODE</a:t>
            </a:r>
          </a:p>
          <a:p>
            <a:pPr lvl="1"/>
            <a:r>
              <a:rPr lang="en-US" dirty="0"/>
              <a:t>Part 1: Implement numerical methods to approximate definite integral</a:t>
            </a:r>
          </a:p>
          <a:p>
            <a:pPr lvl="1"/>
            <a:r>
              <a:rPr lang="en-US" dirty="0"/>
              <a:t>Part 2: Use Simpson’s rule to approximate bags of mulch needed to fill an irregularly shaped plot</a:t>
            </a:r>
          </a:p>
          <a:p>
            <a:pPr lvl="1"/>
            <a:r>
              <a:rPr lang="en-US" dirty="0"/>
              <a:t>Part 3: Use Euler’s method to Estimate population growth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33E9E3-642A-9A01-9EAB-652F656273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2821308"/>
      </p:ext>
    </p:extLst>
  </p:cSld>
  <p:clrMapOvr>
    <a:masterClrMapping/>
  </p:clrMapOvr>
  <p:transition spd="slow">
    <p:wheel spokes="1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ACA6CF-D669-74C1-1878-27311B8BE2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Methods and Analysis: Part 1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1C0FAAC-FCE0-ACBA-6F67-DE667C4CF562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>
                <a:normAutofit fontScale="77500" lnSpcReduction="20000"/>
              </a:bodyPr>
              <a:lstStyle/>
              <a:p>
                <a:r>
                  <a:rPr lang="en-US" dirty="0"/>
                  <a:t>Solve Definite integral </a:t>
                </a:r>
              </a:p>
              <a:p>
                <a:pPr marL="0" indent="0">
                  <a:buNone/>
                </a:pPr>
                <a:r>
                  <a:rPr lang="en-US" dirty="0"/>
                  <a:t>	</a:t>
                </a:r>
                <a14:m>
                  <m:oMath xmlns:m="http://schemas.openxmlformats.org/officeDocument/2006/math">
                    <m:nary>
                      <m:nary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sSup>
                          <m:sSup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sSup>
                              <m:sSupPr>
                                <m:ctrlP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𝑑𝑥</m:t>
                        </m:r>
                      </m:e>
                    </m:nary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1C0FAAC-FCE0-ACBA-6F67-DE667C4CF56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11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1867755B-9EED-9ECA-6173-796C6B0B3B04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4016829" y="1685364"/>
                <a:ext cx="8175171" cy="4764422"/>
              </a:xfrm>
            </p:spPr>
            <p:txBody>
              <a:bodyPr>
                <a:normAutofit fontScale="77500" lnSpcReduction="20000"/>
              </a:bodyPr>
              <a:lstStyle/>
              <a:p>
                <a:r>
                  <a:rPr lang="en-US" dirty="0"/>
                  <a:t>Numerical Methods:</a:t>
                </a:r>
              </a:p>
              <a:p>
                <a:pPr lvl="1"/>
                <a:r>
                  <a:rPr lang="en-US" dirty="0"/>
                  <a:t>Midpoint Rule: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sup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h</m:t>
                      </m:r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h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𝑁</m:t>
                              </m:r>
                            </m:den>
                          </m:f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h</m:t>
                          </m:r>
                        </m:e>
                      </m:nary>
                    </m:oMath>
                  </m:oMathPara>
                </a14:m>
                <a:endParaRPr lang="en-US" dirty="0"/>
              </a:p>
              <a:p>
                <a:pPr lvl="1"/>
                <a:r>
                  <a:rPr lang="en-US" dirty="0"/>
                  <a:t>Simpson’s Rule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𝑏</m:t>
                          </m:r>
                        </m:sup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h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[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+4</m:t>
                      </m:r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=1,3,5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+2</m:t>
                      </m:r>
                      <m:nary>
                        <m:naryPr>
                          <m:chr m:val="∑"/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2,4,6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−2</m:t>
                          </m:r>
                        </m:sup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𝑁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h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𝑖h</m:t>
                      </m:r>
                    </m:oMath>
                  </m:oMathPara>
                </a14:m>
                <a:endParaRPr lang="en-US" dirty="0"/>
              </a:p>
              <a:p>
                <a:pPr lvl="1"/>
                <a:r>
                  <a:rPr lang="en-US" dirty="0"/>
                  <a:t>Trapezoid Rule</a:t>
                </a:r>
              </a:p>
              <a:p>
                <a:pPr marL="457200" lvl="1" indent="0">
                  <a:buNone/>
                </a:pPr>
                <a:r>
                  <a:rPr lang="en-US" dirty="0"/>
                  <a:t>	 </a:t>
                </a:r>
                <a14:m>
                  <m:oMath xmlns:m="http://schemas.openxmlformats.org/officeDocument/2006/math">
                    <m:nary>
                      <m:nary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𝑏</m:t>
                        </m:r>
                      </m:sup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</a:rPr>
                          <m:t>𝑑𝑥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≈</m:t>
                        </m:r>
                      </m:e>
                    </m:nary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h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nary>
                          <m:naryPr>
                            <m:chr m:val="∑"/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  <m:r>
                              <m:rPr>
                                <m:brk m:alnAt="23"/>
                              </m:r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𝑁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</m:sup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𝑓</m:t>
                            </m:r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d>
                          </m:e>
                        </m:nary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</m:e>
                        </m:d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h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𝑁</m:t>
                        </m:r>
                      </m:den>
                    </m:f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𝑖h</m:t>
                    </m:r>
                  </m:oMath>
                </a14:m>
                <a:endParaRPr lang="en-US" b="0" dirty="0">
                  <a:ea typeface="Cambria Math" panose="02040503050406030204" pitchFamily="18" charset="0"/>
                </a:endParaRPr>
              </a:p>
              <a:p>
                <a:pPr lvl="1"/>
                <a:r>
                  <a:rPr lang="en-US" dirty="0"/>
                  <a:t>2-point Gauss-Quadrature Rule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𝑏</m:t>
                          </m:r>
                        </m:sup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h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[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𝑟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]</m:t>
                              </m:r>
                            </m:e>
                          </m:d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𝑙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−1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h</m:t>
                                  </m:r>
                                </m:num>
                                <m:den>
                                  <m:rad>
                                    <m:radPr>
                                      <m:degHide m:val="on"/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3</m:t>
                                      </m:r>
                                    </m:e>
                                  </m:rad>
                                </m:den>
                              </m:f>
                            </m:e>
                          </m:d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𝑟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−1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h</m:t>
                                  </m:r>
                                </m:num>
                                <m:den>
                                  <m:rad>
                                    <m:radPr>
                                      <m:degHide m:val="on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3</m:t>
                                      </m:r>
                                    </m:e>
                                  </m:rad>
                                </m:den>
                              </m:f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h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𝑁</m:t>
                              </m:r>
                            </m:den>
                          </m:f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h</m:t>
                          </m:r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1867755B-9EED-9ECA-6173-796C6B0B3B0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4016829" y="1685364"/>
                <a:ext cx="8175171" cy="4764422"/>
              </a:xfrm>
              <a:blipFill>
                <a:blip r:embed="rId3"/>
                <a:stretch>
                  <a:fillRect l="-6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C1F9B3C-6EAB-4608-E85F-277B06EDB2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36854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F61DE9-061A-03CE-3EF4-77FF5D1B0A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Results: Part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548164-9222-A3A4-7734-1CB71B6C33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12721" y="-582386"/>
            <a:ext cx="6240990" cy="5105401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84F534-5178-FBF0-5BAB-B15E13624062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/>
              <a:t>Considering exact answers:</a:t>
            </a:r>
          </a:p>
          <a:p>
            <a:r>
              <a:rPr lang="en-US" dirty="0"/>
              <a:t>x = 0.74682413</a:t>
            </a:r>
          </a:p>
        </p:txBody>
      </p:sp>
      <p:pic>
        <p:nvPicPr>
          <p:cNvPr id="6" name="Picture 5" descr="A graph with red and green dots&#10;&#10;AI-generated content may be incorrect.">
            <a:extLst>
              <a:ext uri="{FF2B5EF4-FFF2-40B4-BE49-F238E27FC236}">
                <a16:creationId xmlns:a16="http://schemas.microsoft.com/office/drawing/2014/main" id="{378B119B-28B1-670F-A982-127682021F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58" t="7616" r="6643" b="5578"/>
          <a:stretch>
            <a:fillRect/>
          </a:stretch>
        </p:blipFill>
        <p:spPr>
          <a:xfrm>
            <a:off x="5033432" y="2760306"/>
            <a:ext cx="6929967" cy="3861939"/>
          </a:xfrm>
          <a:prstGeom prst="rect">
            <a:avLst/>
          </a:prstGeom>
        </p:spPr>
      </p:pic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3B985557-5014-5B97-2B81-F855AF967B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9825500"/>
              </p:ext>
            </p:extLst>
          </p:nvPr>
        </p:nvGraphicFramePr>
        <p:xfrm>
          <a:off x="4376056" y="-60234"/>
          <a:ext cx="7815945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63189">
                  <a:extLst>
                    <a:ext uri="{9D8B030D-6E8A-4147-A177-3AD203B41FA5}">
                      <a16:colId xmlns:a16="http://schemas.microsoft.com/office/drawing/2014/main" val="820247141"/>
                    </a:ext>
                  </a:extLst>
                </a:gridCol>
                <a:gridCol w="1563189">
                  <a:extLst>
                    <a:ext uri="{9D8B030D-6E8A-4147-A177-3AD203B41FA5}">
                      <a16:colId xmlns:a16="http://schemas.microsoft.com/office/drawing/2014/main" val="808899510"/>
                    </a:ext>
                  </a:extLst>
                </a:gridCol>
                <a:gridCol w="1563189">
                  <a:extLst>
                    <a:ext uri="{9D8B030D-6E8A-4147-A177-3AD203B41FA5}">
                      <a16:colId xmlns:a16="http://schemas.microsoft.com/office/drawing/2014/main" val="1041412506"/>
                    </a:ext>
                  </a:extLst>
                </a:gridCol>
                <a:gridCol w="1563189">
                  <a:extLst>
                    <a:ext uri="{9D8B030D-6E8A-4147-A177-3AD203B41FA5}">
                      <a16:colId xmlns:a16="http://schemas.microsoft.com/office/drawing/2014/main" val="2030806422"/>
                    </a:ext>
                  </a:extLst>
                </a:gridCol>
                <a:gridCol w="1563189">
                  <a:extLst>
                    <a:ext uri="{9D8B030D-6E8A-4147-A177-3AD203B41FA5}">
                      <a16:colId xmlns:a16="http://schemas.microsoft.com/office/drawing/2014/main" val="2704525075"/>
                    </a:ext>
                  </a:extLst>
                </a:gridCol>
              </a:tblGrid>
              <a:tr h="330019">
                <a:tc>
                  <a:txBody>
                    <a:bodyPr/>
                    <a:lstStyle/>
                    <a:p>
                      <a:r>
                        <a:rPr lang="en-US" dirty="0"/>
                        <a:t>Iterations (N)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Midpoint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Simpson’s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Trapezoid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Gauss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8517531"/>
                  </a:ext>
                </a:extLst>
              </a:tr>
              <a:tr h="330019">
                <a:tc>
                  <a:txBody>
                    <a:bodyPr/>
                    <a:lstStyle/>
                    <a:p>
                      <a:r>
                        <a:rPr lang="en-US" dirty="0"/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0.756827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0.753083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0.756818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0.746824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9537929"/>
                  </a:ext>
                </a:extLst>
              </a:tr>
              <a:tr h="330019">
                <a:tc>
                  <a:txBody>
                    <a:bodyPr/>
                    <a:lstStyle/>
                    <a:p>
                      <a:r>
                        <a:rPr lang="en-US" dirty="0"/>
                        <a:t>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0.751825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0.748086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0.748824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0.746824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009443"/>
                  </a:ext>
                </a:extLst>
              </a:tr>
              <a:tr h="330019">
                <a:tc>
                  <a:txBody>
                    <a:bodyPr/>
                    <a:lstStyle/>
                    <a:p>
                      <a:r>
                        <a:rPr lang="en-US" dirty="0"/>
                        <a:t>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0.747824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0.747456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0.747824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0.746824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5056260"/>
                  </a:ext>
                </a:extLst>
              </a:tr>
              <a:tr h="330019">
                <a:tc>
                  <a:txBody>
                    <a:bodyPr/>
                    <a:lstStyle/>
                    <a:p>
                      <a:r>
                        <a:rPr lang="en-US" dirty="0"/>
                        <a:t>2000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0.747324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0.747140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0.747324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0.746824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6790853"/>
                  </a:ext>
                </a:extLst>
              </a:tr>
              <a:tr h="330019">
                <a:tc>
                  <a:txBody>
                    <a:bodyPr/>
                    <a:lstStyle/>
                    <a:p>
                      <a:r>
                        <a:rPr lang="en-US" dirty="0"/>
                        <a:t>5000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0.747024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0.746951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0.747024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0.746824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6963038"/>
                  </a:ext>
                </a:extLst>
              </a:tr>
              <a:tr h="330019">
                <a:tc>
                  <a:txBody>
                    <a:bodyPr/>
                    <a:lstStyle/>
                    <a:p>
                      <a:r>
                        <a:rPr lang="en-US" dirty="0"/>
                        <a:t>10000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0.746924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0.746887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0.746924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0.746824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8047377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DCF51866-7972-5162-F089-BFD6523DC5E9}"/>
              </a:ext>
            </a:extLst>
          </p:cNvPr>
          <p:cNvSpPr txBox="1"/>
          <p:nvPr/>
        </p:nvSpPr>
        <p:spPr>
          <a:xfrm>
            <a:off x="4376056" y="2500086"/>
            <a:ext cx="625363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i="1" dirty="0"/>
              <a:t>Figure 1: table showing values of x for each numerical method at different values of 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97FCF71-0756-657F-385D-F0499169751C}"/>
              </a:ext>
            </a:extLst>
          </p:cNvPr>
          <p:cNvSpPr txBox="1"/>
          <p:nvPr/>
        </p:nvSpPr>
        <p:spPr>
          <a:xfrm>
            <a:off x="5033433" y="6590617"/>
            <a:ext cx="500823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/>
              <a:t>Figure 2: plot of predicted values of x with increasing N values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8ED4F757-91A4-8DD4-6B18-5110A41828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58235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98F44A-D79D-65E0-CC9B-605ED75B51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561EC6-5153-BF9E-11F0-0F2465FD79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Discussion: Part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E3FE73-9AE7-0E2C-51E6-C0F7A63388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1866899"/>
            <a:ext cx="10018713" cy="3124201"/>
          </a:xfrm>
        </p:spPr>
        <p:txBody>
          <a:bodyPr>
            <a:normAutofit fontScale="77500" lnSpcReduction="20000"/>
          </a:bodyPr>
          <a:lstStyle/>
          <a:p>
            <a:pPr lvl="1"/>
            <a:r>
              <a:rPr lang="en-US" dirty="0"/>
              <a:t>Considering exact answer x = 0.74682413</a:t>
            </a:r>
          </a:p>
          <a:p>
            <a:pPr lvl="2"/>
            <a:r>
              <a:rPr lang="en-US" dirty="0"/>
              <a:t>2-Point Gauss Quadrature Rule is the most accurate </a:t>
            </a:r>
          </a:p>
          <a:p>
            <a:pPr lvl="2"/>
            <a:r>
              <a:rPr lang="en-US" dirty="0"/>
              <a:t>Midpoint and Trapezoid rules are nearly identical – also least accurate</a:t>
            </a:r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r>
              <a:rPr lang="en-US" dirty="0"/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7DACBB3D-0336-2B26-B957-077483A554C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77217376"/>
                  </p:ext>
                </p:extLst>
              </p:nvPr>
            </p:nvGraphicFramePr>
            <p:xfrm>
              <a:off x="2579690" y="3195320"/>
              <a:ext cx="8128000" cy="2657203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625600">
                      <a:extLst>
                        <a:ext uri="{9D8B030D-6E8A-4147-A177-3AD203B41FA5}">
                          <a16:colId xmlns:a16="http://schemas.microsoft.com/office/drawing/2014/main" val="3314867386"/>
                        </a:ext>
                      </a:extLst>
                    </a:gridCol>
                    <a:gridCol w="1625600">
                      <a:extLst>
                        <a:ext uri="{9D8B030D-6E8A-4147-A177-3AD203B41FA5}">
                          <a16:colId xmlns:a16="http://schemas.microsoft.com/office/drawing/2014/main" val="4206011240"/>
                        </a:ext>
                      </a:extLst>
                    </a:gridCol>
                    <a:gridCol w="1625600">
                      <a:extLst>
                        <a:ext uri="{9D8B030D-6E8A-4147-A177-3AD203B41FA5}">
                          <a16:colId xmlns:a16="http://schemas.microsoft.com/office/drawing/2014/main" val="1065618762"/>
                        </a:ext>
                      </a:extLst>
                    </a:gridCol>
                    <a:gridCol w="1625600">
                      <a:extLst>
                        <a:ext uri="{9D8B030D-6E8A-4147-A177-3AD203B41FA5}">
                          <a16:colId xmlns:a16="http://schemas.microsoft.com/office/drawing/2014/main" val="2716916723"/>
                        </a:ext>
                      </a:extLst>
                    </a:gridCol>
                    <a:gridCol w="1625600">
                      <a:extLst>
                        <a:ext uri="{9D8B030D-6E8A-4147-A177-3AD203B41FA5}">
                          <a16:colId xmlns:a16="http://schemas.microsoft.com/office/drawing/2014/main" val="4263055841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Midpoint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Simpson’s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Trapezoid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Gauss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009092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1.339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0.8381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1.33815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4.561</m:t>
                                </m:r>
                                <m:sSup>
                                  <m:s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−10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96784017"/>
                      </a:ext>
                    </a:extLst>
                  </a:tr>
                  <a:tr h="398054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500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0.2678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0.1690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0.2678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7.284</m:t>
                                </m:r>
                                <m:sSup>
                                  <m:s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−13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6482848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1000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0.1139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0.08456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0.1339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2.973</m:t>
                                </m:r>
                                <m:sSup>
                                  <m:s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−14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87801617"/>
                      </a:ext>
                    </a:extLst>
                  </a:tr>
                  <a:tr h="404949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2000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0.06695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0.04230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0.06695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5596186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5000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0.02678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0.01693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0.02678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1.4866</m:t>
                                </m:r>
                                <m:sSup>
                                  <m:s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−14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556398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10000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0.01339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0.008463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0.01339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1.4866</m:t>
                                </m:r>
                                <m:sSup>
                                  <m:s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−14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2376385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7DACBB3D-0336-2B26-B957-077483A554C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77217376"/>
                  </p:ext>
                </p:extLst>
              </p:nvPr>
            </p:nvGraphicFramePr>
            <p:xfrm>
              <a:off x="2579690" y="3195320"/>
              <a:ext cx="8128000" cy="2657203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625600">
                      <a:extLst>
                        <a:ext uri="{9D8B030D-6E8A-4147-A177-3AD203B41FA5}">
                          <a16:colId xmlns:a16="http://schemas.microsoft.com/office/drawing/2014/main" val="3314867386"/>
                        </a:ext>
                      </a:extLst>
                    </a:gridCol>
                    <a:gridCol w="1625600">
                      <a:extLst>
                        <a:ext uri="{9D8B030D-6E8A-4147-A177-3AD203B41FA5}">
                          <a16:colId xmlns:a16="http://schemas.microsoft.com/office/drawing/2014/main" val="4206011240"/>
                        </a:ext>
                      </a:extLst>
                    </a:gridCol>
                    <a:gridCol w="1625600">
                      <a:extLst>
                        <a:ext uri="{9D8B030D-6E8A-4147-A177-3AD203B41FA5}">
                          <a16:colId xmlns:a16="http://schemas.microsoft.com/office/drawing/2014/main" val="1065618762"/>
                        </a:ext>
                      </a:extLst>
                    </a:gridCol>
                    <a:gridCol w="1625600">
                      <a:extLst>
                        <a:ext uri="{9D8B030D-6E8A-4147-A177-3AD203B41FA5}">
                          <a16:colId xmlns:a16="http://schemas.microsoft.com/office/drawing/2014/main" val="2716916723"/>
                        </a:ext>
                      </a:extLst>
                    </a:gridCol>
                    <a:gridCol w="1625600">
                      <a:extLst>
                        <a:ext uri="{9D8B030D-6E8A-4147-A177-3AD203B41FA5}">
                          <a16:colId xmlns:a16="http://schemas.microsoft.com/office/drawing/2014/main" val="4263055841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Midpoint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Simpson’s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Trapezoid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Gauss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009092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100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1.339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0.8381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1.33815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400000" t="-108197" r="-1498" b="-53934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96784017"/>
                      </a:ext>
                    </a:extLst>
                  </a:tr>
                  <a:tr h="398054"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500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0.2678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0.1690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0.2678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400000" t="-195385" r="-1498" b="-40615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6482848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1000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0.1139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0.08456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0.1339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400000" t="-314754" r="-1498" b="-33278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87801617"/>
                      </a:ext>
                    </a:extLst>
                  </a:tr>
                  <a:tr h="404949"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2000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0.06695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0.04230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0.06695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5596186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5000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0.02678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0.01693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0.02678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400000" t="-524590" r="-1498" b="-1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556398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10000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0.01339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0.008463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0.01339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400000" t="-624590" r="-1498" b="-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23763858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4F769EDA-8C98-F562-D87F-BCD90389F26C}"/>
              </a:ext>
            </a:extLst>
          </p:cNvPr>
          <p:cNvSpPr txBox="1"/>
          <p:nvPr/>
        </p:nvSpPr>
        <p:spPr>
          <a:xfrm>
            <a:off x="2579690" y="5865911"/>
            <a:ext cx="673133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i="1" dirty="0"/>
              <a:t>Figure 4: table showing percent difference of each numerical method at different values of 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72702B-D6C1-C050-5F6D-0D0F8AB3E0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36211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CB95A6-2F81-B692-F7F1-06C89CBE0B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E5EDB4-9799-3089-30C3-9E700B1A2F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Methods and Analysis: Part 2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62DC8B6-1DB9-7325-068C-E4E577BD2D7C}"/>
              </a:ext>
            </a:extLst>
          </p:cNvPr>
          <p:cNvSpPr txBox="1"/>
          <p:nvPr/>
        </p:nvSpPr>
        <p:spPr>
          <a:xfrm>
            <a:off x="1485454" y="2002249"/>
            <a:ext cx="10395109" cy="4308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200" dirty="0"/>
              <a:t>Use Simpson’s rule to approximate bags of mulch needed to fill an irregularly shaped plot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0327DFE-99CA-7E94-9E8B-2B32F07D6BB4}"/>
              </a:ext>
            </a:extLst>
          </p:cNvPr>
          <p:cNvSpPr txBox="1"/>
          <p:nvPr/>
        </p:nvSpPr>
        <p:spPr>
          <a:xfrm>
            <a:off x="1601799" y="2440170"/>
            <a:ext cx="4894143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Calibri"/>
              <a:buChar char="-"/>
            </a:pPr>
            <a:r>
              <a:rPr lang="en-US" dirty="0"/>
              <a:t>3 inch covering of mulch over entire plot</a:t>
            </a:r>
          </a:p>
          <a:p>
            <a:pPr marL="285750" indent="-285750">
              <a:buFont typeface="Calibri"/>
              <a:buChar char="-"/>
            </a:pPr>
            <a:r>
              <a:rPr lang="en-US" dirty="0"/>
              <a:t>3 cubic feet of Bark mulch per bag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138E5BF-E166-A77F-EC2A-99492832353F}"/>
              </a:ext>
            </a:extLst>
          </p:cNvPr>
          <p:cNvSpPr txBox="1"/>
          <p:nvPr/>
        </p:nvSpPr>
        <p:spPr>
          <a:xfrm>
            <a:off x="1481521" y="3085538"/>
            <a:ext cx="2705039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000" dirty="0"/>
              <a:t>Dimensions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B242A7C-E4D1-A097-32FC-561DF1C0AF25}"/>
              </a:ext>
            </a:extLst>
          </p:cNvPr>
          <p:cNvSpPr txBox="1"/>
          <p:nvPr/>
        </p:nvSpPr>
        <p:spPr>
          <a:xfrm>
            <a:off x="1669947" y="4871831"/>
            <a:ext cx="1932171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dirty="0"/>
              <a:t>Simpson's Rule</a:t>
            </a:r>
          </a:p>
        </p:txBody>
      </p:sp>
      <p:pic>
        <p:nvPicPr>
          <p:cNvPr id="9" name="Picture 8" descr="A grid of numbers with black numbers&#10;&#10;AI-generated content may be incorrect.">
            <a:extLst>
              <a:ext uri="{FF2B5EF4-FFF2-40B4-BE49-F238E27FC236}">
                <a16:creationId xmlns:a16="http://schemas.microsoft.com/office/drawing/2014/main" id="{141705C9-D163-6DCF-580A-AE05D0EBEB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7714" y="3232822"/>
            <a:ext cx="7870482" cy="175980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A99145B-15A9-B616-7AE2-CC58572D1E7B}"/>
              </a:ext>
            </a:extLst>
          </p:cNvPr>
          <p:cNvSpPr txBox="1"/>
          <p:nvPr/>
        </p:nvSpPr>
        <p:spPr>
          <a:xfrm>
            <a:off x="3140012" y="5572235"/>
            <a:ext cx="7052159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F1C3C12-C822-923B-379F-A3A7CEE335BF}"/>
                  </a:ext>
                </a:extLst>
              </p:cNvPr>
              <p:cNvSpPr txBox="1"/>
              <p:nvPr/>
            </p:nvSpPr>
            <p:spPr>
              <a:xfrm>
                <a:off x="2753031" y="5538099"/>
                <a:ext cx="8842395" cy="9326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limLoc m:val="undOvr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4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sup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≈</m:t>
                          </m:r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h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</m:den>
                          </m:f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[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+4</m:t>
                          </m:r>
                          <m:nary>
                            <m:naryPr>
                              <m:chr m:val="∑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=1,3,5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−1</m:t>
                              </m:r>
                            </m:sup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+2</m:t>
                              </m:r>
                              <m:nary>
                                <m:naryPr>
                                  <m:chr m:val="∑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=2,4,6</m:t>
                                  </m:r>
                                </m:sub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𝑁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−2</m:t>
                                  </m:r>
                                </m:sup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𝑓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(</m:t>
                                  </m:r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nary>
                            </m:e>
                          </m:nary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b>
                      </m:sSub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)], 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𝑖h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F1C3C12-C822-923B-379F-A3A7CEE335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53031" y="5538099"/>
                <a:ext cx="8842395" cy="93262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AECD7273-CDC5-D2A0-6A06-AC4BB14B2B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64174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48ACC3-B0C8-1C33-41E5-FB0BF17FEA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C9BA50-4BD3-D061-7B55-7F8E2289CEA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endParaRPr lang="en-US" dirty="0"/>
              </a:p>
              <a:p>
                <a:pPr>
                  <a:buClr>
                    <a:srgbClr val="1287C3"/>
                  </a:buClr>
                </a:pPr>
                <a:endParaRPr lang="en-US" dirty="0"/>
              </a:p>
              <a:p>
                <a:pPr>
                  <a:buClr>
                    <a:srgbClr val="1287C3"/>
                  </a:buClr>
                </a:pPr>
                <a:endParaRPr lang="en-US" dirty="0"/>
              </a:p>
              <a:p>
                <a:pPr>
                  <a:buClr>
                    <a:srgbClr val="1287C3"/>
                  </a:buClr>
                </a:pPr>
                <a:endParaRPr lang="en-US" dirty="0"/>
              </a:p>
              <a:p>
                <a:pPr>
                  <a:buClr>
                    <a:srgbClr val="1287C3"/>
                  </a:buClr>
                </a:pPr>
                <a:r>
                  <a:rPr lang="en-US" sz="2200" dirty="0"/>
                  <a:t>Part 2</a:t>
                </a:r>
              </a:p>
              <a:p>
                <a:pPr marL="0" indent="0">
                  <a:buClr>
                    <a:srgbClr val="1287C3"/>
                  </a:buClr>
                  <a:buNone/>
                </a:pPr>
                <a:endParaRPr lang="en-US" sz="2200" dirty="0"/>
              </a:p>
              <a:p>
                <a:pPr marL="0" indent="0">
                  <a:buNone/>
                </a:pPr>
                <a:r>
                  <a:rPr lang="en-US" sz="2200" dirty="0"/>
                  <a:t>Area of land: </a:t>
                </a:r>
                <a:r>
                  <a:rPr lang="en-US" sz="2200"/>
                  <a:t>359.827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800" i="1" smtClean="0">
                            <a:latin typeface="Cambria Math" panose="02040503050406030204" pitchFamily="18" charset="0"/>
                            <a:ea typeface="+mn-lt"/>
                            <a:cs typeface="+mn-lt"/>
                          </a:rPr>
                        </m:ctrlPr>
                      </m:sSup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+mn-lt"/>
                            <a:cs typeface="+mn-lt"/>
                          </a:rPr>
                          <m:t>𝑓𝑡</m:t>
                        </m:r>
                      </m:e>
                      <m:sup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+mn-lt"/>
                            <a:cs typeface="+mn-lt"/>
                          </a:rPr>
                          <m:t>2</m:t>
                        </m:r>
                      </m:sup>
                    </m:sSup>
                  </m:oMath>
                </a14:m>
                <a:endParaRPr lang="en-US" sz="2200" dirty="0">
                  <a:ea typeface="+mn-lt"/>
                  <a:cs typeface="+mn-lt"/>
                </a:endParaRPr>
              </a:p>
              <a:p>
                <a:pPr marL="0" indent="0">
                  <a:buNone/>
                </a:pPr>
                <a:r>
                  <a:rPr lang="en-US" sz="2200" dirty="0"/>
                  <a:t>Volume of Mulch: </a:t>
                </a:r>
                <a:r>
                  <a:rPr lang="en-US" sz="2200">
                    <a:ea typeface="+mn-lt"/>
                    <a:cs typeface="+mn-lt"/>
                  </a:rPr>
                  <a:t>89.9567</a:t>
                </a:r>
                <a:r>
                  <a:rPr lang="en-US" sz="2200" dirty="0">
                    <a:ea typeface="+mn-lt"/>
                    <a:cs typeface="+mn-lt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800" i="1">
                            <a:latin typeface="Cambria Math" panose="02040503050406030204" pitchFamily="18" charset="0"/>
                            <a:ea typeface="+mn-lt"/>
                            <a:cs typeface="+mn-lt"/>
                          </a:rPr>
                        </m:ctrlPr>
                      </m:sSupPr>
                      <m:e>
                        <m:r>
                          <a:rPr lang="en-US" sz="1800" i="1">
                            <a:latin typeface="Cambria Math" panose="02040503050406030204" pitchFamily="18" charset="0"/>
                            <a:ea typeface="+mn-lt"/>
                            <a:cs typeface="+mn-lt"/>
                          </a:rPr>
                          <m:t>𝑓𝑡</m:t>
                        </m:r>
                      </m:e>
                      <m:sup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+mn-lt"/>
                            <a:cs typeface="+mn-lt"/>
                          </a:rPr>
                          <m:t>3</m:t>
                        </m:r>
                      </m:sup>
                    </m:sSup>
                  </m:oMath>
                </a14:m>
                <a:endParaRPr lang="en-US" sz="2200" dirty="0">
                  <a:ea typeface="+mn-lt"/>
                  <a:cs typeface="+mn-lt"/>
                </a:endParaRPr>
              </a:p>
              <a:p>
                <a:pPr marL="0" indent="0">
                  <a:buNone/>
                </a:pPr>
                <a:r>
                  <a:rPr lang="en-US" sz="2200" dirty="0"/>
                  <a:t>Bags needed: 30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C9BA50-4BD3-D061-7B55-7F8E2289CEA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21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AACF0B1-0F1C-3AF0-A248-CDFFFCD2BD9B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/>
              <a:t>Considering Exact Answers: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C5347BD-0075-0C1E-993A-883555C6E3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53806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28C708-5CCB-962B-42EE-ADBA2BF7C3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Discussion: Part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A47990-4A6B-9F35-E58E-D30AA5DB67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Simpson’s rule approximates the definite integral to find the area of an irregularly shaped plot of land</a:t>
            </a:r>
          </a:p>
          <a:p>
            <a:r>
              <a:rPr lang="en-US"/>
              <a:t>Simpson’s rule is ideal for the shape because it better follows curvatures of functions</a:t>
            </a:r>
          </a:p>
          <a:p>
            <a:r>
              <a:rPr lang="en-US"/>
              <a:t>After that It was used to find the volume of mulch need to complete the task with a 3-inch covering</a:t>
            </a:r>
          </a:p>
          <a:p>
            <a:r>
              <a:rPr lang="en-US"/>
              <a:t>With 3 cubic feet per bag, we can determine how many bags needed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11BA68-D74D-AD56-1A70-92FAEA14AC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16094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5183B5-AEDC-DBEC-89AD-A1CB021524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4C3BB3-E789-6917-6F91-ABA9237C17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Methods and Analysis: Part 3 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8BA092D-A60B-9BCE-7989-013D67A7984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484309" y="2149414"/>
                <a:ext cx="10069061" cy="2732224"/>
              </a:xfrm>
            </p:spPr>
            <p:txBody>
              <a:bodyPr vert="horz" lIns="91440" tIns="45720" rIns="91440" bIns="45720" rtlCol="0" anchor="t">
                <a:normAutofit/>
              </a:bodyPr>
              <a:lstStyle/>
              <a:p>
                <a:pPr marL="0" indent="0">
                  <a:spcAft>
                    <a:spcPts val="1200"/>
                  </a:spcAft>
                  <a:buNone/>
                </a:pPr>
                <a:r>
                  <a:rPr lang="en-US" dirty="0">
                    <a:ea typeface="+mn-lt"/>
                    <a:cs typeface="+mn-lt"/>
                  </a:rPr>
                  <a:t>Uses Euler’s Method to Estimate The World’s Population from 1950 to 2020.</a:t>
                </a:r>
                <a:endParaRPr lang="en-US"/>
              </a:p>
              <a:p>
                <a:pPr marL="0" indent="0">
                  <a:buClr>
                    <a:srgbClr val="1287C3"/>
                  </a:buClr>
                  <a:buNone/>
                </a:pPr>
                <a:r>
                  <a:rPr lang="en-US"/>
                  <a:t>Given Data:</a:t>
                </a:r>
              </a:p>
              <a:p>
                <a:pPr>
                  <a:buClr>
                    <a:srgbClr val="1287C3"/>
                  </a:buClr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+mn-lt"/>
                            <a:cs typeface="+mn-lt"/>
                          </a:rPr>
                        </m:ctrlPr>
                      </m:sSubPr>
                      <m:e>
                        <m:r>
                          <a:rPr lang="en-US">
                            <a:latin typeface="Cambria Math" panose="02040503050406030204" pitchFamily="18" charset="0"/>
                            <a:ea typeface="+mn-lt"/>
                            <a:cs typeface="+mn-lt"/>
                          </a:rPr>
                          <m:t>𝑝</m:t>
                        </m:r>
                      </m:e>
                      <m:sub>
                        <m:r>
                          <a:rPr lang="en-US">
                            <a:latin typeface="Cambria Math" panose="02040503050406030204" pitchFamily="18" charset="0"/>
                            <a:ea typeface="+mn-lt"/>
                            <a:cs typeface="+mn-lt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>
                    <a:ea typeface="+mn-lt"/>
                    <a:cs typeface="+mn-lt"/>
                  </a:rPr>
                  <a:t>(in 1950) = 2555 Million People</a:t>
                </a:r>
              </a:p>
              <a:p>
                <a:pPr>
                  <a:buClr>
                    <a:srgbClr val="1287C3"/>
                  </a:buClr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  <a:ea typeface="+mn-lt"/>
                            <a:cs typeface="+mn-lt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+mn-lt"/>
                            <a:cs typeface="+mn-lt"/>
                          </a:rPr>
                          <m:t>𝑘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+mn-lt"/>
                            <a:cs typeface="+mn-lt"/>
                          </a:rPr>
                          <m:t>𝑟𝑚</m:t>
                        </m:r>
                      </m:sub>
                    </m:sSub>
                  </m:oMath>
                </a14:m>
                <a:r>
                  <a:rPr lang="en-US">
                    <a:ea typeface="+mn-lt"/>
                    <a:cs typeface="+mn-lt"/>
                  </a:rPr>
                  <a:t>= 0.026/yr</a:t>
                </a:r>
              </a:p>
              <a:p>
                <a:pPr>
                  <a:buClr>
                    <a:srgbClr val="1287C3"/>
                  </a:buClr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  <a:ea typeface="+mn-lt"/>
                            <a:cs typeface="+mn-lt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+mn-lt"/>
                            <a:cs typeface="+mn-lt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+mn-lt"/>
                            <a:cs typeface="+mn-lt"/>
                          </a:rPr>
                          <m:t>𝑚𝑎𝑥</m:t>
                        </m:r>
                      </m:sub>
                    </m:sSub>
                  </m:oMath>
                </a14:m>
                <a:r>
                  <a:rPr lang="en-US">
                    <a:ea typeface="+mn-lt"/>
                    <a:cs typeface="+mn-lt"/>
                  </a:rPr>
                  <a:t>= 12000 Million People</a:t>
                </a:r>
                <a:endParaRPr lang="en-US"/>
              </a:p>
              <a:p>
                <a:pPr marL="0" indent="0">
                  <a:buNone/>
                </a:pPr>
                <a:endParaRPr lang="en-US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8BA092D-A60B-9BCE-7989-013D67A7984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484309" y="2149414"/>
                <a:ext cx="10069061" cy="2732224"/>
              </a:xfrm>
              <a:blipFill>
                <a:blip r:embed="rId2"/>
                <a:stretch>
                  <a:fillRect l="-1513" t="-1786" b="-26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C02C2AF-521F-125B-F75F-F8A85B2B7352}"/>
                  </a:ext>
                </a:extLst>
              </p:cNvPr>
              <p:cNvSpPr txBox="1"/>
              <p:nvPr/>
            </p:nvSpPr>
            <p:spPr>
              <a:xfrm>
                <a:off x="6874933" y="2815771"/>
                <a:ext cx="3390352" cy="233794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spcBef>
                    <a:spcPts val="24"/>
                  </a:spcBef>
                  <a:spcAft>
                    <a:spcPts val="600"/>
                  </a:spcAft>
                  <a:buClr>
                    <a:srgbClr val="1287C3"/>
                  </a:buClr>
                </a:pPr>
                <a:r>
                  <a:rPr lang="en-US" sz="2400">
                    <a:ea typeface="+mn-lt"/>
                    <a:cs typeface="+mn-lt"/>
                  </a:rPr>
                  <a:t>Differential Equation:</a:t>
                </a:r>
              </a:p>
              <a:p>
                <a:pPr>
                  <a:spcBef>
                    <a:spcPts val="24"/>
                  </a:spcBef>
                  <a:spcAft>
                    <a:spcPts val="600"/>
                  </a:spcAft>
                  <a:buClr>
                    <a:srgbClr val="1287C3"/>
                  </a:buClr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  <a:ea typeface="+mn-lt"/>
                              <a:cs typeface="+mn-lt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  <a:ea typeface="+mn-lt"/>
                              <a:cs typeface="+mn-lt"/>
                            </a:rPr>
                            <m:t>𝑑𝑝</m:t>
                          </m:r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  <a:ea typeface="+mn-lt"/>
                              <a:cs typeface="+mn-lt"/>
                            </a:rPr>
                            <m:t>𝑑𝑡</m:t>
                          </m:r>
                        </m:den>
                      </m:f>
                      <m:r>
                        <a:rPr lang="en-US" sz="2400" i="1">
                          <a:latin typeface="Cambria Math" panose="02040503050406030204" pitchFamily="18" charset="0"/>
                          <a:ea typeface="+mn-lt"/>
                          <a:cs typeface="+mn-lt"/>
                        </a:rPr>
                        <m:t>=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  <a:ea typeface="+mn-lt"/>
                              <a:cs typeface="+mn-lt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+mn-lt"/>
                              <a:cs typeface="+mn-lt"/>
                            </a:rPr>
                            <m:t>𝑘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  <a:ea typeface="+mn-lt"/>
                              <a:cs typeface="+mn-lt"/>
                            </a:rPr>
                            <m:t>𝑟𝑚</m:t>
                          </m:r>
                        </m:sub>
                      </m:sSub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  <a:ea typeface="+mn-lt"/>
                              <a:cs typeface="+mn-lt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+mn-lt"/>
                              <a:cs typeface="+mn-lt"/>
                            </a:rPr>
                            <m:t>1−</m:t>
                          </m:r>
                          <m:f>
                            <m:fPr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+mn-lt"/>
                                  <a:cs typeface="+mn-lt"/>
                                </a:rPr>
                              </m:ctrlPr>
                            </m:fPr>
                            <m:num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+mn-lt"/>
                                  <a:cs typeface="+mn-lt"/>
                                </a:rPr>
                                <m:t>𝑝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  <a:ea typeface="+mn-lt"/>
                                      <a:cs typeface="+mn-lt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+mn-lt"/>
                                      <a:cs typeface="+mn-lt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+mn-lt"/>
                                      <a:cs typeface="+mn-lt"/>
                                    </a:rPr>
                                    <m:t>𝑚𝑎𝑥</m:t>
                                  </m:r>
                                </m:sub>
                              </m:sSub>
                            </m:den>
                          </m:f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  <a:ea typeface="+mn-lt"/>
                          <a:cs typeface="+mn-lt"/>
                        </a:rPr>
                        <m:t>𝑝</m:t>
                      </m:r>
                    </m:oMath>
                  </m:oMathPara>
                </a14:m>
                <a:endParaRPr lang="en-US" sz="2400">
                  <a:ea typeface="+mn-lt"/>
                  <a:cs typeface="+mn-lt"/>
                </a:endParaRPr>
              </a:p>
              <a:p>
                <a:pPr>
                  <a:spcBef>
                    <a:spcPts val="24"/>
                  </a:spcBef>
                  <a:spcAft>
                    <a:spcPts val="600"/>
                  </a:spcAft>
                </a:pPr>
                <a:r>
                  <a:rPr lang="en-US" sz="2400">
                    <a:ea typeface="+mn-lt"/>
                    <a:cs typeface="+mn-lt"/>
                  </a:rPr>
                  <a:t>Euler’s Method:</a:t>
                </a:r>
              </a:p>
              <a:p>
                <a:pPr>
                  <a:spcBef>
                    <a:spcPts val="24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  <a:ea typeface="+mn-lt"/>
                              <a:cs typeface="+mn-lt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+mn-lt"/>
                              <a:cs typeface="+mn-lt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+mn-lt"/>
                              <a:cs typeface="+mn-lt"/>
                            </a:rPr>
                            <m:t>𝑛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+mn-lt"/>
                              <a:cs typeface="+mn-lt"/>
                            </a:rPr>
                            <m:t>+1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  <a:ea typeface="+mn-lt"/>
                          <a:cs typeface="+mn-lt"/>
                        </a:rPr>
                        <m:t>=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+mn-lt"/>
                              <a:cs typeface="+mn-lt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+mn-lt"/>
                              <a:cs typeface="+mn-lt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+mn-lt"/>
                              <a:cs typeface="+mn-lt"/>
                            </a:rPr>
                            <m:t>𝑛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  <a:ea typeface="+mn-lt"/>
                          <a:cs typeface="+mn-lt"/>
                        </a:rPr>
                        <m:t>+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+mn-lt"/>
                          <a:cs typeface="+mn-lt"/>
                        </a:rPr>
                        <m:t>h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+mn-lt"/>
                          <a:cs typeface="+mn-lt"/>
                        </a:rPr>
                        <m:t>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+mn-lt"/>
                          <a:cs typeface="+mn-lt"/>
                        </a:rPr>
                        <m:t>𝑓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+mn-lt"/>
                          <a:cs typeface="+mn-lt"/>
                        </a:rPr>
                        <m:t>(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+mn-lt"/>
                              <a:cs typeface="+mn-lt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+mn-lt"/>
                              <a:cs typeface="+mn-lt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+mn-lt"/>
                              <a:cs typeface="+mn-lt"/>
                            </a:rPr>
                            <m:t>𝑛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  <a:ea typeface="+mn-lt"/>
                          <a:cs typeface="+mn-lt"/>
                        </a:rPr>
                        <m:t>)</m:t>
                      </m:r>
                    </m:oMath>
                  </m:oMathPara>
                </a14:m>
                <a:endParaRPr lang="en-US" sz="2400">
                  <a:ea typeface="+mn-lt"/>
                  <a:cs typeface="+mn-lt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C02C2AF-521F-125B-F75F-F8A85B2B73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74933" y="2815771"/>
                <a:ext cx="3390352" cy="2337948"/>
              </a:xfrm>
              <a:prstGeom prst="rect">
                <a:avLst/>
              </a:prstGeom>
              <a:blipFill>
                <a:blip r:embed="rId3"/>
                <a:stretch>
                  <a:fillRect l="-2878" t="-20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1A31738C-E6C1-DC9D-BC47-75C132A08B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083649"/>
              </p:ext>
            </p:extLst>
          </p:nvPr>
        </p:nvGraphicFramePr>
        <p:xfrm>
          <a:off x="607712" y="5587848"/>
          <a:ext cx="10160002" cy="741680"/>
        </p:xfrm>
        <a:graphic>
          <a:graphicData uri="http://schemas.openxmlformats.org/drawingml/2006/table">
            <a:tbl>
              <a:tblPr firstCol="1" bandRow="1">
                <a:tableStyleId>{5C22544A-7EE6-4342-B048-85BDC9FD1C3A}</a:tableStyleId>
              </a:tblPr>
              <a:tblGrid>
                <a:gridCol w="2312610">
                  <a:extLst>
                    <a:ext uri="{9D8B030D-6E8A-4147-A177-3AD203B41FA5}">
                      <a16:colId xmlns:a16="http://schemas.microsoft.com/office/drawing/2014/main" val="3379922086"/>
                    </a:ext>
                  </a:extLst>
                </a:gridCol>
                <a:gridCol w="980924">
                  <a:extLst>
                    <a:ext uri="{9D8B030D-6E8A-4147-A177-3AD203B41FA5}">
                      <a16:colId xmlns:a16="http://schemas.microsoft.com/office/drawing/2014/main" val="1604218087"/>
                    </a:ext>
                  </a:extLst>
                </a:gridCol>
                <a:gridCol w="980924">
                  <a:extLst>
                    <a:ext uri="{9D8B030D-6E8A-4147-A177-3AD203B41FA5}">
                      <a16:colId xmlns:a16="http://schemas.microsoft.com/office/drawing/2014/main" val="2874670308"/>
                    </a:ext>
                  </a:extLst>
                </a:gridCol>
                <a:gridCol w="980924">
                  <a:extLst>
                    <a:ext uri="{9D8B030D-6E8A-4147-A177-3AD203B41FA5}">
                      <a16:colId xmlns:a16="http://schemas.microsoft.com/office/drawing/2014/main" val="2158353530"/>
                    </a:ext>
                  </a:extLst>
                </a:gridCol>
                <a:gridCol w="980924">
                  <a:extLst>
                    <a:ext uri="{9D8B030D-6E8A-4147-A177-3AD203B41FA5}">
                      <a16:colId xmlns:a16="http://schemas.microsoft.com/office/drawing/2014/main" val="2012822657"/>
                    </a:ext>
                  </a:extLst>
                </a:gridCol>
                <a:gridCol w="980924">
                  <a:extLst>
                    <a:ext uri="{9D8B030D-6E8A-4147-A177-3AD203B41FA5}">
                      <a16:colId xmlns:a16="http://schemas.microsoft.com/office/drawing/2014/main" val="1236884666"/>
                    </a:ext>
                  </a:extLst>
                </a:gridCol>
                <a:gridCol w="980924">
                  <a:extLst>
                    <a:ext uri="{9D8B030D-6E8A-4147-A177-3AD203B41FA5}">
                      <a16:colId xmlns:a16="http://schemas.microsoft.com/office/drawing/2014/main" val="3819923056"/>
                    </a:ext>
                  </a:extLst>
                </a:gridCol>
                <a:gridCol w="980924">
                  <a:extLst>
                    <a:ext uri="{9D8B030D-6E8A-4147-A177-3AD203B41FA5}">
                      <a16:colId xmlns:a16="http://schemas.microsoft.com/office/drawing/2014/main" val="114131315"/>
                    </a:ext>
                  </a:extLst>
                </a:gridCol>
                <a:gridCol w="980924">
                  <a:extLst>
                    <a:ext uri="{9D8B030D-6E8A-4147-A177-3AD203B41FA5}">
                      <a16:colId xmlns:a16="http://schemas.microsoft.com/office/drawing/2014/main" val="407742383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Year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1950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1960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1970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1980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1990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2000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2010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2020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922085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Population (Millions)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2555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3040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3708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4454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5276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6079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6922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7753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47649301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C299C953-121F-6E10-1C17-5967C638DC14}"/>
              </a:ext>
            </a:extLst>
          </p:cNvPr>
          <p:cNvSpPr txBox="1"/>
          <p:nvPr/>
        </p:nvSpPr>
        <p:spPr>
          <a:xfrm>
            <a:off x="3657600" y="6329528"/>
            <a:ext cx="44373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i="1"/>
              <a:t>Table above: Given world population data from 1950-2020</a:t>
            </a:r>
            <a:r>
              <a:rPr lang="en-US"/>
              <a:t>. 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5043C98F-4A98-78A2-393D-D206154D64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05508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964D6F-4901-F5E9-8836-4C8279A9DC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3692B9-13CC-35F4-B25E-D8863B616C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8007" y="1629728"/>
            <a:ext cx="3549121" cy="1371600"/>
          </a:xfrm>
        </p:spPr>
        <p:txBody>
          <a:bodyPr/>
          <a:lstStyle/>
          <a:p>
            <a:r>
              <a:rPr lang="en-US" dirty="0"/>
              <a:t>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AE37DA-69C3-123E-91D5-ACD67B5161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97376" y="548699"/>
            <a:ext cx="1838324" cy="1380068"/>
          </a:xfrm>
        </p:spPr>
        <p:txBody>
          <a:bodyPr/>
          <a:lstStyle/>
          <a:p>
            <a:r>
              <a:rPr lang="en-US" dirty="0"/>
              <a:t>Part 3: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26167C-E16E-53A7-C515-504AD44A86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53798" y="2465788"/>
            <a:ext cx="3549121" cy="1828800"/>
          </a:xfrm>
        </p:spPr>
        <p:txBody>
          <a:bodyPr/>
          <a:lstStyle/>
          <a:p>
            <a:r>
              <a:rPr lang="en-US" dirty="0"/>
              <a:t>Considering exact answers: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4767BE0-DEB2-A575-FDD5-9B5FA76E2F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2673" y="1285921"/>
            <a:ext cx="5365750" cy="403225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8888634-610F-E597-265A-C85C8E3D7EF5}"/>
              </a:ext>
            </a:extLst>
          </p:cNvPr>
          <p:cNvSpPr txBox="1"/>
          <p:nvPr/>
        </p:nvSpPr>
        <p:spPr>
          <a:xfrm>
            <a:off x="3516691" y="5264302"/>
            <a:ext cx="53657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/>
              <a:t>Figure </a:t>
            </a:r>
            <a:r>
              <a:rPr lang="en-US" sz="1400" i="1"/>
              <a:t>3</a:t>
            </a:r>
            <a:r>
              <a:rPr lang="en-US" sz="1400" i="1" dirty="0"/>
              <a:t>: Plot of exact population data vs. Euler method approximation</a:t>
            </a:r>
            <a:r>
              <a:rPr lang="en-US" sz="1400" i="1"/>
              <a:t> / Table of relevant data</a:t>
            </a:r>
            <a:endParaRPr lang="en-US" sz="1400" i="1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6FD75DE5-FE31-7779-05BE-E0C98D82D6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5783950"/>
              </p:ext>
            </p:extLst>
          </p:nvPr>
        </p:nvGraphicFramePr>
        <p:xfrm>
          <a:off x="8563429" y="1597108"/>
          <a:ext cx="3576369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2123">
                  <a:extLst>
                    <a:ext uri="{9D8B030D-6E8A-4147-A177-3AD203B41FA5}">
                      <a16:colId xmlns:a16="http://schemas.microsoft.com/office/drawing/2014/main" val="3904730241"/>
                    </a:ext>
                  </a:extLst>
                </a:gridCol>
                <a:gridCol w="1338201">
                  <a:extLst>
                    <a:ext uri="{9D8B030D-6E8A-4147-A177-3AD203B41FA5}">
                      <a16:colId xmlns:a16="http://schemas.microsoft.com/office/drawing/2014/main" val="3697362850"/>
                    </a:ext>
                  </a:extLst>
                </a:gridCol>
                <a:gridCol w="1046045">
                  <a:extLst>
                    <a:ext uri="{9D8B030D-6E8A-4147-A177-3AD203B41FA5}">
                      <a16:colId xmlns:a16="http://schemas.microsoft.com/office/drawing/2014/main" val="4652661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Year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Population (Millions)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Euler Method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86255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1950</a:t>
                      </a:r>
                    </a:p>
                  </a:txBody>
                  <a:tcPr anchor="ctr"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2555</a:t>
                      </a:r>
                    </a:p>
                  </a:txBody>
                  <a:tcPr anchor="ctr"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2555</a:t>
                      </a:r>
                    </a:p>
                  </a:txBody>
                  <a:tcPr anchor="ctr"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0082795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1960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3040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3112.52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798830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1970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3708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3744.33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498338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1980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4454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4441.35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092720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1990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5276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5187.79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497146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2000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6079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5962.03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247999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2010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6922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6738.84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239604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2020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7753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7492.50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19895172"/>
                  </a:ext>
                </a:extLst>
              </a:tr>
            </a:tbl>
          </a:graphicData>
        </a:graphic>
      </p:graphicFrame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824C04C-7974-E7DF-C637-CC564DDC7B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71887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E4C234-03B5-E5B7-7381-2AC884E4FF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3D313A-7B77-4F6F-E02B-7916690819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Discussion: Part 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1C465B-D167-23BF-0F1A-C784D18ED3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2" y="2182518"/>
            <a:ext cx="6101822" cy="35661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ea typeface="+mn-lt"/>
                <a:cs typeface="+mn-lt"/>
              </a:rPr>
              <a:t> For Part 3, Euler’s Method shows that the population trend provides growth from 1950 to 2020. However, the first-order nature of Euler’s Method gives inaccuracy the longer the time period. As far as the scope of this class, Euler’s Method is adequate.</a:t>
            </a:r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48898C2-6DFA-E9FC-94E0-52D8E98EBF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9276432"/>
              </p:ext>
            </p:extLst>
          </p:nvPr>
        </p:nvGraphicFramePr>
        <p:xfrm>
          <a:off x="7779657" y="2182517"/>
          <a:ext cx="3576369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2123">
                  <a:extLst>
                    <a:ext uri="{9D8B030D-6E8A-4147-A177-3AD203B41FA5}">
                      <a16:colId xmlns:a16="http://schemas.microsoft.com/office/drawing/2014/main" val="3904730241"/>
                    </a:ext>
                  </a:extLst>
                </a:gridCol>
                <a:gridCol w="1338201">
                  <a:extLst>
                    <a:ext uri="{9D8B030D-6E8A-4147-A177-3AD203B41FA5}">
                      <a16:colId xmlns:a16="http://schemas.microsoft.com/office/drawing/2014/main" val="3697362850"/>
                    </a:ext>
                  </a:extLst>
                </a:gridCol>
                <a:gridCol w="1046045">
                  <a:extLst>
                    <a:ext uri="{9D8B030D-6E8A-4147-A177-3AD203B41FA5}">
                      <a16:colId xmlns:a16="http://schemas.microsoft.com/office/drawing/2014/main" val="4652661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Year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Population (Millions)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Euler Method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86255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1950</a:t>
                      </a:r>
                    </a:p>
                  </a:txBody>
                  <a:tcPr anchor="ctr"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2555</a:t>
                      </a:r>
                    </a:p>
                  </a:txBody>
                  <a:tcPr anchor="ctr"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2555</a:t>
                      </a:r>
                    </a:p>
                  </a:txBody>
                  <a:tcPr anchor="ctr"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0082795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1960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3040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3112.52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798830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1970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3708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3744.33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498338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1980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4454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4441.35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092720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1990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5276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5187.79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497146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2000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6079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5962.03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247999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2010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6922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6738.84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239604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2020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7753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7492.50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19895172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D488FC39-CABE-4C8E-8E12-8BBEAA717B83}"/>
              </a:ext>
            </a:extLst>
          </p:cNvPr>
          <p:cNvSpPr txBox="1"/>
          <p:nvPr/>
        </p:nvSpPr>
        <p:spPr>
          <a:xfrm>
            <a:off x="7779657" y="5748677"/>
            <a:ext cx="44123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/>
              <a:t>Figure 5: table comparing exact values to Euler approximations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647BED-DD25-8CE2-CBDE-5E2468248B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92257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109068-5B73-47FB-FDAC-586DBCEACF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19ECF9-4D5F-7AD6-C420-B9A1071482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F6589E-1F82-32F3-A8AD-260EEB488A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2-Point Gauss Quadrature Rule is the most accurate numerical method for evaluating ODEs</a:t>
            </a:r>
          </a:p>
          <a:p>
            <a:r>
              <a:rPr lang="en-US" dirty="0"/>
              <a:t>Simpson’s Rule is useful for approximating area and volumetric sums while maintaining simple algorithms and low computing power</a:t>
            </a:r>
          </a:p>
          <a:p>
            <a:r>
              <a:rPr lang="en-US" dirty="0"/>
              <a:t>Euler’s method, while more complicated, is adequate at reproducing results of an exponential growth function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1C79FF-8250-1FBB-D83D-D309A0CABB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100157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prestige"/>
      </p:transition>
    </mc:Choice>
    <mc:Fallback xmlns="">
      <p:transition spd="slow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15602</TotalTime>
  <Words>810</Words>
  <Application>Microsoft Office PowerPoint</Application>
  <PresentationFormat>Widescreen</PresentationFormat>
  <Paragraphs>260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Aptos</vt:lpstr>
      <vt:lpstr>Arial</vt:lpstr>
      <vt:lpstr>Calibri</vt:lpstr>
      <vt:lpstr>Cambria Math</vt:lpstr>
      <vt:lpstr>Corbel</vt:lpstr>
      <vt:lpstr>Sitka Text</vt:lpstr>
      <vt:lpstr>Parallax</vt:lpstr>
      <vt:lpstr>Numerical Methods for Ordinary Differential Equations</vt:lpstr>
      <vt:lpstr>Table of Contents</vt:lpstr>
      <vt:lpstr>Introduction</vt:lpstr>
      <vt:lpstr>Problem Statement</vt:lpstr>
      <vt:lpstr>Methods and Analysis: Part 1</vt:lpstr>
      <vt:lpstr>Results: Part 1</vt:lpstr>
      <vt:lpstr>Discussion: Part 1</vt:lpstr>
      <vt:lpstr>Methods and Analysis: Part 2</vt:lpstr>
      <vt:lpstr>Results</vt:lpstr>
      <vt:lpstr>Discussion: Part 2</vt:lpstr>
      <vt:lpstr>Methods and Analysis: Part 3 </vt:lpstr>
      <vt:lpstr>Results</vt:lpstr>
      <vt:lpstr>Discussion: Part 3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Roberts, Wylie C.</dc:creator>
  <cp:lastModifiedBy>Roberts, Wylie C.</cp:lastModifiedBy>
  <cp:revision>124</cp:revision>
  <dcterms:created xsi:type="dcterms:W3CDTF">2025-11-10T14:03:43Z</dcterms:created>
  <dcterms:modified xsi:type="dcterms:W3CDTF">2025-11-28T04:11:11Z</dcterms:modified>
</cp:coreProperties>
</file>