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7_FF405CA.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D_5D59909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10_8CDA2FB0.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 id="2147483742" r:id="rId5"/>
  </p:sldMasterIdLst>
  <p:notesMasterIdLst>
    <p:notesMasterId r:id="rId22"/>
  </p:notesMasterIdLst>
  <p:sldIdLst>
    <p:sldId id="256" r:id="rId6"/>
    <p:sldId id="352" r:id="rId7"/>
    <p:sldId id="263" r:id="rId8"/>
    <p:sldId id="259" r:id="rId9"/>
    <p:sldId id="269" r:id="rId10"/>
    <p:sldId id="264" r:id="rId11"/>
    <p:sldId id="272" r:id="rId12"/>
    <p:sldId id="277" r:id="rId13"/>
    <p:sldId id="273" r:id="rId14"/>
    <p:sldId id="271" r:id="rId15"/>
    <p:sldId id="278" r:id="rId16"/>
    <p:sldId id="265" r:id="rId17"/>
    <p:sldId id="266" r:id="rId18"/>
    <p:sldId id="434" r:id="rId19"/>
    <p:sldId id="353"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5B9C4AA-E984-8EB2-863B-5F53E6FD9B87}" name="Crawford, Clancy K." initials="CC" userId="S::CRAWFOC1@my.erau.edu::7c6ec59a-9fc9-469c-b2c6-df74f2342050" providerId="AD"/>
  <p188:author id="{1C54FBD2-6920-8ABA-F356-140B66305D1C}" name="Mascal, Timothy M." initials="TM" userId="S::MASCALT@my.erau.edu::d541609a-106c-4aea-a1d4-8329429c516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19" autoAdjust="0"/>
    <p:restoredTop sz="88787" autoAdjust="0"/>
  </p:normalViewPr>
  <p:slideViewPr>
    <p:cSldViewPr snapToGrid="0">
      <p:cViewPr varScale="1">
        <p:scale>
          <a:sx n="74" d="100"/>
          <a:sy n="74" d="100"/>
        </p:scale>
        <p:origin x="866" y="4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microsoft.com/office/2018/10/relationships/authors" Target="authors.xml"/></Relationships>
</file>

<file path=ppt/comments/modernComment_10D_5D599090.xml><?xml version="1.0" encoding="utf-8"?>
<p188:cmLst xmlns:a="http://schemas.openxmlformats.org/drawingml/2006/main" xmlns:r="http://schemas.openxmlformats.org/officeDocument/2006/relationships" xmlns:p188="http://schemas.microsoft.com/office/powerpoint/2018/8/main">
  <p188:cm id="{32514E55-F3D2-43C4-8954-DB8A4105E4AE}" authorId="{1C54FBD2-6920-8ABA-F356-140B66305D1C}" status="resolved" created="2026-04-14T22:01:08.656" complete="100000">
    <ac:txMkLst xmlns:ac="http://schemas.microsoft.com/office/drawing/2013/main/command">
      <pc:docMk xmlns:pc="http://schemas.microsoft.com/office/powerpoint/2013/main/command"/>
      <pc:sldMk xmlns:pc="http://schemas.microsoft.com/office/powerpoint/2013/main/command" cId="1566150800" sldId="269"/>
      <ac:spMk id="3" creationId="{1F01DF64-C699-B692-5659-8FF420B367D7}"/>
      <ac:txMk cp="168">
        <ac:context len="169" hash="3530020582"/>
      </ac:txMk>
    </ac:txMkLst>
    <p188:pos x="5059018" y="2022768"/>
    <p188:txBody>
      <a:bodyPr/>
      <a:lstStyle/>
      <a:p>
        <a:r>
          <a:rPr lang="en-US"/>
          <a:t>Insert Actual Equation from Part 1</a:t>
        </a:r>
      </a:p>
    </p188:txBody>
  </p188:cm>
</p188:cmLst>
</file>

<file path=ppt/comments/modernComment_107_FF405CA.xml><?xml version="1.0" encoding="utf-8"?>
<p188:cmLst xmlns:a="http://schemas.openxmlformats.org/drawingml/2006/main" xmlns:r="http://schemas.openxmlformats.org/officeDocument/2006/relationships" xmlns:p188="http://schemas.microsoft.com/office/powerpoint/2018/8/main">
  <p188:cm id="{350D7D79-B7EF-4CC9-8FFE-0E4FC505F09D}" authorId="{65B9C4AA-E984-8EB2-863B-5F53E6FD9B87}" created="2026-04-15T07:47:13.404">
    <pc:sldMkLst xmlns:pc="http://schemas.microsoft.com/office/powerpoint/2013/main/command">
      <pc:docMk/>
      <pc:sldMk cId="267650506" sldId="263"/>
    </pc:sldMkLst>
    <p188:txBody>
      <a:bodyPr/>
      <a:lstStyle/>
      <a:p>
        <a:r>
          <a:rPr lang="en-US"/>
          <a:t>Slide 3-13 Aren’t Done being formatted</a:t>
        </a:r>
      </a:p>
    </p188:txBody>
  </p188:cm>
</p188:cmLst>
</file>

<file path=ppt/comments/modernComment_110_8CDA2FB0.xml><?xml version="1.0" encoding="utf-8"?>
<p188:cmLst xmlns:a="http://schemas.openxmlformats.org/drawingml/2006/main" xmlns:r="http://schemas.openxmlformats.org/officeDocument/2006/relationships" xmlns:p188="http://schemas.microsoft.com/office/powerpoint/2018/8/main">
  <p188:cm id="{E2ADB9F5-999F-4EA0-BB47-3F002E8C59C2}" authorId="{1C54FBD2-6920-8ABA-F356-140B66305D1C}" created="2026-04-14T22:01:52.399">
    <ac:txMkLst xmlns:ac="http://schemas.microsoft.com/office/drawing/2013/main/command">
      <pc:docMk xmlns:pc="http://schemas.microsoft.com/office/powerpoint/2013/main/command"/>
      <pc:sldMk xmlns:pc="http://schemas.microsoft.com/office/powerpoint/2013/main/command" cId="2363109296" sldId="272"/>
      <ac:graphicFrameMk id="7" creationId="{4DD0D469-06D2-F473-570D-B4D356724336}"/>
      <dc:dgmMk xmlns:dc="http://schemas.microsoft.com/office/drawing/2013/diagram/command"/>
      <dc:nodeMk xmlns:dc="http://schemas.microsoft.com/office/drawing/2013/diagram/command" id="{04411AAB-8AF4-494A-B2C0-1E65BD508A0A}"/>
      <ac:txMk cp="0" len="33">
        <ac:context len="34" hash="1100220251"/>
      </ac:txMk>
    </ac:txMkLst>
    <p188:pos x="3132413" y="1823326"/>
    <p188:txBody>
      <a:bodyPr/>
      <a:lstStyle/>
      <a:p>
        <a:r>
          <a:rPr lang="en-US"/>
          <a:t>Add more assumptions (Maybe seperatie slide) See teams message posts for detailed assumptions</a:t>
        </a:r>
      </a:p>
    </p188:txBody>
  </p188:cm>
  <p188:cm id="{308D849C-1927-4A03-91D9-C9740C3A2296}" authorId="{1C54FBD2-6920-8ABA-F356-140B66305D1C}" created="2026-04-14T22:02:15.842">
    <ac:txMkLst xmlns:ac="http://schemas.microsoft.com/office/drawing/2013/main/command">
      <pc:docMk xmlns:pc="http://schemas.microsoft.com/office/powerpoint/2013/main/command"/>
      <pc:sldMk xmlns:pc="http://schemas.microsoft.com/office/powerpoint/2013/main/command" cId="2363109296" sldId="272"/>
      <ac:graphicFrameMk id="7" creationId="{4DD0D469-06D2-F473-570D-B4D356724336}"/>
      <dc:dgmMk xmlns:dc="http://schemas.microsoft.com/office/drawing/2013/diagram/command"/>
      <dc:nodeMk xmlns:dc="http://schemas.microsoft.com/office/drawing/2013/diagram/command" id="{01FFE462-3F8B-4CA8-B800-454C2227064D}"/>
      <ac:txMk cp="0" len="30">
        <ac:context len="31" hash="3248642393"/>
      </ac:txMk>
    </ac:txMkLst>
    <p188:pos x="1253917" y="1823326"/>
    <p188:txBody>
      <a:bodyPr/>
      <a:lstStyle/>
      <a:p>
        <a:r>
          <a:rPr lang="en-US"/>
          <a:t>Also could use its own slide, see teams post for Algorithm Details</a:t>
        </a:r>
      </a:p>
    </p188:txBody>
  </p188:cm>
  <p188:cm id="{9477566E-5281-449E-9D5E-8349FC0816A4}" authorId="{1C54FBD2-6920-8ABA-F356-140B66305D1C}" created="2026-04-14T22:15:45.374">
    <pc:sldMkLst xmlns:pc="http://schemas.microsoft.com/office/powerpoint/2013/main/command">
      <pc:docMk/>
      <pc:sldMk cId="2363109296" sldId="272"/>
    </pc:sldMkLst>
    <p188:txBody>
      <a:bodyPr/>
      <a:lstStyle/>
      <a:p>
        <a:r>
          <a:rPr lang="en-US"/>
          <a:t>TODO: Add Slide to detail what adjustment set to isolate causal effect: See teams</a:t>
        </a:r>
      </a:p>
    </p188:txBody>
  </p188:cm>
</p188:cmLst>
</file>

<file path=ppt/diagrams/_rels/data3.xml.rels><?xml version="1.0" encoding="UTF-8" standalone="yes"?>
<Relationships xmlns="http://schemas.openxmlformats.org/package/2006/relationships"><Relationship Id="rId2" Type="http://schemas.openxmlformats.org/officeDocument/2006/relationships/hyperlink" Target="https://github.com/py-why/" TargetMode="External"/><Relationship Id="rId1" Type="http://schemas.openxmlformats.org/officeDocument/2006/relationships/hyperlink" Target="http://edis.ifas.ufl.edu" TargetMode="External"/></Relationships>
</file>

<file path=ppt/diagrams/_rels/drawing3.xml.rels><?xml version="1.0" encoding="UTF-8" standalone="yes"?>
<Relationships xmlns="http://schemas.openxmlformats.org/package/2006/relationships"><Relationship Id="rId2" Type="http://schemas.openxmlformats.org/officeDocument/2006/relationships/hyperlink" Target="https://github.com/py-why/" TargetMode="External"/><Relationship Id="rId1" Type="http://schemas.openxmlformats.org/officeDocument/2006/relationships/hyperlink" Target="http://edis.ifas.ufl.edu"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9309A7-A493-41C6-AB81-B80A826D4904}"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CDEDEB33-959D-43AB-9CFA-D7E613E66C74}">
      <dgm:prSet phldrT="[Text]"/>
      <dgm:spPr/>
      <dgm:t>
        <a:bodyPr/>
        <a:lstStyle/>
        <a:p>
          <a:pPr>
            <a:buNone/>
          </a:pPr>
          <a:r>
            <a:rPr lang="en-US" b="1">
              <a:ea typeface="+mn-lt"/>
              <a:cs typeface="+mn-lt"/>
            </a:rPr>
            <a:t>Learn Structure</a:t>
          </a:r>
          <a:endParaRPr lang="en-US"/>
        </a:p>
      </dgm:t>
    </dgm:pt>
    <dgm:pt modelId="{01A7D2EC-772B-47F4-8EF6-33BF8EFF0E66}" type="parTrans" cxnId="{5C01F3DF-8A7E-47CA-9F73-9CC0C711C2C4}">
      <dgm:prSet/>
      <dgm:spPr/>
      <dgm:t>
        <a:bodyPr/>
        <a:lstStyle/>
        <a:p>
          <a:endParaRPr lang="en-US"/>
        </a:p>
      </dgm:t>
    </dgm:pt>
    <dgm:pt modelId="{99463EB8-F794-4A26-9A2B-20F10878AAE4}" type="sibTrans" cxnId="{5C01F3DF-8A7E-47CA-9F73-9CC0C711C2C4}">
      <dgm:prSet/>
      <dgm:spPr/>
      <dgm:t>
        <a:bodyPr/>
        <a:lstStyle/>
        <a:p>
          <a:endParaRPr lang="en-US"/>
        </a:p>
      </dgm:t>
    </dgm:pt>
    <dgm:pt modelId="{EFEE6536-6EC4-4223-8A61-D832FBB23CE0}">
      <dgm:prSet phldrT="[Text]"/>
      <dgm:spPr/>
      <dgm:t>
        <a:bodyPr/>
        <a:lstStyle/>
        <a:p>
          <a:pPr>
            <a:buNone/>
          </a:pPr>
          <a:r>
            <a:rPr lang="en-US">
              <a:ea typeface="+mn-lt"/>
              <a:cs typeface="+mn-lt"/>
            </a:rPr>
            <a:t>FCI (Fast Causal Inference) algorithm </a:t>
          </a:r>
          <a:endParaRPr lang="en-US"/>
        </a:p>
      </dgm:t>
    </dgm:pt>
    <dgm:pt modelId="{A816318F-695C-475A-89CB-F8D16E92AEE2}" type="parTrans" cxnId="{A952E27F-09C2-4798-9A7E-804606BEA547}">
      <dgm:prSet/>
      <dgm:spPr/>
      <dgm:t>
        <a:bodyPr/>
        <a:lstStyle/>
        <a:p>
          <a:endParaRPr lang="en-US"/>
        </a:p>
      </dgm:t>
    </dgm:pt>
    <dgm:pt modelId="{D73DE46B-168F-41B5-B443-52A551BAEAEE}" type="sibTrans" cxnId="{A952E27F-09C2-4798-9A7E-804606BEA547}">
      <dgm:prSet/>
      <dgm:spPr/>
      <dgm:t>
        <a:bodyPr/>
        <a:lstStyle/>
        <a:p>
          <a:endParaRPr lang="en-US"/>
        </a:p>
      </dgm:t>
    </dgm:pt>
    <dgm:pt modelId="{5EE22AA2-EEC8-41ED-8761-04CB5D7BD193}">
      <dgm:prSet phldrT="[Text]"/>
      <dgm:spPr/>
      <dgm:t>
        <a:bodyPr/>
        <a:lstStyle/>
        <a:p>
          <a:pPr>
            <a:buNone/>
          </a:pPr>
          <a:r>
            <a:rPr lang="en-US" b="1" dirty="0">
              <a:ea typeface="+mn-lt"/>
              <a:cs typeface="+mn-lt"/>
            </a:rPr>
            <a:t>Interpret Graph</a:t>
          </a:r>
          <a:endParaRPr lang="en-US" dirty="0"/>
        </a:p>
      </dgm:t>
    </dgm:pt>
    <dgm:pt modelId="{B3760316-B58D-4F34-B94E-F91CBD545F5A}" type="parTrans" cxnId="{02E2134D-82C0-4EDC-A82C-FDE6B023E34F}">
      <dgm:prSet/>
      <dgm:spPr/>
      <dgm:t>
        <a:bodyPr/>
        <a:lstStyle/>
        <a:p>
          <a:endParaRPr lang="en-US"/>
        </a:p>
      </dgm:t>
    </dgm:pt>
    <dgm:pt modelId="{2712B64E-DAE6-4000-B454-4A77C3986B03}" type="sibTrans" cxnId="{02E2134D-82C0-4EDC-A82C-FDE6B023E34F}">
      <dgm:prSet/>
      <dgm:spPr/>
      <dgm:t>
        <a:bodyPr/>
        <a:lstStyle/>
        <a:p>
          <a:endParaRPr lang="en-US"/>
        </a:p>
      </dgm:t>
    </dgm:pt>
    <dgm:pt modelId="{84A22312-DB98-42FE-9137-517A208011FC}">
      <dgm:prSet phldrT="[Text]"/>
      <dgm:spPr/>
      <dgm:t>
        <a:bodyPr/>
        <a:lstStyle/>
        <a:p>
          <a:pPr>
            <a:buNone/>
          </a:pPr>
          <a:r>
            <a:rPr lang="en-US">
              <a:ea typeface="+mn-lt"/>
              <a:cs typeface="+mn-lt"/>
            </a:rPr>
            <a:t>Nodes = factors </a:t>
          </a:r>
          <a:endParaRPr lang="en-US"/>
        </a:p>
      </dgm:t>
    </dgm:pt>
    <dgm:pt modelId="{49405820-B98D-4104-B5D6-64C7DCB48843}" type="parTrans" cxnId="{702DC902-4C1A-4F98-A7AE-056DA1895462}">
      <dgm:prSet/>
      <dgm:spPr/>
      <dgm:t>
        <a:bodyPr/>
        <a:lstStyle/>
        <a:p>
          <a:endParaRPr lang="en-US"/>
        </a:p>
      </dgm:t>
    </dgm:pt>
    <dgm:pt modelId="{6C635BC8-5EC9-4B6A-840F-7DC3FE0E3EEE}" type="sibTrans" cxnId="{702DC902-4C1A-4F98-A7AE-056DA1895462}">
      <dgm:prSet/>
      <dgm:spPr/>
      <dgm:t>
        <a:bodyPr/>
        <a:lstStyle/>
        <a:p>
          <a:endParaRPr lang="en-US"/>
        </a:p>
      </dgm:t>
    </dgm:pt>
    <dgm:pt modelId="{01FFE462-3F8B-4CA8-B800-454C2227064D}">
      <dgm:prSet/>
      <dgm:spPr/>
      <dgm:t>
        <a:bodyPr/>
        <a:lstStyle/>
        <a:p>
          <a:r>
            <a:rPr lang="en-US">
              <a:ea typeface="+mn-lt"/>
              <a:cs typeface="+mn-lt"/>
            </a:rPr>
            <a:t>Accounts for hidden variables </a:t>
          </a:r>
        </a:p>
      </dgm:t>
    </dgm:pt>
    <dgm:pt modelId="{B4618EFB-9BF7-4119-B728-07ED670D640A}" type="parTrans" cxnId="{45D08452-3385-4F22-A56F-DB436BFE04D7}">
      <dgm:prSet/>
      <dgm:spPr/>
      <dgm:t>
        <a:bodyPr/>
        <a:lstStyle/>
        <a:p>
          <a:endParaRPr lang="en-US"/>
        </a:p>
      </dgm:t>
    </dgm:pt>
    <dgm:pt modelId="{78AA999A-D7A6-4CA0-9BA4-E949A621539D}" type="sibTrans" cxnId="{45D08452-3385-4F22-A56F-DB436BFE04D7}">
      <dgm:prSet/>
      <dgm:spPr/>
      <dgm:t>
        <a:bodyPr/>
        <a:lstStyle/>
        <a:p>
          <a:endParaRPr lang="en-US"/>
        </a:p>
      </dgm:t>
    </dgm:pt>
    <dgm:pt modelId="{EF86E817-11E6-42E0-B9C6-945616CB8B68}">
      <dgm:prSet/>
      <dgm:spPr/>
      <dgm:t>
        <a:bodyPr/>
        <a:lstStyle/>
        <a:p>
          <a:r>
            <a:rPr lang="en-US">
              <a:ea typeface="+mn-lt"/>
              <a:cs typeface="+mn-lt"/>
            </a:rPr>
            <a:t>Arrows = causal influence</a:t>
          </a:r>
          <a:endParaRPr lang="en-US"/>
        </a:p>
      </dgm:t>
    </dgm:pt>
    <dgm:pt modelId="{728FEE7A-FA16-4686-88CE-FF327BC12F10}" type="parTrans" cxnId="{5A68788D-70AA-442D-B82C-15AE72CF5F8C}">
      <dgm:prSet/>
      <dgm:spPr/>
      <dgm:t>
        <a:bodyPr/>
        <a:lstStyle/>
        <a:p>
          <a:endParaRPr lang="en-US"/>
        </a:p>
      </dgm:t>
    </dgm:pt>
    <dgm:pt modelId="{3B670F54-8669-4445-A9AE-8BAE08815C36}" type="sibTrans" cxnId="{5A68788D-70AA-442D-B82C-15AE72CF5F8C}">
      <dgm:prSet/>
      <dgm:spPr/>
      <dgm:t>
        <a:bodyPr/>
        <a:lstStyle/>
        <a:p>
          <a:endParaRPr lang="en-US"/>
        </a:p>
      </dgm:t>
    </dgm:pt>
    <dgm:pt modelId="{76DB016A-6835-4D93-B49E-19327B471460}">
      <dgm:prSet/>
      <dgm:spPr/>
      <dgm:t>
        <a:bodyPr/>
        <a:lstStyle/>
        <a:p>
          <a:r>
            <a:rPr lang="en-US">
              <a:ea typeface="+mn-lt"/>
              <a:cs typeface="+mn-lt"/>
            </a:rPr>
            <a:t>Apply Assumptions</a:t>
          </a:r>
        </a:p>
      </dgm:t>
    </dgm:pt>
    <dgm:pt modelId="{8938660D-CC06-4C89-B463-D96659210EF9}" type="parTrans" cxnId="{3857DE0A-4C8C-431F-AFA6-AD5FA81ADBF9}">
      <dgm:prSet/>
      <dgm:spPr/>
      <dgm:t>
        <a:bodyPr/>
        <a:lstStyle/>
        <a:p>
          <a:endParaRPr lang="en-US"/>
        </a:p>
      </dgm:t>
    </dgm:pt>
    <dgm:pt modelId="{A242BAAF-5F7E-433F-B87A-09A441B49DC9}" type="sibTrans" cxnId="{3857DE0A-4C8C-431F-AFA6-AD5FA81ADBF9}">
      <dgm:prSet/>
      <dgm:spPr/>
      <dgm:t>
        <a:bodyPr/>
        <a:lstStyle/>
        <a:p>
          <a:endParaRPr lang="en-US"/>
        </a:p>
        <a:p>
          <a:endParaRPr lang="en-US"/>
        </a:p>
      </dgm:t>
    </dgm:pt>
    <dgm:pt modelId="{6F6774D1-FAC1-44BF-9722-6148156AACD0}" type="pres">
      <dgm:prSet presAssocID="{C59309A7-A493-41C6-AB81-B80A826D4904}" presName="linearFlow" presStyleCnt="0">
        <dgm:presLayoutVars>
          <dgm:dir/>
          <dgm:animLvl val="lvl"/>
          <dgm:resizeHandles val="exact"/>
        </dgm:presLayoutVars>
      </dgm:prSet>
      <dgm:spPr/>
    </dgm:pt>
    <dgm:pt modelId="{9353CE53-BB95-4DB9-9181-1C119CFA2545}" type="pres">
      <dgm:prSet presAssocID="{CDEDEB33-959D-43AB-9CFA-D7E613E66C74}" presName="composite" presStyleCnt="0"/>
      <dgm:spPr/>
    </dgm:pt>
    <dgm:pt modelId="{1541341C-4E36-4BC5-BF1A-FA74B86FC825}" type="pres">
      <dgm:prSet presAssocID="{CDEDEB33-959D-43AB-9CFA-D7E613E66C74}" presName="parTx" presStyleLbl="node1" presStyleIdx="0" presStyleCnt="3">
        <dgm:presLayoutVars>
          <dgm:chMax val="0"/>
          <dgm:chPref val="0"/>
          <dgm:bulletEnabled val="1"/>
        </dgm:presLayoutVars>
      </dgm:prSet>
      <dgm:spPr/>
    </dgm:pt>
    <dgm:pt modelId="{511C279A-4D5C-478B-A0D7-48D85DBDF3FF}" type="pres">
      <dgm:prSet presAssocID="{CDEDEB33-959D-43AB-9CFA-D7E613E66C74}" presName="parSh" presStyleLbl="node1" presStyleIdx="0" presStyleCnt="3"/>
      <dgm:spPr/>
    </dgm:pt>
    <dgm:pt modelId="{90081E99-D8F9-4074-A3EC-EEF7D1C44114}" type="pres">
      <dgm:prSet presAssocID="{CDEDEB33-959D-43AB-9CFA-D7E613E66C74}" presName="desTx" presStyleLbl="fgAcc1" presStyleIdx="0" presStyleCnt="3">
        <dgm:presLayoutVars>
          <dgm:bulletEnabled val="1"/>
        </dgm:presLayoutVars>
      </dgm:prSet>
      <dgm:spPr/>
    </dgm:pt>
    <dgm:pt modelId="{54108AD4-47C9-45E8-ACCB-0BF0E3D59FCC}" type="pres">
      <dgm:prSet presAssocID="{99463EB8-F794-4A26-9A2B-20F10878AAE4}" presName="sibTrans" presStyleLbl="sibTrans2D1" presStyleIdx="0" presStyleCnt="2"/>
      <dgm:spPr/>
    </dgm:pt>
    <dgm:pt modelId="{955F9EB2-5391-4F82-A9CA-36241AF2D1AB}" type="pres">
      <dgm:prSet presAssocID="{99463EB8-F794-4A26-9A2B-20F10878AAE4}" presName="connTx" presStyleLbl="sibTrans2D1" presStyleIdx="0" presStyleCnt="2"/>
      <dgm:spPr/>
    </dgm:pt>
    <dgm:pt modelId="{B1C60CD7-6BA5-4597-B1DB-916E35926AA7}" type="pres">
      <dgm:prSet presAssocID="{76DB016A-6835-4D93-B49E-19327B471460}" presName="composite" presStyleCnt="0"/>
      <dgm:spPr/>
    </dgm:pt>
    <dgm:pt modelId="{6AC675BF-0488-4354-93EC-956013692C33}" type="pres">
      <dgm:prSet presAssocID="{76DB016A-6835-4D93-B49E-19327B471460}" presName="parTx" presStyleLbl="node1" presStyleIdx="0" presStyleCnt="3">
        <dgm:presLayoutVars>
          <dgm:chMax val="0"/>
          <dgm:chPref val="0"/>
          <dgm:bulletEnabled val="1"/>
        </dgm:presLayoutVars>
      </dgm:prSet>
      <dgm:spPr/>
    </dgm:pt>
    <dgm:pt modelId="{DC78B741-1E1D-42A0-89A7-C76DF4D69C40}" type="pres">
      <dgm:prSet presAssocID="{76DB016A-6835-4D93-B49E-19327B471460}" presName="parSh" presStyleLbl="node1" presStyleIdx="1" presStyleCnt="3"/>
      <dgm:spPr/>
    </dgm:pt>
    <dgm:pt modelId="{B472EA5D-8A13-4191-BDF1-E6DAFE35BFA6}" type="pres">
      <dgm:prSet presAssocID="{76DB016A-6835-4D93-B49E-19327B471460}" presName="desTx" presStyleLbl="fgAcc1" presStyleIdx="1" presStyleCnt="3">
        <dgm:presLayoutVars>
          <dgm:bulletEnabled val="1"/>
        </dgm:presLayoutVars>
      </dgm:prSet>
      <dgm:spPr/>
    </dgm:pt>
    <dgm:pt modelId="{E643E1C4-6BDA-454D-A202-72F0224E9ACC}" type="pres">
      <dgm:prSet presAssocID="{A242BAAF-5F7E-433F-B87A-09A441B49DC9}" presName="sibTrans" presStyleLbl="sibTrans2D1" presStyleIdx="1" presStyleCnt="2"/>
      <dgm:spPr/>
    </dgm:pt>
    <dgm:pt modelId="{284D811F-BDE5-4F40-BBD9-77AB41FE576F}" type="pres">
      <dgm:prSet presAssocID="{A242BAAF-5F7E-433F-B87A-09A441B49DC9}" presName="connTx" presStyleLbl="sibTrans2D1" presStyleIdx="1" presStyleCnt="2"/>
      <dgm:spPr/>
    </dgm:pt>
    <dgm:pt modelId="{069A5C99-7452-422D-88D8-2FE64A5AB1B5}" type="pres">
      <dgm:prSet presAssocID="{5EE22AA2-EEC8-41ED-8761-04CB5D7BD193}" presName="composite" presStyleCnt="0"/>
      <dgm:spPr/>
    </dgm:pt>
    <dgm:pt modelId="{E5EDFAFB-A062-437C-8CFD-B6A561E49048}" type="pres">
      <dgm:prSet presAssocID="{5EE22AA2-EEC8-41ED-8761-04CB5D7BD193}" presName="parTx" presStyleLbl="node1" presStyleIdx="1" presStyleCnt="3">
        <dgm:presLayoutVars>
          <dgm:chMax val="0"/>
          <dgm:chPref val="0"/>
          <dgm:bulletEnabled val="1"/>
        </dgm:presLayoutVars>
      </dgm:prSet>
      <dgm:spPr/>
    </dgm:pt>
    <dgm:pt modelId="{E1CF3D47-6C74-4117-B558-9530CDF47122}" type="pres">
      <dgm:prSet presAssocID="{5EE22AA2-EEC8-41ED-8761-04CB5D7BD193}" presName="parSh" presStyleLbl="node1" presStyleIdx="2" presStyleCnt="3"/>
      <dgm:spPr/>
    </dgm:pt>
    <dgm:pt modelId="{BDF054D7-357A-46CF-A647-B9F17835CA79}" type="pres">
      <dgm:prSet presAssocID="{5EE22AA2-EEC8-41ED-8761-04CB5D7BD193}" presName="desTx" presStyleLbl="fgAcc1" presStyleIdx="2" presStyleCnt="3">
        <dgm:presLayoutVars>
          <dgm:bulletEnabled val="1"/>
        </dgm:presLayoutVars>
      </dgm:prSet>
      <dgm:spPr/>
    </dgm:pt>
  </dgm:ptLst>
  <dgm:cxnLst>
    <dgm:cxn modelId="{702DC902-4C1A-4F98-A7AE-056DA1895462}" srcId="{5EE22AA2-EEC8-41ED-8761-04CB5D7BD193}" destId="{84A22312-DB98-42FE-9137-517A208011FC}" srcOrd="0" destOrd="0" parTransId="{49405820-B98D-4104-B5D6-64C7DCB48843}" sibTransId="{6C635BC8-5EC9-4B6A-840F-7DC3FE0E3EEE}"/>
    <dgm:cxn modelId="{3857DE0A-4C8C-431F-AFA6-AD5FA81ADBF9}" srcId="{C59309A7-A493-41C6-AB81-B80A826D4904}" destId="{76DB016A-6835-4D93-B49E-19327B471460}" srcOrd="1" destOrd="0" parTransId="{8938660D-CC06-4C89-B463-D96659210EF9}" sibTransId="{A242BAAF-5F7E-433F-B87A-09A441B49DC9}"/>
    <dgm:cxn modelId="{C4C5D71F-E822-4558-9B97-CC624D2A1CE7}" type="presOf" srcId="{5EE22AA2-EEC8-41ED-8761-04CB5D7BD193}" destId="{E1CF3D47-6C74-4117-B558-9530CDF47122}" srcOrd="1" destOrd="0" presId="urn:microsoft.com/office/officeart/2005/8/layout/process3"/>
    <dgm:cxn modelId="{D0488325-FA10-4049-8A61-7EFD732D251C}" type="presOf" srcId="{CDEDEB33-959D-43AB-9CFA-D7E613E66C74}" destId="{1541341C-4E36-4BC5-BF1A-FA74B86FC825}" srcOrd="0" destOrd="0" presId="urn:microsoft.com/office/officeart/2005/8/layout/process3"/>
    <dgm:cxn modelId="{7ED3B727-D4B2-4805-9713-445DF47B453B}" type="presOf" srcId="{99463EB8-F794-4A26-9A2B-20F10878AAE4}" destId="{955F9EB2-5391-4F82-A9CA-36241AF2D1AB}" srcOrd="1" destOrd="0" presId="urn:microsoft.com/office/officeart/2005/8/layout/process3"/>
    <dgm:cxn modelId="{2ED06328-EF14-4588-A72F-EA86DD1D5814}" type="presOf" srcId="{CDEDEB33-959D-43AB-9CFA-D7E613E66C74}" destId="{511C279A-4D5C-478B-A0D7-48D85DBDF3FF}" srcOrd="1" destOrd="0" presId="urn:microsoft.com/office/officeart/2005/8/layout/process3"/>
    <dgm:cxn modelId="{0307C736-0B4C-4D45-BF79-8ABD06439A6E}" type="presOf" srcId="{C59309A7-A493-41C6-AB81-B80A826D4904}" destId="{6F6774D1-FAC1-44BF-9722-6148156AACD0}" srcOrd="0" destOrd="0" presId="urn:microsoft.com/office/officeart/2005/8/layout/process3"/>
    <dgm:cxn modelId="{02E2134D-82C0-4EDC-A82C-FDE6B023E34F}" srcId="{C59309A7-A493-41C6-AB81-B80A826D4904}" destId="{5EE22AA2-EEC8-41ED-8761-04CB5D7BD193}" srcOrd="2" destOrd="0" parTransId="{B3760316-B58D-4F34-B94E-F91CBD545F5A}" sibTransId="{2712B64E-DAE6-4000-B454-4A77C3986B03}"/>
    <dgm:cxn modelId="{693F4151-B0C7-4C64-9102-E07201DA70BC}" type="presOf" srcId="{99463EB8-F794-4A26-9A2B-20F10878AAE4}" destId="{54108AD4-47C9-45E8-ACCB-0BF0E3D59FCC}" srcOrd="0" destOrd="0" presId="urn:microsoft.com/office/officeart/2005/8/layout/process3"/>
    <dgm:cxn modelId="{6241DA51-0614-4B69-9271-465FBA6AD20D}" type="presOf" srcId="{EF86E817-11E6-42E0-B9C6-945616CB8B68}" destId="{BDF054D7-357A-46CF-A647-B9F17835CA79}" srcOrd="0" destOrd="1" presId="urn:microsoft.com/office/officeart/2005/8/layout/process3"/>
    <dgm:cxn modelId="{45D08452-3385-4F22-A56F-DB436BFE04D7}" srcId="{CDEDEB33-959D-43AB-9CFA-D7E613E66C74}" destId="{01FFE462-3F8B-4CA8-B800-454C2227064D}" srcOrd="1" destOrd="0" parTransId="{B4618EFB-9BF7-4119-B728-07ED670D640A}" sibTransId="{78AA999A-D7A6-4CA0-9BA4-E949A621539D}"/>
    <dgm:cxn modelId="{AB17F674-98A5-476B-A1C1-9C0D350A12CF}" type="presOf" srcId="{84A22312-DB98-42FE-9137-517A208011FC}" destId="{BDF054D7-357A-46CF-A647-B9F17835CA79}" srcOrd="0" destOrd="0" presId="urn:microsoft.com/office/officeart/2005/8/layout/process3"/>
    <dgm:cxn modelId="{3A6A575A-6074-4E95-BD22-F41622E2BFFF}" type="presOf" srcId="{01FFE462-3F8B-4CA8-B800-454C2227064D}" destId="{90081E99-D8F9-4074-A3EC-EEF7D1C44114}" srcOrd="0" destOrd="1" presId="urn:microsoft.com/office/officeart/2005/8/layout/process3"/>
    <dgm:cxn modelId="{A952E27F-09C2-4798-9A7E-804606BEA547}" srcId="{CDEDEB33-959D-43AB-9CFA-D7E613E66C74}" destId="{EFEE6536-6EC4-4223-8A61-D832FBB23CE0}" srcOrd="0" destOrd="0" parTransId="{A816318F-695C-475A-89CB-F8D16E92AEE2}" sibTransId="{D73DE46B-168F-41B5-B443-52A551BAEAEE}"/>
    <dgm:cxn modelId="{5A68788D-70AA-442D-B82C-15AE72CF5F8C}" srcId="{5EE22AA2-EEC8-41ED-8761-04CB5D7BD193}" destId="{EF86E817-11E6-42E0-B9C6-945616CB8B68}" srcOrd="1" destOrd="0" parTransId="{728FEE7A-FA16-4686-88CE-FF327BC12F10}" sibTransId="{3B670F54-8669-4445-A9AE-8BAE08815C36}"/>
    <dgm:cxn modelId="{DCEFE79C-8936-4B87-B123-83470E30F996}" type="presOf" srcId="{76DB016A-6835-4D93-B49E-19327B471460}" destId="{6AC675BF-0488-4354-93EC-956013692C33}" srcOrd="0" destOrd="0" presId="urn:microsoft.com/office/officeart/2005/8/layout/process3"/>
    <dgm:cxn modelId="{76A788B1-5874-4AA3-87F5-D23AE7E496C9}" type="presOf" srcId="{5EE22AA2-EEC8-41ED-8761-04CB5D7BD193}" destId="{E5EDFAFB-A062-437C-8CFD-B6A561E49048}" srcOrd="0" destOrd="0" presId="urn:microsoft.com/office/officeart/2005/8/layout/process3"/>
    <dgm:cxn modelId="{1A7FBECF-65F1-40E4-B3F3-556B82F626BE}" type="presOf" srcId="{76DB016A-6835-4D93-B49E-19327B471460}" destId="{DC78B741-1E1D-42A0-89A7-C76DF4D69C40}" srcOrd="1" destOrd="0" presId="urn:microsoft.com/office/officeart/2005/8/layout/process3"/>
    <dgm:cxn modelId="{5C01F3DF-8A7E-47CA-9F73-9CC0C711C2C4}" srcId="{C59309A7-A493-41C6-AB81-B80A826D4904}" destId="{CDEDEB33-959D-43AB-9CFA-D7E613E66C74}" srcOrd="0" destOrd="0" parTransId="{01A7D2EC-772B-47F4-8EF6-33BF8EFF0E66}" sibTransId="{99463EB8-F794-4A26-9A2B-20F10878AAE4}"/>
    <dgm:cxn modelId="{E18BD4E1-4A85-4BBF-8922-95B1619A46FD}" type="presOf" srcId="{A242BAAF-5F7E-433F-B87A-09A441B49DC9}" destId="{284D811F-BDE5-4F40-BBD9-77AB41FE576F}" srcOrd="1" destOrd="0" presId="urn:microsoft.com/office/officeart/2005/8/layout/process3"/>
    <dgm:cxn modelId="{EC0E24E3-BBFA-4A14-B47A-F90F169AE28E}" type="presOf" srcId="{EFEE6536-6EC4-4223-8A61-D832FBB23CE0}" destId="{90081E99-D8F9-4074-A3EC-EEF7D1C44114}" srcOrd="0" destOrd="0" presId="urn:microsoft.com/office/officeart/2005/8/layout/process3"/>
    <dgm:cxn modelId="{C5118EF8-713F-4A81-AAA5-ABC6977C078A}" type="presOf" srcId="{A242BAAF-5F7E-433F-B87A-09A441B49DC9}" destId="{E643E1C4-6BDA-454D-A202-72F0224E9ACC}" srcOrd="0" destOrd="0" presId="urn:microsoft.com/office/officeart/2005/8/layout/process3"/>
    <dgm:cxn modelId="{73A6D0B9-F438-4516-94F5-CB06D625AFE3}" type="presParOf" srcId="{6F6774D1-FAC1-44BF-9722-6148156AACD0}" destId="{9353CE53-BB95-4DB9-9181-1C119CFA2545}" srcOrd="0" destOrd="0" presId="urn:microsoft.com/office/officeart/2005/8/layout/process3"/>
    <dgm:cxn modelId="{E382390F-881B-49DF-805F-4384C52D7DFB}" type="presParOf" srcId="{9353CE53-BB95-4DB9-9181-1C119CFA2545}" destId="{1541341C-4E36-4BC5-BF1A-FA74B86FC825}" srcOrd="0" destOrd="0" presId="urn:microsoft.com/office/officeart/2005/8/layout/process3"/>
    <dgm:cxn modelId="{C932F35B-A1E7-40BA-9167-6D11527E7350}" type="presParOf" srcId="{9353CE53-BB95-4DB9-9181-1C119CFA2545}" destId="{511C279A-4D5C-478B-A0D7-48D85DBDF3FF}" srcOrd="1" destOrd="0" presId="urn:microsoft.com/office/officeart/2005/8/layout/process3"/>
    <dgm:cxn modelId="{760D7F69-D708-4CC6-9716-C7406DB384AD}" type="presParOf" srcId="{9353CE53-BB95-4DB9-9181-1C119CFA2545}" destId="{90081E99-D8F9-4074-A3EC-EEF7D1C44114}" srcOrd="2" destOrd="0" presId="urn:microsoft.com/office/officeart/2005/8/layout/process3"/>
    <dgm:cxn modelId="{C85B98FC-833E-4984-83F1-C4C8B0E299DB}" type="presParOf" srcId="{6F6774D1-FAC1-44BF-9722-6148156AACD0}" destId="{54108AD4-47C9-45E8-ACCB-0BF0E3D59FCC}" srcOrd="1" destOrd="0" presId="urn:microsoft.com/office/officeart/2005/8/layout/process3"/>
    <dgm:cxn modelId="{2549D043-67D9-4396-973A-388E910E3FB0}" type="presParOf" srcId="{54108AD4-47C9-45E8-ACCB-0BF0E3D59FCC}" destId="{955F9EB2-5391-4F82-A9CA-36241AF2D1AB}" srcOrd="0" destOrd="0" presId="urn:microsoft.com/office/officeart/2005/8/layout/process3"/>
    <dgm:cxn modelId="{F0B21C7B-5823-4ED0-9D8B-99B86BC61D57}" type="presParOf" srcId="{6F6774D1-FAC1-44BF-9722-6148156AACD0}" destId="{B1C60CD7-6BA5-4597-B1DB-916E35926AA7}" srcOrd="2" destOrd="0" presId="urn:microsoft.com/office/officeart/2005/8/layout/process3"/>
    <dgm:cxn modelId="{F84CDEBB-4FF0-4586-A447-6223508DE0D5}" type="presParOf" srcId="{B1C60CD7-6BA5-4597-B1DB-916E35926AA7}" destId="{6AC675BF-0488-4354-93EC-956013692C33}" srcOrd="0" destOrd="0" presId="urn:microsoft.com/office/officeart/2005/8/layout/process3"/>
    <dgm:cxn modelId="{DB9F3A17-307A-4F16-ACA4-2DE8230F8FD8}" type="presParOf" srcId="{B1C60CD7-6BA5-4597-B1DB-916E35926AA7}" destId="{DC78B741-1E1D-42A0-89A7-C76DF4D69C40}" srcOrd="1" destOrd="0" presId="urn:microsoft.com/office/officeart/2005/8/layout/process3"/>
    <dgm:cxn modelId="{326F1320-51A6-41C4-BF7E-9E2CB2F28781}" type="presParOf" srcId="{B1C60CD7-6BA5-4597-B1DB-916E35926AA7}" destId="{B472EA5D-8A13-4191-BDF1-E6DAFE35BFA6}" srcOrd="2" destOrd="0" presId="urn:microsoft.com/office/officeart/2005/8/layout/process3"/>
    <dgm:cxn modelId="{F1015414-BF45-4193-822F-6478A271075F}" type="presParOf" srcId="{6F6774D1-FAC1-44BF-9722-6148156AACD0}" destId="{E643E1C4-6BDA-454D-A202-72F0224E9ACC}" srcOrd="3" destOrd="0" presId="urn:microsoft.com/office/officeart/2005/8/layout/process3"/>
    <dgm:cxn modelId="{D6CEBF96-4AE8-4D29-B7A0-8C1A9C206599}" type="presParOf" srcId="{E643E1C4-6BDA-454D-A202-72F0224E9ACC}" destId="{284D811F-BDE5-4F40-BBD9-77AB41FE576F}" srcOrd="0" destOrd="0" presId="urn:microsoft.com/office/officeart/2005/8/layout/process3"/>
    <dgm:cxn modelId="{09DCB269-797F-4393-B167-7D6C9906EFD9}" type="presParOf" srcId="{6F6774D1-FAC1-44BF-9722-6148156AACD0}" destId="{069A5C99-7452-422D-88D8-2FE64A5AB1B5}" srcOrd="4" destOrd="0" presId="urn:microsoft.com/office/officeart/2005/8/layout/process3"/>
    <dgm:cxn modelId="{1E798DDD-03C8-4B77-945D-0DDBA5A1D04D}" type="presParOf" srcId="{069A5C99-7452-422D-88D8-2FE64A5AB1B5}" destId="{E5EDFAFB-A062-437C-8CFD-B6A561E49048}" srcOrd="0" destOrd="0" presId="urn:microsoft.com/office/officeart/2005/8/layout/process3"/>
    <dgm:cxn modelId="{5E8C9AFD-1639-4C60-A0F7-F941D75F5F07}" type="presParOf" srcId="{069A5C99-7452-422D-88D8-2FE64A5AB1B5}" destId="{E1CF3D47-6C74-4117-B558-9530CDF47122}" srcOrd="1" destOrd="0" presId="urn:microsoft.com/office/officeart/2005/8/layout/process3"/>
    <dgm:cxn modelId="{EBE9B5FC-B8D7-47E6-93EA-729143373F1C}" type="presParOf" srcId="{069A5C99-7452-422D-88D8-2FE64A5AB1B5}" destId="{BDF054D7-357A-46CF-A647-B9F17835CA79}" srcOrd="2" destOrd="0" presId="urn:microsoft.com/office/officeart/2005/8/layout/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EF3ECA-E722-4DCF-9C13-003CA592E5F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7FB9412-0B8E-4BF8-868C-A69187DE88CE}">
      <dgm:prSet phldrT="[Text]"/>
      <dgm:spPr/>
      <dgm:t>
        <a:bodyPr/>
        <a:lstStyle/>
        <a:p>
          <a:pPr>
            <a:buNone/>
          </a:pPr>
          <a:r>
            <a:rPr lang="en-US"/>
            <a:t>Only using data on </a:t>
          </a:r>
          <a:r>
            <a:rPr lang="en-US" b="1"/>
            <a:t>Major</a:t>
          </a:r>
          <a:r>
            <a:rPr lang="en-US"/>
            <a:t> fatal crashes, which is defined as &gt;1 Death</a:t>
          </a:r>
        </a:p>
      </dgm:t>
    </dgm:pt>
    <dgm:pt modelId="{B638999C-D3FF-4502-B3C5-B1AD8ED45084}" type="parTrans" cxnId="{BD8FB674-FD92-4490-B25B-94DCC3854ECA}">
      <dgm:prSet/>
      <dgm:spPr/>
      <dgm:t>
        <a:bodyPr/>
        <a:lstStyle/>
        <a:p>
          <a:endParaRPr lang="en-US"/>
        </a:p>
      </dgm:t>
    </dgm:pt>
    <dgm:pt modelId="{B83D78D9-D600-4B08-9EBE-13F970CEB112}" type="sibTrans" cxnId="{BD8FB674-FD92-4490-B25B-94DCC3854ECA}">
      <dgm:prSet/>
      <dgm:spPr/>
      <dgm:t>
        <a:bodyPr/>
        <a:lstStyle/>
        <a:p>
          <a:endParaRPr lang="en-US"/>
        </a:p>
      </dgm:t>
    </dgm:pt>
    <dgm:pt modelId="{65D47D5F-C6A0-4072-87AA-1638B3C4D844}">
      <dgm:prSet phldrT="[Text]"/>
      <dgm:spPr/>
      <dgm:t>
        <a:bodyPr/>
        <a:lstStyle/>
        <a:p>
          <a:pPr>
            <a:buNone/>
          </a:pPr>
          <a:r>
            <a:rPr lang="en-US"/>
            <a:t>Is tracing onto "High Lethality" which is defined as &gt;50% death rate.</a:t>
          </a:r>
        </a:p>
      </dgm:t>
    </dgm:pt>
    <dgm:pt modelId="{53570B3B-F9DD-435B-BEF0-1468F1A46496}" type="parTrans" cxnId="{F162EE7C-0EE0-4D8F-97EF-FA908FDC370D}">
      <dgm:prSet/>
      <dgm:spPr/>
      <dgm:t>
        <a:bodyPr/>
        <a:lstStyle/>
        <a:p>
          <a:endParaRPr lang="en-US"/>
        </a:p>
      </dgm:t>
    </dgm:pt>
    <dgm:pt modelId="{C4A24157-59B4-4F2D-A6C9-AFB2917D870A}" type="sibTrans" cxnId="{F162EE7C-0EE0-4D8F-97EF-FA908FDC370D}">
      <dgm:prSet/>
      <dgm:spPr/>
      <dgm:t>
        <a:bodyPr/>
        <a:lstStyle/>
        <a:p>
          <a:endParaRPr lang="en-US"/>
        </a:p>
      </dgm:t>
    </dgm:pt>
    <dgm:pt modelId="{CE20F508-35E4-4DCD-A309-157EBF621D52}">
      <dgm:prSet phldrT="[Text]"/>
      <dgm:spPr/>
      <dgm:t>
        <a:bodyPr/>
        <a:lstStyle/>
        <a:p>
          <a:pPr>
            <a:buNone/>
          </a:pPr>
          <a:r>
            <a:rPr lang="en-US"/>
            <a:t>Excluded all events with an unknown/undetermined event summary.</a:t>
          </a:r>
        </a:p>
      </dgm:t>
    </dgm:pt>
    <dgm:pt modelId="{BC72ACD7-3E7C-4AA6-A892-52449A9915C1}" type="parTrans" cxnId="{565BD581-A5CA-4013-9CFF-2475168C9A36}">
      <dgm:prSet/>
      <dgm:spPr/>
      <dgm:t>
        <a:bodyPr/>
        <a:lstStyle/>
        <a:p>
          <a:endParaRPr lang="en-US"/>
        </a:p>
      </dgm:t>
    </dgm:pt>
    <dgm:pt modelId="{AB910C0F-4FAF-4805-B1AE-33CC285FB11E}" type="sibTrans" cxnId="{565BD581-A5CA-4013-9CFF-2475168C9A36}">
      <dgm:prSet/>
      <dgm:spPr/>
      <dgm:t>
        <a:bodyPr/>
        <a:lstStyle/>
        <a:p>
          <a:endParaRPr lang="en-US"/>
        </a:p>
      </dgm:t>
    </dgm:pt>
    <dgm:pt modelId="{9A3A8EB7-AF21-402E-9845-50CD41D5ECB0}">
      <dgm:prSet phldrT="[Text]"/>
      <dgm:spPr/>
      <dgm:t>
        <a:bodyPr/>
        <a:lstStyle/>
        <a:p>
          <a:pPr>
            <a:buNone/>
          </a:pPr>
          <a:r>
            <a:rPr lang="en-US"/>
            <a:t>Excluding all 1 aboard, 1 death events</a:t>
          </a:r>
        </a:p>
      </dgm:t>
    </dgm:pt>
    <dgm:pt modelId="{69B165C0-A791-406F-A1A3-94DDF327B3E1}" type="parTrans" cxnId="{2024D6AB-5806-4EC4-AAD2-3F00742A9177}">
      <dgm:prSet/>
      <dgm:spPr/>
      <dgm:t>
        <a:bodyPr/>
        <a:lstStyle/>
        <a:p>
          <a:endParaRPr lang="en-US"/>
        </a:p>
      </dgm:t>
    </dgm:pt>
    <dgm:pt modelId="{606C9DC2-32E2-49EF-94AE-14F7F88C7A0C}" type="sibTrans" cxnId="{2024D6AB-5806-4EC4-AAD2-3F00742A9177}">
      <dgm:prSet/>
      <dgm:spPr/>
      <dgm:t>
        <a:bodyPr/>
        <a:lstStyle/>
        <a:p>
          <a:endParaRPr lang="en-US"/>
        </a:p>
      </dgm:t>
    </dgm:pt>
    <dgm:pt modelId="{DC443A59-2A95-42CF-8579-1F18966E5F22}" type="pres">
      <dgm:prSet presAssocID="{14EF3ECA-E722-4DCF-9C13-003CA592E5FE}" presName="linear" presStyleCnt="0">
        <dgm:presLayoutVars>
          <dgm:dir/>
          <dgm:animLvl val="lvl"/>
          <dgm:resizeHandles val="exact"/>
        </dgm:presLayoutVars>
      </dgm:prSet>
      <dgm:spPr/>
    </dgm:pt>
    <dgm:pt modelId="{CC69AAD8-FBF0-41AD-B64A-40C9A73E87D2}" type="pres">
      <dgm:prSet presAssocID="{97FB9412-0B8E-4BF8-868C-A69187DE88CE}" presName="parentLin" presStyleCnt="0"/>
      <dgm:spPr/>
    </dgm:pt>
    <dgm:pt modelId="{5D0DD19B-AE8A-436B-B497-793DD3737F23}" type="pres">
      <dgm:prSet presAssocID="{97FB9412-0B8E-4BF8-868C-A69187DE88CE}" presName="parentLeftMargin" presStyleLbl="node1" presStyleIdx="0" presStyleCnt="4"/>
      <dgm:spPr/>
    </dgm:pt>
    <dgm:pt modelId="{4A3E2BBC-5E24-44F2-BBA9-8ACB9AE81A08}" type="pres">
      <dgm:prSet presAssocID="{97FB9412-0B8E-4BF8-868C-A69187DE88CE}" presName="parentText" presStyleLbl="node1" presStyleIdx="0" presStyleCnt="4">
        <dgm:presLayoutVars>
          <dgm:chMax val="0"/>
          <dgm:bulletEnabled val="1"/>
        </dgm:presLayoutVars>
      </dgm:prSet>
      <dgm:spPr/>
    </dgm:pt>
    <dgm:pt modelId="{CF4BCB1E-C108-4D1C-A5EE-367E6C4BFFE9}" type="pres">
      <dgm:prSet presAssocID="{97FB9412-0B8E-4BF8-868C-A69187DE88CE}" presName="negativeSpace" presStyleCnt="0"/>
      <dgm:spPr/>
    </dgm:pt>
    <dgm:pt modelId="{35CCE8FE-95EE-4056-B33E-DCA1CCE22BB7}" type="pres">
      <dgm:prSet presAssocID="{97FB9412-0B8E-4BF8-868C-A69187DE88CE}" presName="childText" presStyleLbl="conFgAcc1" presStyleIdx="0" presStyleCnt="4">
        <dgm:presLayoutVars>
          <dgm:bulletEnabled val="1"/>
        </dgm:presLayoutVars>
      </dgm:prSet>
      <dgm:spPr/>
    </dgm:pt>
    <dgm:pt modelId="{FD590B0F-7B78-478B-974E-1EE1DFE5AF4D}" type="pres">
      <dgm:prSet presAssocID="{B83D78D9-D600-4B08-9EBE-13F970CEB112}" presName="spaceBetweenRectangles" presStyleCnt="0"/>
      <dgm:spPr/>
    </dgm:pt>
    <dgm:pt modelId="{6B5B49A6-9A25-4B0B-9EAC-5E891D8959A0}" type="pres">
      <dgm:prSet presAssocID="{65D47D5F-C6A0-4072-87AA-1638B3C4D844}" presName="parentLin" presStyleCnt="0"/>
      <dgm:spPr/>
    </dgm:pt>
    <dgm:pt modelId="{93A4FDF5-EE4E-4A66-B19A-CA01598C39A3}" type="pres">
      <dgm:prSet presAssocID="{65D47D5F-C6A0-4072-87AA-1638B3C4D844}" presName="parentLeftMargin" presStyleLbl="node1" presStyleIdx="0" presStyleCnt="4"/>
      <dgm:spPr/>
    </dgm:pt>
    <dgm:pt modelId="{67E45937-7CC4-410F-A3E6-BB6D91DE7724}" type="pres">
      <dgm:prSet presAssocID="{65D47D5F-C6A0-4072-87AA-1638B3C4D844}" presName="parentText" presStyleLbl="node1" presStyleIdx="1" presStyleCnt="4">
        <dgm:presLayoutVars>
          <dgm:chMax val="0"/>
          <dgm:bulletEnabled val="1"/>
        </dgm:presLayoutVars>
      </dgm:prSet>
      <dgm:spPr/>
    </dgm:pt>
    <dgm:pt modelId="{A1F3B7A7-C045-4969-A394-D9A631A2435C}" type="pres">
      <dgm:prSet presAssocID="{65D47D5F-C6A0-4072-87AA-1638B3C4D844}" presName="negativeSpace" presStyleCnt="0"/>
      <dgm:spPr/>
    </dgm:pt>
    <dgm:pt modelId="{16DA87D1-7110-4CDC-AF25-7088FE8AF2CB}" type="pres">
      <dgm:prSet presAssocID="{65D47D5F-C6A0-4072-87AA-1638B3C4D844}" presName="childText" presStyleLbl="conFgAcc1" presStyleIdx="1" presStyleCnt="4">
        <dgm:presLayoutVars>
          <dgm:bulletEnabled val="1"/>
        </dgm:presLayoutVars>
      </dgm:prSet>
      <dgm:spPr/>
    </dgm:pt>
    <dgm:pt modelId="{9E6EF598-97B9-435A-A3AC-10C70F86771E}" type="pres">
      <dgm:prSet presAssocID="{C4A24157-59B4-4F2D-A6C9-AFB2917D870A}" presName="spaceBetweenRectangles" presStyleCnt="0"/>
      <dgm:spPr/>
    </dgm:pt>
    <dgm:pt modelId="{E76D1A16-ECBA-426B-8DB9-5958112D468C}" type="pres">
      <dgm:prSet presAssocID="{CE20F508-35E4-4DCD-A309-157EBF621D52}" presName="parentLin" presStyleCnt="0"/>
      <dgm:spPr/>
    </dgm:pt>
    <dgm:pt modelId="{EE84C178-CC87-45C2-A971-2D09CB71CD4F}" type="pres">
      <dgm:prSet presAssocID="{CE20F508-35E4-4DCD-A309-157EBF621D52}" presName="parentLeftMargin" presStyleLbl="node1" presStyleIdx="1" presStyleCnt="4"/>
      <dgm:spPr/>
    </dgm:pt>
    <dgm:pt modelId="{4AC983A3-B3DB-4ABD-8AB8-D3F2780443F8}" type="pres">
      <dgm:prSet presAssocID="{CE20F508-35E4-4DCD-A309-157EBF621D52}" presName="parentText" presStyleLbl="node1" presStyleIdx="2" presStyleCnt="4">
        <dgm:presLayoutVars>
          <dgm:chMax val="0"/>
          <dgm:bulletEnabled val="1"/>
        </dgm:presLayoutVars>
      </dgm:prSet>
      <dgm:spPr/>
    </dgm:pt>
    <dgm:pt modelId="{CE237DCA-D83E-4821-A943-277B7F81FE8A}" type="pres">
      <dgm:prSet presAssocID="{CE20F508-35E4-4DCD-A309-157EBF621D52}" presName="negativeSpace" presStyleCnt="0"/>
      <dgm:spPr/>
    </dgm:pt>
    <dgm:pt modelId="{688CF4F3-702E-41B6-BEE3-9DC357EE5123}" type="pres">
      <dgm:prSet presAssocID="{CE20F508-35E4-4DCD-A309-157EBF621D52}" presName="childText" presStyleLbl="conFgAcc1" presStyleIdx="2" presStyleCnt="4">
        <dgm:presLayoutVars>
          <dgm:bulletEnabled val="1"/>
        </dgm:presLayoutVars>
      </dgm:prSet>
      <dgm:spPr/>
    </dgm:pt>
    <dgm:pt modelId="{8E35B8EB-4601-4A3C-9CF4-AEA48409CE87}" type="pres">
      <dgm:prSet presAssocID="{AB910C0F-4FAF-4805-B1AE-33CC285FB11E}" presName="spaceBetweenRectangles" presStyleCnt="0"/>
      <dgm:spPr/>
    </dgm:pt>
    <dgm:pt modelId="{DD162770-350E-4BFB-BF28-0B310D512502}" type="pres">
      <dgm:prSet presAssocID="{9A3A8EB7-AF21-402E-9845-50CD41D5ECB0}" presName="parentLin" presStyleCnt="0"/>
      <dgm:spPr/>
    </dgm:pt>
    <dgm:pt modelId="{0C4E45DC-D828-4CA7-BC7A-9E2108DA6B56}" type="pres">
      <dgm:prSet presAssocID="{9A3A8EB7-AF21-402E-9845-50CD41D5ECB0}" presName="parentLeftMargin" presStyleLbl="node1" presStyleIdx="2" presStyleCnt="4"/>
      <dgm:spPr/>
    </dgm:pt>
    <dgm:pt modelId="{207B2F6F-1EA1-47FB-9F74-8271AB8177F6}" type="pres">
      <dgm:prSet presAssocID="{9A3A8EB7-AF21-402E-9845-50CD41D5ECB0}" presName="parentText" presStyleLbl="node1" presStyleIdx="3" presStyleCnt="4">
        <dgm:presLayoutVars>
          <dgm:chMax val="0"/>
          <dgm:bulletEnabled val="1"/>
        </dgm:presLayoutVars>
      </dgm:prSet>
      <dgm:spPr/>
    </dgm:pt>
    <dgm:pt modelId="{95829D26-412B-4CF3-9847-C67CF9236010}" type="pres">
      <dgm:prSet presAssocID="{9A3A8EB7-AF21-402E-9845-50CD41D5ECB0}" presName="negativeSpace" presStyleCnt="0"/>
      <dgm:spPr/>
    </dgm:pt>
    <dgm:pt modelId="{7349DE71-32D0-4D05-8E6C-A1BCEFF15BAE}" type="pres">
      <dgm:prSet presAssocID="{9A3A8EB7-AF21-402E-9845-50CD41D5ECB0}" presName="childText" presStyleLbl="conFgAcc1" presStyleIdx="3" presStyleCnt="4">
        <dgm:presLayoutVars>
          <dgm:bulletEnabled val="1"/>
        </dgm:presLayoutVars>
      </dgm:prSet>
      <dgm:spPr/>
    </dgm:pt>
  </dgm:ptLst>
  <dgm:cxnLst>
    <dgm:cxn modelId="{61700F3F-2B75-40B0-B029-78CC7C4EFFDE}" type="presOf" srcId="{CE20F508-35E4-4DCD-A309-157EBF621D52}" destId="{EE84C178-CC87-45C2-A971-2D09CB71CD4F}" srcOrd="0" destOrd="0" presId="urn:microsoft.com/office/officeart/2005/8/layout/list1"/>
    <dgm:cxn modelId="{FCB77F44-1041-46BF-9E54-535AC09C4E6E}" type="presOf" srcId="{65D47D5F-C6A0-4072-87AA-1638B3C4D844}" destId="{67E45937-7CC4-410F-A3E6-BB6D91DE7724}" srcOrd="1" destOrd="0" presId="urn:microsoft.com/office/officeart/2005/8/layout/list1"/>
    <dgm:cxn modelId="{BD8FB674-FD92-4490-B25B-94DCC3854ECA}" srcId="{14EF3ECA-E722-4DCF-9C13-003CA592E5FE}" destId="{97FB9412-0B8E-4BF8-868C-A69187DE88CE}" srcOrd="0" destOrd="0" parTransId="{B638999C-D3FF-4502-B3C5-B1AD8ED45084}" sibTransId="{B83D78D9-D600-4B08-9EBE-13F970CEB112}"/>
    <dgm:cxn modelId="{011EBA79-F4AF-4E4C-9661-929DE5F4BCCB}" type="presOf" srcId="{97FB9412-0B8E-4BF8-868C-A69187DE88CE}" destId="{4A3E2BBC-5E24-44F2-BBA9-8ACB9AE81A08}" srcOrd="1" destOrd="0" presId="urn:microsoft.com/office/officeart/2005/8/layout/list1"/>
    <dgm:cxn modelId="{28C5DC7A-57A2-4115-BAE9-052CC625B46E}" type="presOf" srcId="{65D47D5F-C6A0-4072-87AA-1638B3C4D844}" destId="{93A4FDF5-EE4E-4A66-B19A-CA01598C39A3}" srcOrd="0" destOrd="0" presId="urn:microsoft.com/office/officeart/2005/8/layout/list1"/>
    <dgm:cxn modelId="{E2883C7C-08F6-4A07-8D8C-56B31D12BFEE}" type="presOf" srcId="{97FB9412-0B8E-4BF8-868C-A69187DE88CE}" destId="{5D0DD19B-AE8A-436B-B497-793DD3737F23}" srcOrd="0" destOrd="0" presId="urn:microsoft.com/office/officeart/2005/8/layout/list1"/>
    <dgm:cxn modelId="{F162EE7C-0EE0-4D8F-97EF-FA908FDC370D}" srcId="{14EF3ECA-E722-4DCF-9C13-003CA592E5FE}" destId="{65D47D5F-C6A0-4072-87AA-1638B3C4D844}" srcOrd="1" destOrd="0" parTransId="{53570B3B-F9DD-435B-BEF0-1468F1A46496}" sibTransId="{C4A24157-59B4-4F2D-A6C9-AFB2917D870A}"/>
    <dgm:cxn modelId="{565BD581-A5CA-4013-9CFF-2475168C9A36}" srcId="{14EF3ECA-E722-4DCF-9C13-003CA592E5FE}" destId="{CE20F508-35E4-4DCD-A309-157EBF621D52}" srcOrd="2" destOrd="0" parTransId="{BC72ACD7-3E7C-4AA6-A892-52449A9915C1}" sibTransId="{AB910C0F-4FAF-4805-B1AE-33CC285FB11E}"/>
    <dgm:cxn modelId="{2024D6AB-5806-4EC4-AAD2-3F00742A9177}" srcId="{14EF3ECA-E722-4DCF-9C13-003CA592E5FE}" destId="{9A3A8EB7-AF21-402E-9845-50CD41D5ECB0}" srcOrd="3" destOrd="0" parTransId="{69B165C0-A791-406F-A1A3-94DDF327B3E1}" sibTransId="{606C9DC2-32E2-49EF-94AE-14F7F88C7A0C}"/>
    <dgm:cxn modelId="{A63D7BB2-915A-48E3-B24A-D87672E3B983}" type="presOf" srcId="{9A3A8EB7-AF21-402E-9845-50CD41D5ECB0}" destId="{207B2F6F-1EA1-47FB-9F74-8271AB8177F6}" srcOrd="1" destOrd="0" presId="urn:microsoft.com/office/officeart/2005/8/layout/list1"/>
    <dgm:cxn modelId="{6E484BC0-828C-42CD-ADA5-3F825BDF96AD}" type="presOf" srcId="{9A3A8EB7-AF21-402E-9845-50CD41D5ECB0}" destId="{0C4E45DC-D828-4CA7-BC7A-9E2108DA6B56}" srcOrd="0" destOrd="0" presId="urn:microsoft.com/office/officeart/2005/8/layout/list1"/>
    <dgm:cxn modelId="{6684D7C1-A85A-41D0-A7EF-B6849296A43F}" type="presOf" srcId="{14EF3ECA-E722-4DCF-9C13-003CA592E5FE}" destId="{DC443A59-2A95-42CF-8579-1F18966E5F22}" srcOrd="0" destOrd="0" presId="urn:microsoft.com/office/officeart/2005/8/layout/list1"/>
    <dgm:cxn modelId="{CE7B30C4-2891-4730-B6C4-1FA75D682089}" type="presOf" srcId="{CE20F508-35E4-4DCD-A309-157EBF621D52}" destId="{4AC983A3-B3DB-4ABD-8AB8-D3F2780443F8}" srcOrd="1" destOrd="0" presId="urn:microsoft.com/office/officeart/2005/8/layout/list1"/>
    <dgm:cxn modelId="{8219D707-F42A-4A9E-BC8A-E376DABD5649}" type="presParOf" srcId="{DC443A59-2A95-42CF-8579-1F18966E5F22}" destId="{CC69AAD8-FBF0-41AD-B64A-40C9A73E87D2}" srcOrd="0" destOrd="0" presId="urn:microsoft.com/office/officeart/2005/8/layout/list1"/>
    <dgm:cxn modelId="{30CE45C1-6966-4C9F-8EF0-14E1070B5248}" type="presParOf" srcId="{CC69AAD8-FBF0-41AD-B64A-40C9A73E87D2}" destId="{5D0DD19B-AE8A-436B-B497-793DD3737F23}" srcOrd="0" destOrd="0" presId="urn:microsoft.com/office/officeart/2005/8/layout/list1"/>
    <dgm:cxn modelId="{64A1DC1C-85A2-4F66-9794-C1BA6F052D2B}" type="presParOf" srcId="{CC69AAD8-FBF0-41AD-B64A-40C9A73E87D2}" destId="{4A3E2BBC-5E24-44F2-BBA9-8ACB9AE81A08}" srcOrd="1" destOrd="0" presId="urn:microsoft.com/office/officeart/2005/8/layout/list1"/>
    <dgm:cxn modelId="{1883E4FF-23FD-4BBD-8DD5-ACF2CE123827}" type="presParOf" srcId="{DC443A59-2A95-42CF-8579-1F18966E5F22}" destId="{CF4BCB1E-C108-4D1C-A5EE-367E6C4BFFE9}" srcOrd="1" destOrd="0" presId="urn:microsoft.com/office/officeart/2005/8/layout/list1"/>
    <dgm:cxn modelId="{4625D8A6-4999-40B2-B3BF-1ED92572073F}" type="presParOf" srcId="{DC443A59-2A95-42CF-8579-1F18966E5F22}" destId="{35CCE8FE-95EE-4056-B33E-DCA1CCE22BB7}" srcOrd="2" destOrd="0" presId="urn:microsoft.com/office/officeart/2005/8/layout/list1"/>
    <dgm:cxn modelId="{FA757814-BCFF-4BD3-8267-C739EC093AA6}" type="presParOf" srcId="{DC443A59-2A95-42CF-8579-1F18966E5F22}" destId="{FD590B0F-7B78-478B-974E-1EE1DFE5AF4D}" srcOrd="3" destOrd="0" presId="urn:microsoft.com/office/officeart/2005/8/layout/list1"/>
    <dgm:cxn modelId="{851D6240-6248-45DB-B3E1-A409897B857D}" type="presParOf" srcId="{DC443A59-2A95-42CF-8579-1F18966E5F22}" destId="{6B5B49A6-9A25-4B0B-9EAC-5E891D8959A0}" srcOrd="4" destOrd="0" presId="urn:microsoft.com/office/officeart/2005/8/layout/list1"/>
    <dgm:cxn modelId="{DE817111-6771-4845-AFC8-1137026FD578}" type="presParOf" srcId="{6B5B49A6-9A25-4B0B-9EAC-5E891D8959A0}" destId="{93A4FDF5-EE4E-4A66-B19A-CA01598C39A3}" srcOrd="0" destOrd="0" presId="urn:microsoft.com/office/officeart/2005/8/layout/list1"/>
    <dgm:cxn modelId="{C7E6F22F-F0A9-4842-A0D3-8868DA4846DC}" type="presParOf" srcId="{6B5B49A6-9A25-4B0B-9EAC-5E891D8959A0}" destId="{67E45937-7CC4-410F-A3E6-BB6D91DE7724}" srcOrd="1" destOrd="0" presId="urn:microsoft.com/office/officeart/2005/8/layout/list1"/>
    <dgm:cxn modelId="{F9AD5088-A7D0-4D74-8C6D-67B3D7FF4E29}" type="presParOf" srcId="{DC443A59-2A95-42CF-8579-1F18966E5F22}" destId="{A1F3B7A7-C045-4969-A394-D9A631A2435C}" srcOrd="5" destOrd="0" presId="urn:microsoft.com/office/officeart/2005/8/layout/list1"/>
    <dgm:cxn modelId="{AB71CFC2-B03A-45A5-8838-6E8AA3B8DFEA}" type="presParOf" srcId="{DC443A59-2A95-42CF-8579-1F18966E5F22}" destId="{16DA87D1-7110-4CDC-AF25-7088FE8AF2CB}" srcOrd="6" destOrd="0" presId="urn:microsoft.com/office/officeart/2005/8/layout/list1"/>
    <dgm:cxn modelId="{210B9424-5713-4B8B-8686-AD87ABB63B24}" type="presParOf" srcId="{DC443A59-2A95-42CF-8579-1F18966E5F22}" destId="{9E6EF598-97B9-435A-A3AC-10C70F86771E}" srcOrd="7" destOrd="0" presId="urn:microsoft.com/office/officeart/2005/8/layout/list1"/>
    <dgm:cxn modelId="{E0CE8F13-27DA-4CEC-850A-39B76B44D473}" type="presParOf" srcId="{DC443A59-2A95-42CF-8579-1F18966E5F22}" destId="{E76D1A16-ECBA-426B-8DB9-5958112D468C}" srcOrd="8" destOrd="0" presId="urn:microsoft.com/office/officeart/2005/8/layout/list1"/>
    <dgm:cxn modelId="{B1774C41-5629-4B96-AAEC-FF5D1F11ED4A}" type="presParOf" srcId="{E76D1A16-ECBA-426B-8DB9-5958112D468C}" destId="{EE84C178-CC87-45C2-A971-2D09CB71CD4F}" srcOrd="0" destOrd="0" presId="urn:microsoft.com/office/officeart/2005/8/layout/list1"/>
    <dgm:cxn modelId="{FE0D325D-0D43-4A72-9980-096261F35D15}" type="presParOf" srcId="{E76D1A16-ECBA-426B-8DB9-5958112D468C}" destId="{4AC983A3-B3DB-4ABD-8AB8-D3F2780443F8}" srcOrd="1" destOrd="0" presId="urn:microsoft.com/office/officeart/2005/8/layout/list1"/>
    <dgm:cxn modelId="{474B60A0-BBE1-4658-9518-5E13E4443220}" type="presParOf" srcId="{DC443A59-2A95-42CF-8579-1F18966E5F22}" destId="{CE237DCA-D83E-4821-A943-277B7F81FE8A}" srcOrd="9" destOrd="0" presId="urn:microsoft.com/office/officeart/2005/8/layout/list1"/>
    <dgm:cxn modelId="{0479B09F-A57D-42DD-BD44-52F22E8E80DF}" type="presParOf" srcId="{DC443A59-2A95-42CF-8579-1F18966E5F22}" destId="{688CF4F3-702E-41B6-BEE3-9DC357EE5123}" srcOrd="10" destOrd="0" presId="urn:microsoft.com/office/officeart/2005/8/layout/list1"/>
    <dgm:cxn modelId="{F234ACA9-AE3E-4632-8A5F-4A2EA8ABA58C}" type="presParOf" srcId="{DC443A59-2A95-42CF-8579-1F18966E5F22}" destId="{8E35B8EB-4601-4A3C-9CF4-AEA48409CE87}" srcOrd="11" destOrd="0" presId="urn:microsoft.com/office/officeart/2005/8/layout/list1"/>
    <dgm:cxn modelId="{6DDFEC8D-B52E-4AB8-99CF-F04AAC8D2C82}" type="presParOf" srcId="{DC443A59-2A95-42CF-8579-1F18966E5F22}" destId="{DD162770-350E-4BFB-BF28-0B310D512502}" srcOrd="12" destOrd="0" presId="urn:microsoft.com/office/officeart/2005/8/layout/list1"/>
    <dgm:cxn modelId="{AE25D480-C382-41DA-AE45-6645A229D008}" type="presParOf" srcId="{DD162770-350E-4BFB-BF28-0B310D512502}" destId="{0C4E45DC-D828-4CA7-BC7A-9E2108DA6B56}" srcOrd="0" destOrd="0" presId="urn:microsoft.com/office/officeart/2005/8/layout/list1"/>
    <dgm:cxn modelId="{B24F02E5-3722-4974-96D3-3E9C25109758}" type="presParOf" srcId="{DD162770-350E-4BFB-BF28-0B310D512502}" destId="{207B2F6F-1EA1-47FB-9F74-8271AB8177F6}" srcOrd="1" destOrd="0" presId="urn:microsoft.com/office/officeart/2005/8/layout/list1"/>
    <dgm:cxn modelId="{CE88D511-966E-48BC-9F20-323ABCB99DAA}" type="presParOf" srcId="{DC443A59-2A95-42CF-8579-1F18966E5F22}" destId="{95829D26-412B-4CF3-9847-C67CF9236010}" srcOrd="13" destOrd="0" presId="urn:microsoft.com/office/officeart/2005/8/layout/list1"/>
    <dgm:cxn modelId="{EA4695B6-B10A-4A0A-8155-3B9FFB95C9F3}" type="presParOf" srcId="{DC443A59-2A95-42CF-8579-1F18966E5F22}" destId="{7349DE71-32D0-4D05-8E6C-A1BCEFF15BAE}"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FF187E-9A20-44A6-9D7B-B554D5CA3C60}" type="doc">
      <dgm:prSet loTypeId="urn:microsoft.com/office/officeart/2008/layout/VerticalCurvedList" loCatId="list" qsTypeId="urn:microsoft.com/office/officeart/2005/8/quickstyle/3d2" qsCatId="3D" csTypeId="urn:microsoft.com/office/officeart/2005/8/colors/colorful1" csCatId="colorful" phldr="1"/>
      <dgm:spPr/>
      <dgm:t>
        <a:bodyPr/>
        <a:lstStyle/>
        <a:p>
          <a:endParaRPr lang="en-US"/>
        </a:p>
      </dgm:t>
    </dgm:pt>
    <dgm:pt modelId="{41585A61-3842-4037-A3CE-22BBAD0FAB25}">
      <dgm:prSet phldrT="[Text]"/>
      <dgm:spPr>
        <a:solidFill>
          <a:schemeClr val="accent1">
            <a:lumMod val="75000"/>
          </a:schemeClr>
        </a:solidFill>
      </dgm:spPr>
      <dgm:t>
        <a:bodyPr/>
        <a:lstStyle/>
        <a:p>
          <a:r>
            <a:rPr lang="en-US" dirty="0">
              <a:ea typeface="+mn-lt"/>
              <a:cs typeface="+mn-lt"/>
            </a:rPr>
            <a:t>[1] J. Xu, L. Chen, H. Xing, and W. Tian, “Causation Correlation Analysis of Aviation Accidents: A Knowledge Graph-Based Approach,” Applied Sciences 2024, Vol. 14, Page 6887, vol. 14, no. 16, p. 6887, Aug. 2024, </a:t>
          </a:r>
          <a:r>
            <a:rPr lang="en-US" dirty="0" err="1">
              <a:ea typeface="+mn-lt"/>
              <a:cs typeface="+mn-lt"/>
            </a:rPr>
            <a:t>doi</a:t>
          </a:r>
          <a:r>
            <a:rPr lang="en-US" dirty="0">
              <a:ea typeface="+mn-lt"/>
              <a:cs typeface="+mn-lt"/>
            </a:rPr>
            <a:t>: 10.3390/APP14166887.</a:t>
          </a:r>
          <a:endParaRPr lang="en-US" dirty="0"/>
        </a:p>
      </dgm:t>
    </dgm:pt>
    <dgm:pt modelId="{E9FE70C3-FF57-4239-B677-241131A10115}" type="parTrans" cxnId="{0291E449-54D6-499C-A70B-656B13813C0B}">
      <dgm:prSet/>
      <dgm:spPr/>
      <dgm:t>
        <a:bodyPr/>
        <a:lstStyle/>
        <a:p>
          <a:endParaRPr lang="en-US"/>
        </a:p>
      </dgm:t>
    </dgm:pt>
    <dgm:pt modelId="{0443F13F-F650-41F6-B8A3-E7AD71CEC29B}" type="sibTrans" cxnId="{0291E449-54D6-499C-A70B-656B13813C0B}">
      <dgm:prSet/>
      <dgm:spPr/>
      <dgm:t>
        <a:bodyPr/>
        <a:lstStyle/>
        <a:p>
          <a:endParaRPr lang="en-US"/>
        </a:p>
      </dgm:t>
    </dgm:pt>
    <dgm:pt modelId="{C3A0D279-A388-4705-8335-783EBB030E80}">
      <dgm:prSet phldrT="[Text]"/>
      <dgm:spPr>
        <a:solidFill>
          <a:schemeClr val="accent2"/>
        </a:solidFill>
      </dgm:spPr>
      <dgm:t>
        <a:bodyPr/>
        <a:lstStyle/>
        <a:p>
          <a:r>
            <a:rPr lang="en-US">
              <a:ea typeface="+mn-lt"/>
              <a:cs typeface="+mn-lt"/>
            </a:rPr>
            <a:t>[2] G. Li and S. P. Baker, “Crash risk in general aviation,” JAMA, vol. 297, no. 14, pp. 1596–1598, Apr. 2007, </a:t>
          </a:r>
          <a:r>
            <a:rPr lang="en-US" err="1">
              <a:ea typeface="+mn-lt"/>
              <a:cs typeface="+mn-lt"/>
            </a:rPr>
            <a:t>doi</a:t>
          </a:r>
          <a:r>
            <a:rPr lang="en-US">
              <a:ea typeface="+mn-lt"/>
              <a:cs typeface="+mn-lt"/>
            </a:rPr>
            <a:t>: 10.1001/JAMA.297.14.1596.</a:t>
          </a:r>
          <a:endParaRPr lang="en-US"/>
        </a:p>
      </dgm:t>
    </dgm:pt>
    <dgm:pt modelId="{5C98BCBB-5C8A-4FCC-827D-3420606107C1}" type="parTrans" cxnId="{CE4B5249-5E2A-499E-BE70-8A86FD1EB9FF}">
      <dgm:prSet/>
      <dgm:spPr/>
      <dgm:t>
        <a:bodyPr/>
        <a:lstStyle/>
        <a:p>
          <a:endParaRPr lang="en-US"/>
        </a:p>
      </dgm:t>
    </dgm:pt>
    <dgm:pt modelId="{CA0E98B2-5B11-46B6-9196-8056FF724A70}" type="sibTrans" cxnId="{CE4B5249-5E2A-499E-BE70-8A86FD1EB9FF}">
      <dgm:prSet/>
      <dgm:spPr/>
      <dgm:t>
        <a:bodyPr/>
        <a:lstStyle/>
        <a:p>
          <a:endParaRPr lang="en-US"/>
        </a:p>
      </dgm:t>
    </dgm:pt>
    <dgm:pt modelId="{BC703E8D-CFA7-4250-B42E-3A26EF6C0FEE}">
      <dgm:prSet phldrT="[Text]"/>
      <dgm:spPr>
        <a:solidFill>
          <a:schemeClr val="accent3"/>
        </a:solidFill>
      </dgm:spPr>
      <dgm:t>
        <a:bodyPr/>
        <a:lstStyle/>
        <a:p>
          <a:r>
            <a:rPr lang="en-US">
              <a:ea typeface="+mn-lt"/>
              <a:cs typeface="+mn-lt"/>
            </a:rPr>
            <a:t>[3] G. D. Israel, “Determining Sample Size 1”, Accessed: Apr. 05, 2026. [Online]. Available: </a:t>
          </a:r>
          <a:r>
            <a:rPr lang="en-US">
              <a:ea typeface="+mn-lt"/>
              <a:cs typeface="+mn-lt"/>
              <a:hlinkClick xmlns:r="http://schemas.openxmlformats.org/officeDocument/2006/relationships" r:id="rId1"/>
            </a:rPr>
            <a:t>http://edis.ifas.ufl.edu</a:t>
          </a:r>
          <a:r>
            <a:rPr lang="en-US">
              <a:ea typeface="+mn-lt"/>
              <a:cs typeface="+mn-lt"/>
            </a:rPr>
            <a:t>.</a:t>
          </a:r>
          <a:endParaRPr lang="en-US"/>
        </a:p>
      </dgm:t>
    </dgm:pt>
    <dgm:pt modelId="{DAC64858-183E-42CC-AFC4-784C8130583E}" type="parTrans" cxnId="{C62C2A5D-A2D0-40F0-AD08-6DD3692E1BCA}">
      <dgm:prSet/>
      <dgm:spPr/>
      <dgm:t>
        <a:bodyPr/>
        <a:lstStyle/>
        <a:p>
          <a:endParaRPr lang="en-US"/>
        </a:p>
      </dgm:t>
    </dgm:pt>
    <dgm:pt modelId="{88DE579E-8446-4F18-9D56-8B453BA33B3A}" type="sibTrans" cxnId="{C62C2A5D-A2D0-40F0-AD08-6DD3692E1BCA}">
      <dgm:prSet/>
      <dgm:spPr/>
      <dgm:t>
        <a:bodyPr/>
        <a:lstStyle/>
        <a:p>
          <a:endParaRPr lang="en-US"/>
        </a:p>
      </dgm:t>
    </dgm:pt>
    <dgm:pt modelId="{8D7326CB-978B-4CB6-A575-E7B5B9E511D6}">
      <dgm:prSet phldrT="[Text]"/>
      <dgm:spPr>
        <a:solidFill>
          <a:schemeClr val="accent4"/>
        </a:solidFill>
      </dgm:spPr>
      <dgm:t>
        <a:bodyPr/>
        <a:lstStyle/>
        <a:p>
          <a:r>
            <a:rPr lang="en-US">
              <a:ea typeface="+mn-lt"/>
              <a:cs typeface="+mn-lt"/>
            </a:rPr>
            <a:t>[4] Y. Zheng et al., “Causal-learn: Causal Discovery in Python Mingming Gong 4,” Journal of Machine Learning Research, vol. 25, pp. 1–7, 2024, Accessed: Apr. 05, 2026. [Online]. Available: </a:t>
          </a:r>
          <a:r>
            <a:rPr lang="en-US">
              <a:ea typeface="+mn-lt"/>
              <a:cs typeface="+mn-lt"/>
              <a:hlinkClick xmlns:r="http://schemas.openxmlformats.org/officeDocument/2006/relationships" r:id="rId2"/>
            </a:rPr>
            <a:t>https://github.com/py-why/</a:t>
          </a:r>
          <a:endParaRPr lang="en-US"/>
        </a:p>
      </dgm:t>
    </dgm:pt>
    <dgm:pt modelId="{D345233D-715F-4397-B6AD-BC07C57B8791}" type="parTrans" cxnId="{6329C3B3-BF07-461B-B5B8-AA98C206AC37}">
      <dgm:prSet/>
      <dgm:spPr/>
      <dgm:t>
        <a:bodyPr/>
        <a:lstStyle/>
        <a:p>
          <a:endParaRPr lang="en-US"/>
        </a:p>
      </dgm:t>
    </dgm:pt>
    <dgm:pt modelId="{C7832474-1E52-402D-9C49-3AAE085A5E00}" type="sibTrans" cxnId="{6329C3B3-BF07-461B-B5B8-AA98C206AC37}">
      <dgm:prSet/>
      <dgm:spPr/>
      <dgm:t>
        <a:bodyPr/>
        <a:lstStyle/>
        <a:p>
          <a:endParaRPr lang="en-US"/>
        </a:p>
      </dgm:t>
    </dgm:pt>
    <dgm:pt modelId="{BBB0E23D-3EDE-4F72-B0FD-3A1B04202C1D}">
      <dgm:prSet phldrT="[Text]"/>
      <dgm:spPr>
        <a:solidFill>
          <a:schemeClr val="accent5"/>
        </a:solidFill>
      </dgm:spPr>
      <dgm:t>
        <a:bodyPr/>
        <a:lstStyle/>
        <a:p>
          <a:r>
            <a:rPr lang="en-US">
              <a:ea typeface="+mn-lt"/>
              <a:cs typeface="+mn-lt"/>
            </a:rPr>
            <a:t>[5] P. Spirtes, C. Glymour, and R. Scheines, “Causation, Prediction, and Search”. </a:t>
          </a:r>
          <a:endParaRPr lang="en-US"/>
        </a:p>
      </dgm:t>
    </dgm:pt>
    <dgm:pt modelId="{8BE97949-A067-4355-AD93-898370F102F5}" type="parTrans" cxnId="{436AF786-607E-450E-94DC-AC440FC79631}">
      <dgm:prSet/>
      <dgm:spPr/>
      <dgm:t>
        <a:bodyPr/>
        <a:lstStyle/>
        <a:p>
          <a:endParaRPr lang="en-US"/>
        </a:p>
      </dgm:t>
    </dgm:pt>
    <dgm:pt modelId="{4852ACFF-9F2A-4FBB-B732-09BAF11AA627}" type="sibTrans" cxnId="{436AF786-607E-450E-94DC-AC440FC79631}">
      <dgm:prSet/>
      <dgm:spPr/>
      <dgm:t>
        <a:bodyPr/>
        <a:lstStyle/>
        <a:p>
          <a:endParaRPr lang="en-US"/>
        </a:p>
      </dgm:t>
    </dgm:pt>
    <dgm:pt modelId="{C3AB1994-6400-4690-A880-2B397D108EAA}" type="pres">
      <dgm:prSet presAssocID="{1EFF187E-9A20-44A6-9D7B-B554D5CA3C60}" presName="Name0" presStyleCnt="0">
        <dgm:presLayoutVars>
          <dgm:chMax val="7"/>
          <dgm:chPref val="7"/>
          <dgm:dir/>
        </dgm:presLayoutVars>
      </dgm:prSet>
      <dgm:spPr/>
    </dgm:pt>
    <dgm:pt modelId="{42737CC6-F8B1-4CB1-89DB-F48185066174}" type="pres">
      <dgm:prSet presAssocID="{1EFF187E-9A20-44A6-9D7B-B554D5CA3C60}" presName="Name1" presStyleCnt="0"/>
      <dgm:spPr/>
    </dgm:pt>
    <dgm:pt modelId="{3BB270C9-B268-45F9-9F62-FEE4B2FDF2DF}" type="pres">
      <dgm:prSet presAssocID="{1EFF187E-9A20-44A6-9D7B-B554D5CA3C60}" presName="cycle" presStyleCnt="0"/>
      <dgm:spPr/>
    </dgm:pt>
    <dgm:pt modelId="{14A20C1F-C4C1-492C-835A-2B08677463EE}" type="pres">
      <dgm:prSet presAssocID="{1EFF187E-9A20-44A6-9D7B-B554D5CA3C60}" presName="srcNode" presStyleLbl="node1" presStyleIdx="0" presStyleCnt="5"/>
      <dgm:spPr/>
    </dgm:pt>
    <dgm:pt modelId="{44A2E8F3-F891-45F9-A7BB-D1D31F771F85}" type="pres">
      <dgm:prSet presAssocID="{1EFF187E-9A20-44A6-9D7B-B554D5CA3C60}" presName="conn" presStyleLbl="parChTrans1D2" presStyleIdx="0" presStyleCnt="1"/>
      <dgm:spPr/>
    </dgm:pt>
    <dgm:pt modelId="{563C398C-5BF1-4DD4-BFD4-B338135F59D7}" type="pres">
      <dgm:prSet presAssocID="{1EFF187E-9A20-44A6-9D7B-B554D5CA3C60}" presName="extraNode" presStyleLbl="node1" presStyleIdx="0" presStyleCnt="5"/>
      <dgm:spPr/>
    </dgm:pt>
    <dgm:pt modelId="{D3539BAB-F9E1-435F-998A-B2B8D11D47E8}" type="pres">
      <dgm:prSet presAssocID="{1EFF187E-9A20-44A6-9D7B-B554D5CA3C60}" presName="dstNode" presStyleLbl="node1" presStyleIdx="0" presStyleCnt="5"/>
      <dgm:spPr/>
    </dgm:pt>
    <dgm:pt modelId="{498463FA-1736-48D7-B92B-9B78F1CEA6E4}" type="pres">
      <dgm:prSet presAssocID="{41585A61-3842-4037-A3CE-22BBAD0FAB25}" presName="text_1" presStyleLbl="node1" presStyleIdx="0" presStyleCnt="5">
        <dgm:presLayoutVars>
          <dgm:bulletEnabled val="1"/>
        </dgm:presLayoutVars>
      </dgm:prSet>
      <dgm:spPr/>
    </dgm:pt>
    <dgm:pt modelId="{A2913C5B-D300-49EE-914D-7475CCA4E678}" type="pres">
      <dgm:prSet presAssocID="{41585A61-3842-4037-A3CE-22BBAD0FAB25}" presName="accent_1" presStyleCnt="0"/>
      <dgm:spPr/>
    </dgm:pt>
    <dgm:pt modelId="{87F86E48-C003-4330-8040-FDE751D3FC06}" type="pres">
      <dgm:prSet presAssocID="{41585A61-3842-4037-A3CE-22BBAD0FAB25}" presName="accentRepeatNode" presStyleLbl="solidFgAcc1" presStyleIdx="0" presStyleCnt="5"/>
      <dgm:spPr>
        <a:prstGeom prst="flowChartOnlineStorage">
          <a:avLst/>
        </a:prstGeom>
        <a:noFill/>
        <a:ln>
          <a:noFill/>
        </a:ln>
      </dgm:spPr>
    </dgm:pt>
    <dgm:pt modelId="{6C34AF81-5AC7-4DFE-8416-3AF11B76BCD9}" type="pres">
      <dgm:prSet presAssocID="{C3A0D279-A388-4705-8335-783EBB030E80}" presName="text_2" presStyleLbl="node1" presStyleIdx="1" presStyleCnt="5">
        <dgm:presLayoutVars>
          <dgm:bulletEnabled val="1"/>
        </dgm:presLayoutVars>
      </dgm:prSet>
      <dgm:spPr/>
    </dgm:pt>
    <dgm:pt modelId="{9E6956DE-4D9B-4B4B-BD48-6A0825DA3755}" type="pres">
      <dgm:prSet presAssocID="{C3A0D279-A388-4705-8335-783EBB030E80}" presName="accent_2" presStyleCnt="0"/>
      <dgm:spPr/>
    </dgm:pt>
    <dgm:pt modelId="{0ADF8C14-A277-4EB2-9121-C00756D16849}" type="pres">
      <dgm:prSet presAssocID="{C3A0D279-A388-4705-8335-783EBB030E80}" presName="accentRepeatNode" presStyleLbl="solidFgAcc1" presStyleIdx="1" presStyleCnt="5"/>
      <dgm:spPr>
        <a:noFill/>
        <a:ln>
          <a:noFill/>
        </a:ln>
      </dgm:spPr>
    </dgm:pt>
    <dgm:pt modelId="{BD6BBB50-3A57-4DAC-AE94-C6DC1FBD0C30}" type="pres">
      <dgm:prSet presAssocID="{BC703E8D-CFA7-4250-B42E-3A26EF6C0FEE}" presName="text_3" presStyleLbl="node1" presStyleIdx="2" presStyleCnt="5">
        <dgm:presLayoutVars>
          <dgm:bulletEnabled val="1"/>
        </dgm:presLayoutVars>
      </dgm:prSet>
      <dgm:spPr/>
    </dgm:pt>
    <dgm:pt modelId="{670488A0-AF38-4FF9-AB72-EE1F9CD35E6F}" type="pres">
      <dgm:prSet presAssocID="{BC703E8D-CFA7-4250-B42E-3A26EF6C0FEE}" presName="accent_3" presStyleCnt="0"/>
      <dgm:spPr/>
    </dgm:pt>
    <dgm:pt modelId="{C145EC2B-6563-4F34-BED2-0E3A4E3E0CCA}" type="pres">
      <dgm:prSet presAssocID="{BC703E8D-CFA7-4250-B42E-3A26EF6C0FEE}" presName="accentRepeatNode" presStyleLbl="solidFgAcc1" presStyleIdx="2" presStyleCnt="5"/>
      <dgm:spPr>
        <a:noFill/>
        <a:ln>
          <a:noFill/>
        </a:ln>
      </dgm:spPr>
    </dgm:pt>
    <dgm:pt modelId="{9FCD45FC-D5F5-402A-8592-8FA8CBDD4E65}" type="pres">
      <dgm:prSet presAssocID="{8D7326CB-978B-4CB6-A575-E7B5B9E511D6}" presName="text_4" presStyleLbl="node1" presStyleIdx="3" presStyleCnt="5">
        <dgm:presLayoutVars>
          <dgm:bulletEnabled val="1"/>
        </dgm:presLayoutVars>
      </dgm:prSet>
      <dgm:spPr/>
    </dgm:pt>
    <dgm:pt modelId="{82ED051E-9EDD-40F0-9D7F-862B40FF4352}" type="pres">
      <dgm:prSet presAssocID="{8D7326CB-978B-4CB6-A575-E7B5B9E511D6}" presName="accent_4" presStyleCnt="0"/>
      <dgm:spPr/>
    </dgm:pt>
    <dgm:pt modelId="{F9C43BF6-536F-42DA-AE49-092783E977F5}" type="pres">
      <dgm:prSet presAssocID="{8D7326CB-978B-4CB6-A575-E7B5B9E511D6}" presName="accentRepeatNode" presStyleLbl="solidFgAcc1" presStyleIdx="3" presStyleCnt="5"/>
      <dgm:spPr>
        <a:noFill/>
        <a:ln>
          <a:noFill/>
        </a:ln>
      </dgm:spPr>
    </dgm:pt>
    <dgm:pt modelId="{7275ECD8-3B13-409C-A394-B7A4398C735C}" type="pres">
      <dgm:prSet presAssocID="{BBB0E23D-3EDE-4F72-B0FD-3A1B04202C1D}" presName="text_5" presStyleLbl="node1" presStyleIdx="4" presStyleCnt="5">
        <dgm:presLayoutVars>
          <dgm:bulletEnabled val="1"/>
        </dgm:presLayoutVars>
      </dgm:prSet>
      <dgm:spPr/>
    </dgm:pt>
    <dgm:pt modelId="{63A24A7B-2529-4950-A1E4-8394734572DE}" type="pres">
      <dgm:prSet presAssocID="{BBB0E23D-3EDE-4F72-B0FD-3A1B04202C1D}" presName="accent_5" presStyleCnt="0"/>
      <dgm:spPr/>
    </dgm:pt>
    <dgm:pt modelId="{A14C7759-2187-49E0-AA02-F0E832F7F97A}" type="pres">
      <dgm:prSet presAssocID="{BBB0E23D-3EDE-4F72-B0FD-3A1B04202C1D}" presName="accentRepeatNode" presStyleLbl="solidFgAcc1" presStyleIdx="4" presStyleCnt="5"/>
      <dgm:spPr>
        <a:noFill/>
        <a:ln>
          <a:noFill/>
        </a:ln>
      </dgm:spPr>
    </dgm:pt>
  </dgm:ptLst>
  <dgm:cxnLst>
    <dgm:cxn modelId="{400F641F-0817-4683-AF9F-33F1362801BF}" type="presOf" srcId="{C3A0D279-A388-4705-8335-783EBB030E80}" destId="{6C34AF81-5AC7-4DFE-8416-3AF11B76BCD9}" srcOrd="0" destOrd="0" presId="urn:microsoft.com/office/officeart/2008/layout/VerticalCurvedList"/>
    <dgm:cxn modelId="{F715803B-15E7-4992-9C85-9EE59D4BA557}" type="presOf" srcId="{BBB0E23D-3EDE-4F72-B0FD-3A1B04202C1D}" destId="{7275ECD8-3B13-409C-A394-B7A4398C735C}" srcOrd="0" destOrd="0" presId="urn:microsoft.com/office/officeart/2008/layout/VerticalCurvedList"/>
    <dgm:cxn modelId="{C62C2A5D-A2D0-40F0-AD08-6DD3692E1BCA}" srcId="{1EFF187E-9A20-44A6-9D7B-B554D5CA3C60}" destId="{BC703E8D-CFA7-4250-B42E-3A26EF6C0FEE}" srcOrd="2" destOrd="0" parTransId="{DAC64858-183E-42CC-AFC4-784C8130583E}" sibTransId="{88DE579E-8446-4F18-9D56-8B453BA33B3A}"/>
    <dgm:cxn modelId="{CE4B5249-5E2A-499E-BE70-8A86FD1EB9FF}" srcId="{1EFF187E-9A20-44A6-9D7B-B554D5CA3C60}" destId="{C3A0D279-A388-4705-8335-783EBB030E80}" srcOrd="1" destOrd="0" parTransId="{5C98BCBB-5C8A-4FCC-827D-3420606107C1}" sibTransId="{CA0E98B2-5B11-46B6-9196-8056FF724A70}"/>
    <dgm:cxn modelId="{0291E449-54D6-499C-A70B-656B13813C0B}" srcId="{1EFF187E-9A20-44A6-9D7B-B554D5CA3C60}" destId="{41585A61-3842-4037-A3CE-22BBAD0FAB25}" srcOrd="0" destOrd="0" parTransId="{E9FE70C3-FF57-4239-B677-241131A10115}" sibTransId="{0443F13F-F650-41F6-B8A3-E7AD71CEC29B}"/>
    <dgm:cxn modelId="{AAF1D156-944F-486F-86C1-D1708EFC4112}" type="presOf" srcId="{1EFF187E-9A20-44A6-9D7B-B554D5CA3C60}" destId="{C3AB1994-6400-4690-A880-2B397D108EAA}" srcOrd="0" destOrd="0" presId="urn:microsoft.com/office/officeart/2008/layout/VerticalCurvedList"/>
    <dgm:cxn modelId="{436AF786-607E-450E-94DC-AC440FC79631}" srcId="{1EFF187E-9A20-44A6-9D7B-B554D5CA3C60}" destId="{BBB0E23D-3EDE-4F72-B0FD-3A1B04202C1D}" srcOrd="4" destOrd="0" parTransId="{8BE97949-A067-4355-AD93-898370F102F5}" sibTransId="{4852ACFF-9F2A-4FBB-B732-09BAF11AA627}"/>
    <dgm:cxn modelId="{3B27BE8B-6D75-4384-8616-45A1BA20A35B}" type="presOf" srcId="{BC703E8D-CFA7-4250-B42E-3A26EF6C0FEE}" destId="{BD6BBB50-3A57-4DAC-AE94-C6DC1FBD0C30}" srcOrd="0" destOrd="0" presId="urn:microsoft.com/office/officeart/2008/layout/VerticalCurvedList"/>
    <dgm:cxn modelId="{A6D39899-51A0-4C5A-AC35-792F2D9C4F27}" type="presOf" srcId="{0443F13F-F650-41F6-B8A3-E7AD71CEC29B}" destId="{44A2E8F3-F891-45F9-A7BB-D1D31F771F85}" srcOrd="0" destOrd="0" presId="urn:microsoft.com/office/officeart/2008/layout/VerticalCurvedList"/>
    <dgm:cxn modelId="{437BFDA4-83EA-4C6C-BDF7-44A56E4417F0}" type="presOf" srcId="{8D7326CB-978B-4CB6-A575-E7B5B9E511D6}" destId="{9FCD45FC-D5F5-402A-8592-8FA8CBDD4E65}" srcOrd="0" destOrd="0" presId="urn:microsoft.com/office/officeart/2008/layout/VerticalCurvedList"/>
    <dgm:cxn modelId="{6329C3B3-BF07-461B-B5B8-AA98C206AC37}" srcId="{1EFF187E-9A20-44A6-9D7B-B554D5CA3C60}" destId="{8D7326CB-978B-4CB6-A575-E7B5B9E511D6}" srcOrd="3" destOrd="0" parTransId="{D345233D-715F-4397-B6AD-BC07C57B8791}" sibTransId="{C7832474-1E52-402D-9C49-3AAE085A5E00}"/>
    <dgm:cxn modelId="{3D6F64E1-57B8-47AA-B012-5C9F1C847DD2}" type="presOf" srcId="{41585A61-3842-4037-A3CE-22BBAD0FAB25}" destId="{498463FA-1736-48D7-B92B-9B78F1CEA6E4}" srcOrd="0" destOrd="0" presId="urn:microsoft.com/office/officeart/2008/layout/VerticalCurvedList"/>
    <dgm:cxn modelId="{7FFDD39E-63C9-483F-9A56-5F5848426AEE}" type="presParOf" srcId="{C3AB1994-6400-4690-A880-2B397D108EAA}" destId="{42737CC6-F8B1-4CB1-89DB-F48185066174}" srcOrd="0" destOrd="0" presId="urn:microsoft.com/office/officeart/2008/layout/VerticalCurvedList"/>
    <dgm:cxn modelId="{6F675616-D988-48DB-8373-DEAE93D1D589}" type="presParOf" srcId="{42737CC6-F8B1-4CB1-89DB-F48185066174}" destId="{3BB270C9-B268-45F9-9F62-FEE4B2FDF2DF}" srcOrd="0" destOrd="0" presId="urn:microsoft.com/office/officeart/2008/layout/VerticalCurvedList"/>
    <dgm:cxn modelId="{6D25E4B8-07A2-4E3B-8E31-F365B8620051}" type="presParOf" srcId="{3BB270C9-B268-45F9-9F62-FEE4B2FDF2DF}" destId="{14A20C1F-C4C1-492C-835A-2B08677463EE}" srcOrd="0" destOrd="0" presId="urn:microsoft.com/office/officeart/2008/layout/VerticalCurvedList"/>
    <dgm:cxn modelId="{11A7A050-42DD-463F-BDAE-EB762DBEAE70}" type="presParOf" srcId="{3BB270C9-B268-45F9-9F62-FEE4B2FDF2DF}" destId="{44A2E8F3-F891-45F9-A7BB-D1D31F771F85}" srcOrd="1" destOrd="0" presId="urn:microsoft.com/office/officeart/2008/layout/VerticalCurvedList"/>
    <dgm:cxn modelId="{0C138BB7-8059-400D-A1C7-3580B70995CF}" type="presParOf" srcId="{3BB270C9-B268-45F9-9F62-FEE4B2FDF2DF}" destId="{563C398C-5BF1-4DD4-BFD4-B338135F59D7}" srcOrd="2" destOrd="0" presId="urn:microsoft.com/office/officeart/2008/layout/VerticalCurvedList"/>
    <dgm:cxn modelId="{83F2100E-953B-43DE-B2E2-6AE32FC4F2F7}" type="presParOf" srcId="{3BB270C9-B268-45F9-9F62-FEE4B2FDF2DF}" destId="{D3539BAB-F9E1-435F-998A-B2B8D11D47E8}" srcOrd="3" destOrd="0" presId="urn:microsoft.com/office/officeart/2008/layout/VerticalCurvedList"/>
    <dgm:cxn modelId="{11DFBA7D-6C25-4389-97ED-8B9732241957}" type="presParOf" srcId="{42737CC6-F8B1-4CB1-89DB-F48185066174}" destId="{498463FA-1736-48D7-B92B-9B78F1CEA6E4}" srcOrd="1" destOrd="0" presId="urn:microsoft.com/office/officeart/2008/layout/VerticalCurvedList"/>
    <dgm:cxn modelId="{8F07CC29-D89F-4BD4-B212-3A523FA74FC5}" type="presParOf" srcId="{42737CC6-F8B1-4CB1-89DB-F48185066174}" destId="{A2913C5B-D300-49EE-914D-7475CCA4E678}" srcOrd="2" destOrd="0" presId="urn:microsoft.com/office/officeart/2008/layout/VerticalCurvedList"/>
    <dgm:cxn modelId="{1C81FC65-940C-46E0-B940-0F7A5E3C64F8}" type="presParOf" srcId="{A2913C5B-D300-49EE-914D-7475CCA4E678}" destId="{87F86E48-C003-4330-8040-FDE751D3FC06}" srcOrd="0" destOrd="0" presId="urn:microsoft.com/office/officeart/2008/layout/VerticalCurvedList"/>
    <dgm:cxn modelId="{8458EB83-150C-41DC-A9AF-54AC09125472}" type="presParOf" srcId="{42737CC6-F8B1-4CB1-89DB-F48185066174}" destId="{6C34AF81-5AC7-4DFE-8416-3AF11B76BCD9}" srcOrd="3" destOrd="0" presId="urn:microsoft.com/office/officeart/2008/layout/VerticalCurvedList"/>
    <dgm:cxn modelId="{0F380C3E-3CAB-4809-A7AE-B7D46B7ADFAA}" type="presParOf" srcId="{42737CC6-F8B1-4CB1-89DB-F48185066174}" destId="{9E6956DE-4D9B-4B4B-BD48-6A0825DA3755}" srcOrd="4" destOrd="0" presId="urn:microsoft.com/office/officeart/2008/layout/VerticalCurvedList"/>
    <dgm:cxn modelId="{6B46FE23-8A34-4BE6-96FF-74DB4C825B59}" type="presParOf" srcId="{9E6956DE-4D9B-4B4B-BD48-6A0825DA3755}" destId="{0ADF8C14-A277-4EB2-9121-C00756D16849}" srcOrd="0" destOrd="0" presId="urn:microsoft.com/office/officeart/2008/layout/VerticalCurvedList"/>
    <dgm:cxn modelId="{216521BE-4F88-4953-976C-C9B16D923758}" type="presParOf" srcId="{42737CC6-F8B1-4CB1-89DB-F48185066174}" destId="{BD6BBB50-3A57-4DAC-AE94-C6DC1FBD0C30}" srcOrd="5" destOrd="0" presId="urn:microsoft.com/office/officeart/2008/layout/VerticalCurvedList"/>
    <dgm:cxn modelId="{2003E937-F52C-4EBB-BD70-F191C7A8AFC3}" type="presParOf" srcId="{42737CC6-F8B1-4CB1-89DB-F48185066174}" destId="{670488A0-AF38-4FF9-AB72-EE1F9CD35E6F}" srcOrd="6" destOrd="0" presId="urn:microsoft.com/office/officeart/2008/layout/VerticalCurvedList"/>
    <dgm:cxn modelId="{64B7DD7A-6031-48D1-A48A-1C658AC2A063}" type="presParOf" srcId="{670488A0-AF38-4FF9-AB72-EE1F9CD35E6F}" destId="{C145EC2B-6563-4F34-BED2-0E3A4E3E0CCA}" srcOrd="0" destOrd="0" presId="urn:microsoft.com/office/officeart/2008/layout/VerticalCurvedList"/>
    <dgm:cxn modelId="{7EB01F54-9DE0-4768-8D75-4E323350179D}" type="presParOf" srcId="{42737CC6-F8B1-4CB1-89DB-F48185066174}" destId="{9FCD45FC-D5F5-402A-8592-8FA8CBDD4E65}" srcOrd="7" destOrd="0" presId="urn:microsoft.com/office/officeart/2008/layout/VerticalCurvedList"/>
    <dgm:cxn modelId="{8F8E9B05-D020-4E98-9C07-1D62F377F23E}" type="presParOf" srcId="{42737CC6-F8B1-4CB1-89DB-F48185066174}" destId="{82ED051E-9EDD-40F0-9D7F-862B40FF4352}" srcOrd="8" destOrd="0" presId="urn:microsoft.com/office/officeart/2008/layout/VerticalCurvedList"/>
    <dgm:cxn modelId="{FB9AB5F4-DA20-49DC-8ADC-A4D7BACED517}" type="presParOf" srcId="{82ED051E-9EDD-40F0-9D7F-862B40FF4352}" destId="{F9C43BF6-536F-42DA-AE49-092783E977F5}" srcOrd="0" destOrd="0" presId="urn:microsoft.com/office/officeart/2008/layout/VerticalCurvedList"/>
    <dgm:cxn modelId="{384816CE-7CBD-4FDB-85F7-86AB298BAC62}" type="presParOf" srcId="{42737CC6-F8B1-4CB1-89DB-F48185066174}" destId="{7275ECD8-3B13-409C-A394-B7A4398C735C}" srcOrd="9" destOrd="0" presId="urn:microsoft.com/office/officeart/2008/layout/VerticalCurvedList"/>
    <dgm:cxn modelId="{8D03582A-3A94-4F2D-8628-A7B95CCF2165}" type="presParOf" srcId="{42737CC6-F8B1-4CB1-89DB-F48185066174}" destId="{63A24A7B-2529-4950-A1E4-8394734572DE}" srcOrd="10" destOrd="0" presId="urn:microsoft.com/office/officeart/2008/layout/VerticalCurvedList"/>
    <dgm:cxn modelId="{AE4C46BE-6992-4679-BF3B-B08DAA9F9CE8}" type="presParOf" srcId="{63A24A7B-2529-4950-A1E4-8394734572DE}" destId="{A14C7759-2187-49E0-AA02-F0E832F7F97A}"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1C279A-4D5C-478B-A0D7-48D85DBDF3FF}">
      <dsp:nvSpPr>
        <dsp:cNvPr id="0" name=""/>
        <dsp:cNvSpPr/>
      </dsp:nvSpPr>
      <dsp:spPr>
        <a:xfrm>
          <a:off x="2528" y="1023315"/>
          <a:ext cx="1149881" cy="67384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b="1" kern="1200">
              <a:ea typeface="+mn-lt"/>
              <a:cs typeface="+mn-lt"/>
            </a:rPr>
            <a:t>Learn Structure</a:t>
          </a:r>
          <a:endParaRPr lang="en-US" sz="1200" kern="1200"/>
        </a:p>
      </dsp:txBody>
      <dsp:txXfrm>
        <a:off x="2528" y="1023315"/>
        <a:ext cx="1149881" cy="449232"/>
      </dsp:txXfrm>
    </dsp:sp>
    <dsp:sp modelId="{90081E99-D8F9-4074-A3EC-EEF7D1C44114}">
      <dsp:nvSpPr>
        <dsp:cNvPr id="0" name=""/>
        <dsp:cNvSpPr/>
      </dsp:nvSpPr>
      <dsp:spPr>
        <a:xfrm>
          <a:off x="238046" y="1472547"/>
          <a:ext cx="1149881" cy="1382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None/>
          </a:pPr>
          <a:r>
            <a:rPr lang="en-US" sz="1200" kern="1200">
              <a:ea typeface="+mn-lt"/>
              <a:cs typeface="+mn-lt"/>
            </a:rPr>
            <a:t>FCI (Fast Causal Inference) algorithm </a:t>
          </a:r>
          <a:endParaRPr lang="en-US" sz="1200" kern="1200"/>
        </a:p>
        <a:p>
          <a:pPr marL="114300" lvl="1" indent="-114300" algn="l" defTabSz="533400">
            <a:lnSpc>
              <a:spcPct val="90000"/>
            </a:lnSpc>
            <a:spcBef>
              <a:spcPct val="0"/>
            </a:spcBef>
            <a:spcAft>
              <a:spcPct val="15000"/>
            </a:spcAft>
            <a:buChar char="•"/>
          </a:pPr>
          <a:r>
            <a:rPr lang="en-US" sz="1200" kern="1200">
              <a:ea typeface="+mn-lt"/>
              <a:cs typeface="+mn-lt"/>
            </a:rPr>
            <a:t>Accounts for hidden variables </a:t>
          </a:r>
        </a:p>
      </dsp:txBody>
      <dsp:txXfrm>
        <a:off x="271725" y="1506226"/>
        <a:ext cx="1082523" cy="1315042"/>
      </dsp:txXfrm>
    </dsp:sp>
    <dsp:sp modelId="{54108AD4-47C9-45E8-ACCB-0BF0E3D59FCC}">
      <dsp:nvSpPr>
        <dsp:cNvPr id="0" name=""/>
        <dsp:cNvSpPr/>
      </dsp:nvSpPr>
      <dsp:spPr>
        <a:xfrm>
          <a:off x="1326728" y="1104787"/>
          <a:ext cx="369553" cy="2862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326728" y="1162044"/>
        <a:ext cx="283667" cy="171773"/>
      </dsp:txXfrm>
    </dsp:sp>
    <dsp:sp modelId="{DC78B741-1E1D-42A0-89A7-C76DF4D69C40}">
      <dsp:nvSpPr>
        <dsp:cNvPr id="0" name=""/>
        <dsp:cNvSpPr/>
      </dsp:nvSpPr>
      <dsp:spPr>
        <a:xfrm>
          <a:off x="1849681" y="1023315"/>
          <a:ext cx="1149881" cy="67384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a:ea typeface="+mn-lt"/>
              <a:cs typeface="+mn-lt"/>
            </a:rPr>
            <a:t>Apply Assumptions</a:t>
          </a:r>
        </a:p>
      </dsp:txBody>
      <dsp:txXfrm>
        <a:off x="1849681" y="1023315"/>
        <a:ext cx="1149881" cy="449232"/>
      </dsp:txXfrm>
    </dsp:sp>
    <dsp:sp modelId="{B472EA5D-8A13-4191-BDF1-E6DAFE35BFA6}">
      <dsp:nvSpPr>
        <dsp:cNvPr id="0" name=""/>
        <dsp:cNvSpPr/>
      </dsp:nvSpPr>
      <dsp:spPr>
        <a:xfrm>
          <a:off x="2085199" y="1472547"/>
          <a:ext cx="1149881" cy="1382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43E1C4-6BDA-454D-A202-72F0224E9ACC}">
      <dsp:nvSpPr>
        <dsp:cNvPr id="0" name=""/>
        <dsp:cNvSpPr/>
      </dsp:nvSpPr>
      <dsp:spPr>
        <a:xfrm>
          <a:off x="3173881" y="1104787"/>
          <a:ext cx="369553" cy="28628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a:p>
          <a:pPr marL="0" lvl="0" indent="0" algn="ctr" defTabSz="222250">
            <a:lnSpc>
              <a:spcPct val="90000"/>
            </a:lnSpc>
            <a:spcBef>
              <a:spcPct val="0"/>
            </a:spcBef>
            <a:spcAft>
              <a:spcPct val="35000"/>
            </a:spcAft>
            <a:buNone/>
          </a:pPr>
          <a:endParaRPr lang="en-US" sz="500" kern="1200"/>
        </a:p>
      </dsp:txBody>
      <dsp:txXfrm>
        <a:off x="3173881" y="1162044"/>
        <a:ext cx="283667" cy="171773"/>
      </dsp:txXfrm>
    </dsp:sp>
    <dsp:sp modelId="{E1CF3D47-6C74-4117-B558-9530CDF47122}">
      <dsp:nvSpPr>
        <dsp:cNvPr id="0" name=""/>
        <dsp:cNvSpPr/>
      </dsp:nvSpPr>
      <dsp:spPr>
        <a:xfrm>
          <a:off x="3696834" y="1023315"/>
          <a:ext cx="1149881" cy="67384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b="1" kern="1200" dirty="0">
              <a:ea typeface="+mn-lt"/>
              <a:cs typeface="+mn-lt"/>
            </a:rPr>
            <a:t>Interpret Graph</a:t>
          </a:r>
          <a:endParaRPr lang="en-US" sz="1200" kern="1200" dirty="0"/>
        </a:p>
      </dsp:txBody>
      <dsp:txXfrm>
        <a:off x="3696834" y="1023315"/>
        <a:ext cx="1149881" cy="449232"/>
      </dsp:txXfrm>
    </dsp:sp>
    <dsp:sp modelId="{BDF054D7-357A-46CF-A647-B9F17835CA79}">
      <dsp:nvSpPr>
        <dsp:cNvPr id="0" name=""/>
        <dsp:cNvSpPr/>
      </dsp:nvSpPr>
      <dsp:spPr>
        <a:xfrm>
          <a:off x="3932352" y="1472547"/>
          <a:ext cx="1149881" cy="1382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None/>
          </a:pPr>
          <a:r>
            <a:rPr lang="en-US" sz="1200" kern="1200">
              <a:ea typeface="+mn-lt"/>
              <a:cs typeface="+mn-lt"/>
            </a:rPr>
            <a:t>Nodes = factors </a:t>
          </a:r>
          <a:endParaRPr lang="en-US" sz="1200" kern="1200"/>
        </a:p>
        <a:p>
          <a:pPr marL="114300" lvl="1" indent="-114300" algn="l" defTabSz="533400">
            <a:lnSpc>
              <a:spcPct val="90000"/>
            </a:lnSpc>
            <a:spcBef>
              <a:spcPct val="0"/>
            </a:spcBef>
            <a:spcAft>
              <a:spcPct val="15000"/>
            </a:spcAft>
            <a:buChar char="•"/>
          </a:pPr>
          <a:r>
            <a:rPr lang="en-US" sz="1200" kern="1200">
              <a:ea typeface="+mn-lt"/>
              <a:cs typeface="+mn-lt"/>
            </a:rPr>
            <a:t>Arrows = causal influence</a:t>
          </a:r>
          <a:endParaRPr lang="en-US" sz="1200" kern="1200"/>
        </a:p>
      </dsp:txBody>
      <dsp:txXfrm>
        <a:off x="3966031" y="1506226"/>
        <a:ext cx="1082523" cy="13150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CCE8FE-95EE-4056-B33E-DCA1CCE22BB7}">
      <dsp:nvSpPr>
        <dsp:cNvPr id="0" name=""/>
        <dsp:cNvSpPr/>
      </dsp:nvSpPr>
      <dsp:spPr>
        <a:xfrm>
          <a:off x="0" y="398379"/>
          <a:ext cx="10363200" cy="604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3E2BBC-5E24-44F2-BBA9-8ACB9AE81A08}">
      <dsp:nvSpPr>
        <dsp:cNvPr id="0" name=""/>
        <dsp:cNvSpPr/>
      </dsp:nvSpPr>
      <dsp:spPr>
        <a:xfrm>
          <a:off x="518160" y="44139"/>
          <a:ext cx="7254240" cy="7084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193" tIns="0" rIns="274193" bIns="0" numCol="1" spcCol="1270" anchor="ctr" anchorCtr="0">
          <a:noAutofit/>
        </a:bodyPr>
        <a:lstStyle/>
        <a:p>
          <a:pPr marL="0" lvl="0" indent="0" algn="l" defTabSz="1066800">
            <a:lnSpc>
              <a:spcPct val="90000"/>
            </a:lnSpc>
            <a:spcBef>
              <a:spcPct val="0"/>
            </a:spcBef>
            <a:spcAft>
              <a:spcPct val="35000"/>
            </a:spcAft>
            <a:buNone/>
          </a:pPr>
          <a:r>
            <a:rPr lang="en-US" sz="2400" kern="1200"/>
            <a:t>Only using data on </a:t>
          </a:r>
          <a:r>
            <a:rPr lang="en-US" sz="2400" b="1" kern="1200"/>
            <a:t>Major</a:t>
          </a:r>
          <a:r>
            <a:rPr lang="en-US" sz="2400" kern="1200"/>
            <a:t> fatal crashes, which is defined as &gt;1 Death</a:t>
          </a:r>
        </a:p>
      </dsp:txBody>
      <dsp:txXfrm>
        <a:off x="552745" y="78724"/>
        <a:ext cx="7185070" cy="639310"/>
      </dsp:txXfrm>
    </dsp:sp>
    <dsp:sp modelId="{16DA87D1-7110-4CDC-AF25-7088FE8AF2CB}">
      <dsp:nvSpPr>
        <dsp:cNvPr id="0" name=""/>
        <dsp:cNvSpPr/>
      </dsp:nvSpPr>
      <dsp:spPr>
        <a:xfrm>
          <a:off x="0" y="1487019"/>
          <a:ext cx="10363200" cy="604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7E45937-7CC4-410F-A3E6-BB6D91DE7724}">
      <dsp:nvSpPr>
        <dsp:cNvPr id="0" name=""/>
        <dsp:cNvSpPr/>
      </dsp:nvSpPr>
      <dsp:spPr>
        <a:xfrm>
          <a:off x="518160" y="1132779"/>
          <a:ext cx="7254240" cy="7084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193" tIns="0" rIns="274193" bIns="0" numCol="1" spcCol="1270" anchor="ctr" anchorCtr="0">
          <a:noAutofit/>
        </a:bodyPr>
        <a:lstStyle/>
        <a:p>
          <a:pPr marL="0" lvl="0" indent="0" algn="l" defTabSz="1066800">
            <a:lnSpc>
              <a:spcPct val="90000"/>
            </a:lnSpc>
            <a:spcBef>
              <a:spcPct val="0"/>
            </a:spcBef>
            <a:spcAft>
              <a:spcPct val="35000"/>
            </a:spcAft>
            <a:buNone/>
          </a:pPr>
          <a:r>
            <a:rPr lang="en-US" sz="2400" kern="1200"/>
            <a:t>Is tracing onto "High Lethality" which is defined as &gt;50% death rate.</a:t>
          </a:r>
        </a:p>
      </dsp:txBody>
      <dsp:txXfrm>
        <a:off x="552745" y="1167364"/>
        <a:ext cx="7185070" cy="639310"/>
      </dsp:txXfrm>
    </dsp:sp>
    <dsp:sp modelId="{688CF4F3-702E-41B6-BEE3-9DC357EE5123}">
      <dsp:nvSpPr>
        <dsp:cNvPr id="0" name=""/>
        <dsp:cNvSpPr/>
      </dsp:nvSpPr>
      <dsp:spPr>
        <a:xfrm>
          <a:off x="0" y="2575659"/>
          <a:ext cx="10363200" cy="604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C983A3-B3DB-4ABD-8AB8-D3F2780443F8}">
      <dsp:nvSpPr>
        <dsp:cNvPr id="0" name=""/>
        <dsp:cNvSpPr/>
      </dsp:nvSpPr>
      <dsp:spPr>
        <a:xfrm>
          <a:off x="518160" y="2221419"/>
          <a:ext cx="7254240" cy="7084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193" tIns="0" rIns="274193" bIns="0" numCol="1" spcCol="1270" anchor="ctr" anchorCtr="0">
          <a:noAutofit/>
        </a:bodyPr>
        <a:lstStyle/>
        <a:p>
          <a:pPr marL="0" lvl="0" indent="0" algn="l" defTabSz="1066800">
            <a:lnSpc>
              <a:spcPct val="90000"/>
            </a:lnSpc>
            <a:spcBef>
              <a:spcPct val="0"/>
            </a:spcBef>
            <a:spcAft>
              <a:spcPct val="35000"/>
            </a:spcAft>
            <a:buNone/>
          </a:pPr>
          <a:r>
            <a:rPr lang="en-US" sz="2400" kern="1200"/>
            <a:t>Excluded all events with an unknown/undetermined event summary.</a:t>
          </a:r>
        </a:p>
      </dsp:txBody>
      <dsp:txXfrm>
        <a:off x="552745" y="2256004"/>
        <a:ext cx="7185070" cy="639310"/>
      </dsp:txXfrm>
    </dsp:sp>
    <dsp:sp modelId="{7349DE71-32D0-4D05-8E6C-A1BCEFF15BAE}">
      <dsp:nvSpPr>
        <dsp:cNvPr id="0" name=""/>
        <dsp:cNvSpPr/>
      </dsp:nvSpPr>
      <dsp:spPr>
        <a:xfrm>
          <a:off x="0" y="3664299"/>
          <a:ext cx="10363200" cy="604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7B2F6F-1EA1-47FB-9F74-8271AB8177F6}">
      <dsp:nvSpPr>
        <dsp:cNvPr id="0" name=""/>
        <dsp:cNvSpPr/>
      </dsp:nvSpPr>
      <dsp:spPr>
        <a:xfrm>
          <a:off x="518160" y="3310059"/>
          <a:ext cx="7254240" cy="7084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4193" tIns="0" rIns="274193" bIns="0" numCol="1" spcCol="1270" anchor="ctr" anchorCtr="0">
          <a:noAutofit/>
        </a:bodyPr>
        <a:lstStyle/>
        <a:p>
          <a:pPr marL="0" lvl="0" indent="0" algn="l" defTabSz="1066800">
            <a:lnSpc>
              <a:spcPct val="90000"/>
            </a:lnSpc>
            <a:spcBef>
              <a:spcPct val="0"/>
            </a:spcBef>
            <a:spcAft>
              <a:spcPct val="35000"/>
            </a:spcAft>
            <a:buNone/>
          </a:pPr>
          <a:r>
            <a:rPr lang="en-US" sz="2400" kern="1200"/>
            <a:t>Excluding all 1 aboard, 1 death events</a:t>
          </a:r>
        </a:p>
      </dsp:txBody>
      <dsp:txXfrm>
        <a:off x="552745" y="3344644"/>
        <a:ext cx="7185070" cy="6393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A2E8F3-F891-45F9-A7BB-D1D31F771F85}">
      <dsp:nvSpPr>
        <dsp:cNvPr id="0" name=""/>
        <dsp:cNvSpPr/>
      </dsp:nvSpPr>
      <dsp:spPr>
        <a:xfrm>
          <a:off x="-5149321" y="-788780"/>
          <a:ext cx="6132099" cy="6132099"/>
        </a:xfrm>
        <a:prstGeom prst="blockArc">
          <a:avLst>
            <a:gd name="adj1" fmla="val 18900000"/>
            <a:gd name="adj2" fmla="val 2700000"/>
            <a:gd name="adj3" fmla="val 352"/>
          </a:avLst>
        </a:prstGeom>
        <a:noFill/>
        <a:ln w="25400"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2">
          <a:scrgbClr r="0" g="0" b="0"/>
        </a:lnRef>
        <a:fillRef idx="0">
          <a:scrgbClr r="0" g="0" b="0"/>
        </a:fillRef>
        <a:effectRef idx="0">
          <a:scrgbClr r="0" g="0" b="0"/>
        </a:effectRef>
        <a:fontRef idx="minor"/>
      </dsp:style>
    </dsp:sp>
    <dsp:sp modelId="{498463FA-1736-48D7-B92B-9B78F1CEA6E4}">
      <dsp:nvSpPr>
        <dsp:cNvPr id="0" name=""/>
        <dsp:cNvSpPr/>
      </dsp:nvSpPr>
      <dsp:spPr>
        <a:xfrm>
          <a:off x="429866" y="284567"/>
          <a:ext cx="9797373" cy="569499"/>
        </a:xfrm>
        <a:prstGeom prst="rect">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dirty="0">
              <a:ea typeface="+mn-lt"/>
              <a:cs typeface="+mn-lt"/>
            </a:rPr>
            <a:t>[1] J. Xu, L. Chen, H. Xing, and W. Tian, “Causation Correlation Analysis of Aviation Accidents: A Knowledge Graph-Based Approach,” Applied Sciences 2024, Vol. 14, Page 6887, vol. 14, no. 16, p. 6887, Aug. 2024, </a:t>
          </a:r>
          <a:r>
            <a:rPr lang="en-US" sz="1300" kern="1200" dirty="0" err="1">
              <a:ea typeface="+mn-lt"/>
              <a:cs typeface="+mn-lt"/>
            </a:rPr>
            <a:t>doi</a:t>
          </a:r>
          <a:r>
            <a:rPr lang="en-US" sz="1300" kern="1200" dirty="0">
              <a:ea typeface="+mn-lt"/>
              <a:cs typeface="+mn-lt"/>
            </a:rPr>
            <a:t>: 10.3390/APP14166887.</a:t>
          </a:r>
          <a:endParaRPr lang="en-US" sz="1300" kern="1200" dirty="0"/>
        </a:p>
      </dsp:txBody>
      <dsp:txXfrm>
        <a:off x="429866" y="284567"/>
        <a:ext cx="9797373" cy="569499"/>
      </dsp:txXfrm>
    </dsp:sp>
    <dsp:sp modelId="{87F86E48-C003-4330-8040-FDE751D3FC06}">
      <dsp:nvSpPr>
        <dsp:cNvPr id="0" name=""/>
        <dsp:cNvSpPr/>
      </dsp:nvSpPr>
      <dsp:spPr>
        <a:xfrm>
          <a:off x="73929" y="213380"/>
          <a:ext cx="711874" cy="711874"/>
        </a:xfrm>
        <a:prstGeom prst="flowChartOnlineStorag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6C34AF81-5AC7-4DFE-8416-3AF11B76BCD9}">
      <dsp:nvSpPr>
        <dsp:cNvPr id="0" name=""/>
        <dsp:cNvSpPr/>
      </dsp:nvSpPr>
      <dsp:spPr>
        <a:xfrm>
          <a:off x="837953" y="1138543"/>
          <a:ext cx="9389287" cy="569499"/>
        </a:xfrm>
        <a:prstGeom prst="rect">
          <a:avLst/>
        </a:prstGeom>
        <a:solidFill>
          <a:schemeClr val="accent2"/>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[2] G. Li and S. P. Baker, “Crash risk in general aviation,” JAMA, vol. 297, no. 14, pp. 1596–1598, Apr. 2007, </a:t>
          </a:r>
          <a:r>
            <a:rPr lang="en-US" sz="1300" kern="1200" err="1">
              <a:ea typeface="+mn-lt"/>
              <a:cs typeface="+mn-lt"/>
            </a:rPr>
            <a:t>doi</a:t>
          </a:r>
          <a:r>
            <a:rPr lang="en-US" sz="1300" kern="1200">
              <a:ea typeface="+mn-lt"/>
              <a:cs typeface="+mn-lt"/>
            </a:rPr>
            <a:t>: 10.1001/JAMA.297.14.1596.</a:t>
          </a:r>
          <a:endParaRPr lang="en-US" sz="1300" kern="1200"/>
        </a:p>
      </dsp:txBody>
      <dsp:txXfrm>
        <a:off x="837953" y="1138543"/>
        <a:ext cx="9389287" cy="569499"/>
      </dsp:txXfrm>
    </dsp:sp>
    <dsp:sp modelId="{0ADF8C14-A277-4EB2-9121-C00756D16849}">
      <dsp:nvSpPr>
        <dsp:cNvPr id="0" name=""/>
        <dsp:cNvSpPr/>
      </dsp:nvSpPr>
      <dsp:spPr>
        <a:xfrm>
          <a:off x="482016" y="1067355"/>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BD6BBB50-3A57-4DAC-AE94-C6DC1FBD0C30}">
      <dsp:nvSpPr>
        <dsp:cNvPr id="0" name=""/>
        <dsp:cNvSpPr/>
      </dsp:nvSpPr>
      <dsp:spPr>
        <a:xfrm>
          <a:off x="963203" y="1992519"/>
          <a:ext cx="9264037" cy="569499"/>
        </a:xfrm>
        <a:prstGeom prst="rect">
          <a:avLst/>
        </a:prstGeom>
        <a:solidFill>
          <a:schemeClr val="accent3"/>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[3] G. D. Israel, “Determining Sample Size 1”, Accessed: Apr. 05, 2026. [Online]. Available: </a:t>
          </a:r>
          <a:r>
            <a:rPr lang="en-US" sz="1300" kern="1200">
              <a:ea typeface="+mn-lt"/>
              <a:cs typeface="+mn-lt"/>
              <a:hlinkClick xmlns:r="http://schemas.openxmlformats.org/officeDocument/2006/relationships" r:id="rId1"/>
            </a:rPr>
            <a:t>http://edis.ifas.ufl.edu</a:t>
          </a:r>
          <a:r>
            <a:rPr lang="en-US" sz="1300" kern="1200">
              <a:ea typeface="+mn-lt"/>
              <a:cs typeface="+mn-lt"/>
            </a:rPr>
            <a:t>.</a:t>
          </a:r>
          <a:endParaRPr lang="en-US" sz="1300" kern="1200"/>
        </a:p>
      </dsp:txBody>
      <dsp:txXfrm>
        <a:off x="963203" y="1992519"/>
        <a:ext cx="9264037" cy="569499"/>
      </dsp:txXfrm>
    </dsp:sp>
    <dsp:sp modelId="{C145EC2B-6563-4F34-BED2-0E3A4E3E0CCA}">
      <dsp:nvSpPr>
        <dsp:cNvPr id="0" name=""/>
        <dsp:cNvSpPr/>
      </dsp:nvSpPr>
      <dsp:spPr>
        <a:xfrm>
          <a:off x="607266" y="1921331"/>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9FCD45FC-D5F5-402A-8592-8FA8CBDD4E65}">
      <dsp:nvSpPr>
        <dsp:cNvPr id="0" name=""/>
        <dsp:cNvSpPr/>
      </dsp:nvSpPr>
      <dsp:spPr>
        <a:xfrm>
          <a:off x="837953" y="2846495"/>
          <a:ext cx="9389287" cy="569499"/>
        </a:xfrm>
        <a:prstGeom prst="rect">
          <a:avLst/>
        </a:prstGeom>
        <a:solidFill>
          <a:schemeClr val="accent4"/>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[4] Y. Zheng et al., “Causal-learn: Causal Discovery in Python Mingming Gong 4,” Journal of Machine Learning Research, vol. 25, pp. 1–7, 2024, Accessed: Apr. 05, 2026. [Online]. Available: </a:t>
          </a:r>
          <a:r>
            <a:rPr lang="en-US" sz="1300" kern="1200">
              <a:ea typeface="+mn-lt"/>
              <a:cs typeface="+mn-lt"/>
              <a:hlinkClick xmlns:r="http://schemas.openxmlformats.org/officeDocument/2006/relationships" r:id="rId2"/>
            </a:rPr>
            <a:t>https://github.com/py-why/</a:t>
          </a:r>
          <a:endParaRPr lang="en-US" sz="1300" kern="1200"/>
        </a:p>
      </dsp:txBody>
      <dsp:txXfrm>
        <a:off x="837953" y="2846495"/>
        <a:ext cx="9389287" cy="569499"/>
      </dsp:txXfrm>
    </dsp:sp>
    <dsp:sp modelId="{F9C43BF6-536F-42DA-AE49-092783E977F5}">
      <dsp:nvSpPr>
        <dsp:cNvPr id="0" name=""/>
        <dsp:cNvSpPr/>
      </dsp:nvSpPr>
      <dsp:spPr>
        <a:xfrm>
          <a:off x="482016" y="2775307"/>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 modelId="{7275ECD8-3B13-409C-A394-B7A4398C735C}">
      <dsp:nvSpPr>
        <dsp:cNvPr id="0" name=""/>
        <dsp:cNvSpPr/>
      </dsp:nvSpPr>
      <dsp:spPr>
        <a:xfrm>
          <a:off x="429866" y="3700471"/>
          <a:ext cx="9797373" cy="569499"/>
        </a:xfrm>
        <a:prstGeom prst="rect">
          <a:avLst/>
        </a:prstGeom>
        <a:solidFill>
          <a:schemeClr val="accent5"/>
        </a:soli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52040" tIns="33020" rIns="33020" bIns="33020" numCol="1" spcCol="1270" anchor="ctr" anchorCtr="0">
          <a:noAutofit/>
        </a:bodyPr>
        <a:lstStyle/>
        <a:p>
          <a:pPr marL="0" lvl="0" indent="0" algn="l" defTabSz="577850">
            <a:lnSpc>
              <a:spcPct val="90000"/>
            </a:lnSpc>
            <a:spcBef>
              <a:spcPct val="0"/>
            </a:spcBef>
            <a:spcAft>
              <a:spcPct val="35000"/>
            </a:spcAft>
            <a:buNone/>
          </a:pPr>
          <a:r>
            <a:rPr lang="en-US" sz="1300" kern="1200">
              <a:ea typeface="+mn-lt"/>
              <a:cs typeface="+mn-lt"/>
            </a:rPr>
            <a:t>[5] P. Spirtes, C. Glymour, and R. Scheines, “Causation, Prediction, and Search”. </a:t>
          </a:r>
          <a:endParaRPr lang="en-US" sz="1300" kern="1200"/>
        </a:p>
      </dsp:txBody>
      <dsp:txXfrm>
        <a:off x="429866" y="3700471"/>
        <a:ext cx="9797373" cy="569499"/>
      </dsp:txXfrm>
    </dsp:sp>
    <dsp:sp modelId="{A14C7759-2187-49E0-AA02-F0E832F7F97A}">
      <dsp:nvSpPr>
        <dsp:cNvPr id="0" name=""/>
        <dsp:cNvSpPr/>
      </dsp:nvSpPr>
      <dsp:spPr>
        <a:xfrm>
          <a:off x="73929" y="3629283"/>
          <a:ext cx="711874" cy="711874"/>
        </a:xfrm>
        <a:prstGeom prst="ellipse">
          <a:avLst/>
        </a:prstGeom>
        <a:noFill/>
        <a:ln w="9525" cap="flat" cmpd="sng" algn="ctr">
          <a:no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20800" h="19050" prst="relaxedInset"/>
          <a:contourClr>
            <a:schemeClr val="bg1"/>
          </a:contourClr>
        </a:sp3d>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BBAA5C-9D57-4315-867D-0E9B39F20D6B}" type="datetimeFigureOut">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444CFF-9075-4EC1-B90D-68D4790E58E7}" type="slidenum">
              <a:t>‹#›</a:t>
            </a:fld>
            <a:endParaRPr lang="en-US"/>
          </a:p>
        </p:txBody>
      </p:sp>
    </p:spTree>
    <p:extLst>
      <p:ext uri="{BB962C8B-B14F-4D97-AF65-F5344CB8AC3E}">
        <p14:creationId xmlns:p14="http://schemas.microsoft.com/office/powerpoint/2010/main" val="3852319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CLancy</a:t>
            </a:r>
          </a:p>
        </p:txBody>
      </p:sp>
      <p:sp>
        <p:nvSpPr>
          <p:cNvPr id="4" name="Slide Number Placeholder 3"/>
          <p:cNvSpPr>
            <a:spLocks noGrp="1"/>
          </p:cNvSpPr>
          <p:nvPr>
            <p:ph type="sldNum" sz="quarter" idx="5"/>
          </p:nvPr>
        </p:nvSpPr>
        <p:spPr/>
        <p:txBody>
          <a:bodyPr/>
          <a:lstStyle/>
          <a:p>
            <a:fld id="{8A444CFF-9075-4EC1-B90D-68D4790E58E7}" type="slidenum">
              <a:rPr lang="en-US" smtClean="0"/>
              <a:t>1</a:t>
            </a:fld>
            <a:endParaRPr lang="en-US"/>
          </a:p>
        </p:txBody>
      </p:sp>
    </p:spTree>
    <p:extLst>
      <p:ext uri="{BB962C8B-B14F-4D97-AF65-F5344CB8AC3E}">
        <p14:creationId xmlns:p14="http://schemas.microsoft.com/office/powerpoint/2010/main" val="25799581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a:t>
            </a:r>
          </a:p>
        </p:txBody>
      </p:sp>
      <p:sp>
        <p:nvSpPr>
          <p:cNvPr id="4" name="Slide Number Placeholder 3"/>
          <p:cNvSpPr>
            <a:spLocks noGrp="1"/>
          </p:cNvSpPr>
          <p:nvPr>
            <p:ph type="sldNum" sz="quarter" idx="10"/>
          </p:nvPr>
        </p:nvSpPr>
        <p:spPr/>
        <p:txBody>
          <a:bodyPr/>
          <a:lstStyle/>
          <a:p>
            <a:fld id="{B68D2766-C49B-4C1A-9FEE-6F146754B02B}" type="slidenum">
              <a:rPr lang="en-US" smtClean="0"/>
              <a:t>2</a:t>
            </a:fld>
            <a:endParaRPr lang="en-US"/>
          </a:p>
        </p:txBody>
      </p:sp>
    </p:spTree>
    <p:extLst>
      <p:ext uri="{BB962C8B-B14F-4D97-AF65-F5344CB8AC3E}">
        <p14:creationId xmlns:p14="http://schemas.microsoft.com/office/powerpoint/2010/main" val="1407001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Seth</a:t>
            </a:r>
          </a:p>
          <a:p>
            <a:endParaRPr lang="en-US"/>
          </a:p>
          <a:p>
            <a:r>
              <a:rPr lang="en-US"/>
              <a:t>Statistics is important to the aviation industry because we can understand many factors and causes that affect the industry, like in this case, deaths due to accidents and incidents. In a twenty-year span starting in 1987, aviation had a 19% crash fatality, with it still being at 16% in 2024. These can be a variety of causes, like structural and safety failures, and human error.</a:t>
            </a:r>
          </a:p>
        </p:txBody>
      </p:sp>
      <p:sp>
        <p:nvSpPr>
          <p:cNvPr id="4" name="Slide Number Placeholder 3"/>
          <p:cNvSpPr>
            <a:spLocks noGrp="1"/>
          </p:cNvSpPr>
          <p:nvPr>
            <p:ph type="sldNum" sz="quarter" idx="5"/>
          </p:nvPr>
        </p:nvSpPr>
        <p:spPr/>
        <p:txBody>
          <a:bodyPr/>
          <a:lstStyle/>
          <a:p>
            <a:fld id="{8A444CFF-9075-4EC1-B90D-68D4790E58E7}" type="slidenum">
              <a:rPr lang="en-US" smtClean="0"/>
              <a:t>3</a:t>
            </a:fld>
            <a:endParaRPr lang="en-US"/>
          </a:p>
        </p:txBody>
      </p:sp>
    </p:spTree>
    <p:extLst>
      <p:ext uri="{BB962C8B-B14F-4D97-AF65-F5344CB8AC3E}">
        <p14:creationId xmlns:p14="http://schemas.microsoft.com/office/powerpoint/2010/main" val="4098027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We’re analyzing over 5,000 aviation accidents using both structured data and written crash summaries.</a:t>
            </a:r>
          </a:p>
          <a:p>
            <a:r>
              <a:rPr lang="en-US"/>
              <a:t>But instead of just looking at correlations, our goal is to understand </a:t>
            </a:r>
            <a:r>
              <a:rPr lang="en-US" i="1"/>
              <a:t>causation</a:t>
            </a:r>
            <a:r>
              <a:rPr lang="en-US"/>
              <a:t>—what actually drives a crash to become highly lethal.</a:t>
            </a:r>
            <a:endParaRPr lang="en-US">
              <a:ea typeface="Calibri"/>
              <a:cs typeface="Calibri"/>
            </a:endParaRPr>
          </a:p>
          <a:p>
            <a:r>
              <a:rPr lang="en-US"/>
              <a:t>This is important because many factors interact, and simple statistics can’t capture those relationships.</a:t>
            </a:r>
          </a:p>
          <a:p>
            <a:endParaRPr lang="en-US">
              <a:ea typeface="Calibri"/>
              <a:cs typeface="Calibri"/>
            </a:endParaRPr>
          </a:p>
          <a:p>
            <a:r>
              <a:rPr lang="en-US">
                <a:ea typeface="Calibri"/>
                <a:cs typeface="Calibri"/>
              </a:rPr>
              <a:t>Clancy</a:t>
            </a:r>
          </a:p>
        </p:txBody>
      </p:sp>
      <p:sp>
        <p:nvSpPr>
          <p:cNvPr id="4" name="Slide Number Placeholder 3"/>
          <p:cNvSpPr>
            <a:spLocks noGrp="1"/>
          </p:cNvSpPr>
          <p:nvPr>
            <p:ph type="sldNum" sz="quarter" idx="5"/>
          </p:nvPr>
        </p:nvSpPr>
        <p:spPr/>
        <p:txBody>
          <a:bodyPr/>
          <a:lstStyle/>
          <a:p>
            <a:fld id="{8A444CFF-9075-4EC1-B90D-68D4790E58E7}" type="slidenum">
              <a:t>4</a:t>
            </a:fld>
            <a:endParaRPr lang="en-US"/>
          </a:p>
        </p:txBody>
      </p:sp>
    </p:spTree>
    <p:extLst>
      <p:ext uri="{BB962C8B-B14F-4D97-AF65-F5344CB8AC3E}">
        <p14:creationId xmlns:p14="http://schemas.microsoft.com/office/powerpoint/2010/main" val="1383105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26EC9-60B4-0729-37FB-151F640B2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E1D2A-2EAB-48AE-0D3B-52A6A3F3A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002BE-95F2-D460-CA83-59B3C71BE9B0}"/>
              </a:ext>
            </a:extLst>
          </p:cNvPr>
          <p:cNvSpPr>
            <a:spLocks noGrp="1"/>
          </p:cNvSpPr>
          <p:nvPr>
            <p:ph type="body" idx="1"/>
          </p:nvPr>
        </p:nvSpPr>
        <p:spPr/>
        <p:txBody>
          <a:bodyPr/>
          <a:lstStyle/>
          <a:p>
            <a:endParaRPr lang="en-US"/>
          </a:p>
          <a:p>
            <a:r>
              <a:rPr lang="en-US"/>
              <a:t>Timothy/Tayan</a:t>
            </a:r>
          </a:p>
          <a:p>
            <a:endParaRPr lang="en-US"/>
          </a:p>
          <a:p>
            <a:r>
              <a:rPr lang="en-US"/>
              <a:t>The dataset includes text descriptions, so we converted those into structured variables using keyword classification—for example, identifying whether weather or mechanical failure was involved.</a:t>
            </a:r>
          </a:p>
          <a:p>
            <a:r>
              <a:rPr lang="en-US"/>
              <a:t>Each factor becomes a simple yes-or-no variable.</a:t>
            </a:r>
          </a:p>
          <a:p>
            <a:r>
              <a:rPr lang="en-US"/>
              <a:t>We also define our outcome: a crash is considered ‘high lethality’ if more than half of the passengers onboard died.</a:t>
            </a:r>
          </a:p>
          <a:p>
            <a:r>
              <a:rPr lang="en-US"/>
              <a:t>This allows us to turn a complex real-world problem into something we can model.</a:t>
            </a:r>
          </a:p>
        </p:txBody>
      </p:sp>
      <p:sp>
        <p:nvSpPr>
          <p:cNvPr id="4" name="Slide Number Placeholder 3">
            <a:extLst>
              <a:ext uri="{FF2B5EF4-FFF2-40B4-BE49-F238E27FC236}">
                <a16:creationId xmlns:a16="http://schemas.microsoft.com/office/drawing/2014/main" id="{4686C519-7DD0-9236-DBD7-0A79C1634C81}"/>
              </a:ext>
            </a:extLst>
          </p:cNvPr>
          <p:cNvSpPr>
            <a:spLocks noGrp="1"/>
          </p:cNvSpPr>
          <p:nvPr>
            <p:ph type="sldNum" sz="quarter" idx="5"/>
          </p:nvPr>
        </p:nvSpPr>
        <p:spPr/>
        <p:txBody>
          <a:bodyPr/>
          <a:lstStyle/>
          <a:p>
            <a:fld id="{8A444CFF-9075-4EC1-B90D-68D4790E58E7}" type="slidenum">
              <a:t>5</a:t>
            </a:fld>
            <a:endParaRPr lang="en-US"/>
          </a:p>
        </p:txBody>
      </p:sp>
    </p:spTree>
    <p:extLst>
      <p:ext uri="{BB962C8B-B14F-4D97-AF65-F5344CB8AC3E}">
        <p14:creationId xmlns:p14="http://schemas.microsoft.com/office/powerpoint/2010/main" val="1830303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Timothy/Tayan</a:t>
            </a:r>
          </a:p>
        </p:txBody>
      </p:sp>
      <p:sp>
        <p:nvSpPr>
          <p:cNvPr id="4" name="Slide Number Placeholder 3"/>
          <p:cNvSpPr>
            <a:spLocks noGrp="1"/>
          </p:cNvSpPr>
          <p:nvPr>
            <p:ph type="sldNum" sz="quarter" idx="5"/>
          </p:nvPr>
        </p:nvSpPr>
        <p:spPr/>
        <p:txBody>
          <a:bodyPr/>
          <a:lstStyle/>
          <a:p>
            <a:fld id="{8A444CFF-9075-4EC1-B90D-68D4790E58E7}" type="slidenum">
              <a:rPr lang="en-US" smtClean="0"/>
              <a:t>6</a:t>
            </a:fld>
            <a:endParaRPr lang="en-US"/>
          </a:p>
        </p:txBody>
      </p:sp>
    </p:spTree>
    <p:extLst>
      <p:ext uri="{BB962C8B-B14F-4D97-AF65-F5344CB8AC3E}">
        <p14:creationId xmlns:p14="http://schemas.microsoft.com/office/powerpoint/2010/main" val="2156492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Timothy</a:t>
            </a:r>
          </a:p>
          <a:p>
            <a:endParaRPr lang="en-US"/>
          </a:p>
          <a:p>
            <a:r>
              <a:rPr lang="en-US"/>
              <a:t>Our approach has three main steps.</a:t>
            </a:r>
          </a:p>
          <a:p>
            <a:r>
              <a:rPr lang="en-US"/>
              <a:t>First, we use the FCI algorithm to learn the causal structure from the data. This is important because it can handle hidden variables that we can’t directly observe.</a:t>
            </a:r>
            <a:endParaRPr lang="en-US">
              <a:ea typeface="Calibri"/>
              <a:cs typeface="Calibri"/>
            </a:endParaRPr>
          </a:p>
          <a:p>
            <a:r>
              <a:rPr lang="en-US"/>
              <a:t>Second, we apply real-world constraints. For example, weather can only cause events—it can’t be caused by them—and lethality must be an outcome. This ensures the model stays physically realistic.</a:t>
            </a:r>
            <a:endParaRPr lang="en-US">
              <a:ea typeface="Calibri"/>
              <a:cs typeface="Calibri"/>
            </a:endParaRPr>
          </a:p>
          <a:p>
            <a:r>
              <a:rPr lang="en-US"/>
              <a:t>Finally, we interpret the resulting graph. Each node represents a factor, and each arrow represents a causal influence.</a:t>
            </a:r>
            <a:endParaRPr lang="en-US">
              <a:ea typeface="Calibri"/>
              <a:cs typeface="Calibri"/>
            </a:endParaRPr>
          </a:p>
          <a:p>
            <a:r>
              <a:rPr lang="en-US"/>
              <a:t>For example, weather may lead to mechanical issues, which can lead to controlled flight into terrain, which significantly increases lethality.</a:t>
            </a:r>
          </a:p>
          <a:p>
            <a:endParaRPr lang="en-US"/>
          </a:p>
        </p:txBody>
      </p:sp>
      <p:sp>
        <p:nvSpPr>
          <p:cNvPr id="4" name="Slide Number Placeholder 3"/>
          <p:cNvSpPr>
            <a:spLocks noGrp="1"/>
          </p:cNvSpPr>
          <p:nvPr>
            <p:ph type="sldNum" sz="quarter" idx="5"/>
          </p:nvPr>
        </p:nvSpPr>
        <p:spPr/>
        <p:txBody>
          <a:bodyPr/>
          <a:lstStyle/>
          <a:p>
            <a:fld id="{8A444CFF-9075-4EC1-B90D-68D4790E58E7}" type="slidenum">
              <a:rPr lang="en-US" smtClean="0"/>
              <a:t>7</a:t>
            </a:fld>
            <a:endParaRPr lang="en-US"/>
          </a:p>
        </p:txBody>
      </p:sp>
    </p:spTree>
    <p:extLst>
      <p:ext uri="{BB962C8B-B14F-4D97-AF65-F5344CB8AC3E}">
        <p14:creationId xmlns:p14="http://schemas.microsoft.com/office/powerpoint/2010/main" val="960737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Timothy</a:t>
            </a:r>
          </a:p>
        </p:txBody>
      </p:sp>
      <p:sp>
        <p:nvSpPr>
          <p:cNvPr id="4" name="Slide Number Placeholder 3"/>
          <p:cNvSpPr>
            <a:spLocks noGrp="1"/>
          </p:cNvSpPr>
          <p:nvPr>
            <p:ph type="sldNum" sz="quarter" idx="5"/>
          </p:nvPr>
        </p:nvSpPr>
        <p:spPr/>
        <p:txBody>
          <a:bodyPr/>
          <a:lstStyle/>
          <a:p>
            <a:fld id="{8A444CFF-9075-4EC1-B90D-68D4790E58E7}" type="slidenum">
              <a:rPr lang="en-US" smtClean="0"/>
              <a:t>8</a:t>
            </a:fld>
            <a:endParaRPr lang="en-US"/>
          </a:p>
        </p:txBody>
      </p:sp>
    </p:spTree>
    <p:extLst>
      <p:ext uri="{BB962C8B-B14F-4D97-AF65-F5344CB8AC3E}">
        <p14:creationId xmlns:p14="http://schemas.microsoft.com/office/powerpoint/2010/main" val="653439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1E5C3-673A-9456-09D6-ED55DF612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E7964-BB79-37B1-6FDB-3FED6DF9D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681BE-EC0D-3061-FC76-457067675599}"/>
              </a:ext>
            </a:extLst>
          </p:cNvPr>
          <p:cNvSpPr>
            <a:spLocks noGrp="1"/>
          </p:cNvSpPr>
          <p:nvPr>
            <p:ph type="body" idx="1"/>
          </p:nvPr>
        </p:nvSpPr>
        <p:spPr/>
        <p:txBody>
          <a:bodyPr/>
          <a:lstStyle/>
          <a:p>
            <a:r>
              <a:rPr lang="en-US"/>
              <a:t>Timothy</a:t>
            </a:r>
          </a:p>
          <a:p>
            <a:endParaRPr lang="en-US"/>
          </a:p>
          <a:p>
            <a:r>
              <a:rPr lang="en-US"/>
              <a:t>Our approach has three main steps.</a:t>
            </a:r>
          </a:p>
          <a:p>
            <a:r>
              <a:rPr lang="en-US"/>
              <a:t>First, we use the FCI algorithm to learn the causal structure from the data. This is important because it can handle hidden variables that we can’t directly observe.</a:t>
            </a:r>
            <a:endParaRPr lang="en-US">
              <a:ea typeface="Calibri"/>
              <a:cs typeface="Calibri"/>
            </a:endParaRPr>
          </a:p>
          <a:p>
            <a:r>
              <a:rPr lang="en-US"/>
              <a:t>Second, we apply real-world constraints. For example, weather can only cause events—it can’t be caused by them—and lethality must be an outcome. This ensures the model stays physically realistic.</a:t>
            </a:r>
            <a:endParaRPr lang="en-US">
              <a:ea typeface="Calibri"/>
              <a:cs typeface="Calibri"/>
            </a:endParaRPr>
          </a:p>
          <a:p>
            <a:r>
              <a:rPr lang="en-US"/>
              <a:t>Finally, we interpret the resulting graph. Each node represents a factor, and each arrow represents a causal influence.</a:t>
            </a:r>
            <a:endParaRPr lang="en-US">
              <a:ea typeface="Calibri"/>
              <a:cs typeface="Calibri"/>
            </a:endParaRPr>
          </a:p>
          <a:p>
            <a:r>
              <a:rPr lang="en-US"/>
              <a:t>For example, weather may lead to mechanical issues, which can lead to controlled flight into terrain, which significantly increases lethality.</a:t>
            </a:r>
          </a:p>
          <a:p>
            <a:endParaRPr lang="en-US"/>
          </a:p>
        </p:txBody>
      </p:sp>
      <p:sp>
        <p:nvSpPr>
          <p:cNvPr id="4" name="Slide Number Placeholder 3">
            <a:extLst>
              <a:ext uri="{FF2B5EF4-FFF2-40B4-BE49-F238E27FC236}">
                <a16:creationId xmlns:a16="http://schemas.microsoft.com/office/drawing/2014/main" id="{2F27C495-7161-F248-8ECF-C4FB9860A7DB}"/>
              </a:ext>
            </a:extLst>
          </p:cNvPr>
          <p:cNvSpPr>
            <a:spLocks noGrp="1"/>
          </p:cNvSpPr>
          <p:nvPr>
            <p:ph type="sldNum" sz="quarter" idx="5"/>
          </p:nvPr>
        </p:nvSpPr>
        <p:spPr/>
        <p:txBody>
          <a:bodyPr/>
          <a:lstStyle/>
          <a:p>
            <a:fld id="{8A444CFF-9075-4EC1-B90D-68D4790E58E7}" type="slidenum">
              <a:rPr lang="en-US" smtClean="0"/>
              <a:t>9</a:t>
            </a:fld>
            <a:endParaRPr lang="en-US"/>
          </a:p>
        </p:txBody>
      </p:sp>
    </p:spTree>
    <p:extLst>
      <p:ext uri="{BB962C8B-B14F-4D97-AF65-F5344CB8AC3E}">
        <p14:creationId xmlns:p14="http://schemas.microsoft.com/office/powerpoint/2010/main" val="3845624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E9CD2-A3E6-0E09-072B-1CD57E73B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B1061-028F-934B-AB4A-8CCAAFCF2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2C625-BFC5-E52F-ADBF-4F336774433F}"/>
              </a:ext>
            </a:extLst>
          </p:cNvPr>
          <p:cNvSpPr>
            <a:spLocks noGrp="1"/>
          </p:cNvSpPr>
          <p:nvPr>
            <p:ph type="body" idx="1"/>
          </p:nvPr>
        </p:nvSpPr>
        <p:spPr/>
        <p:txBody>
          <a:bodyPr/>
          <a:lstStyle/>
          <a:p>
            <a:r>
              <a:rPr lang="en-US"/>
              <a:t>Timthoy</a:t>
            </a:r>
          </a:p>
          <a:p>
            <a:endParaRPr lang="en-US"/>
          </a:p>
          <a:p>
            <a:r>
              <a:rPr lang="en-US"/>
              <a:t>Once we have the causal structure, we can quantify the impact of each factor.</a:t>
            </a:r>
          </a:p>
          <a:p>
            <a:r>
              <a:rPr lang="en-US"/>
              <a:t>We use the </a:t>
            </a:r>
            <a:r>
              <a:rPr lang="en-US" err="1"/>
              <a:t>DoWhy</a:t>
            </a:r>
            <a:r>
              <a:rPr lang="en-US"/>
              <a:t> framework to estimate Average Treatment Effects, which tells us how much a factor changes the probability of a high-lethality crash.</a:t>
            </a:r>
          </a:p>
          <a:p>
            <a:r>
              <a:rPr lang="en-US"/>
              <a:t>Importantly, this accounts for confounding variables, so we’re isolating true causal effects rather than just associations.</a:t>
            </a:r>
          </a:p>
          <a:p>
            <a:endParaRPr lang="en-US">
              <a:ea typeface="Calibri"/>
              <a:cs typeface="Calibri"/>
            </a:endParaRPr>
          </a:p>
        </p:txBody>
      </p:sp>
      <p:sp>
        <p:nvSpPr>
          <p:cNvPr id="4" name="Slide Number Placeholder 3">
            <a:extLst>
              <a:ext uri="{FF2B5EF4-FFF2-40B4-BE49-F238E27FC236}">
                <a16:creationId xmlns:a16="http://schemas.microsoft.com/office/drawing/2014/main" id="{0BC9A8D3-9F50-5679-AFB3-91DA9AA67295}"/>
              </a:ext>
            </a:extLst>
          </p:cNvPr>
          <p:cNvSpPr>
            <a:spLocks noGrp="1"/>
          </p:cNvSpPr>
          <p:nvPr>
            <p:ph type="sldNum" sz="quarter" idx="5"/>
          </p:nvPr>
        </p:nvSpPr>
        <p:spPr/>
        <p:txBody>
          <a:bodyPr/>
          <a:lstStyle/>
          <a:p>
            <a:fld id="{8A444CFF-9075-4EC1-B90D-68D4790E58E7}" type="slidenum">
              <a:t>10</a:t>
            </a:fld>
            <a:endParaRPr lang="en-US"/>
          </a:p>
        </p:txBody>
      </p:sp>
    </p:spTree>
    <p:extLst>
      <p:ext uri="{BB962C8B-B14F-4D97-AF65-F5344CB8AC3E}">
        <p14:creationId xmlns:p14="http://schemas.microsoft.com/office/powerpoint/2010/main" val="3038422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Seth</a:t>
            </a:r>
          </a:p>
          <a:p>
            <a:endParaRPr lang="en-US"/>
          </a:p>
          <a:p>
            <a:r>
              <a:rPr lang="en-US"/>
              <a:t>We can check for causal effect via backdoor adjustment first. Controlling for mechanical, </a:t>
            </a:r>
            <a:r>
              <a:rPr lang="en-US" err="1"/>
              <a:t>cfit</a:t>
            </a:r>
            <a:r>
              <a:rPr lang="en-US"/>
              <a:t> has a backdoor to subregion via that path, and all other connections route back to subregion as well. We can rule out collisions, fire, sabotage, and getting shot down as there’s no direct path, and fuel can not be adjusted as there is no spurious path.</a:t>
            </a:r>
          </a:p>
        </p:txBody>
      </p:sp>
      <p:sp>
        <p:nvSpPr>
          <p:cNvPr id="4" name="Slide Number Placeholder 3"/>
          <p:cNvSpPr>
            <a:spLocks noGrp="1"/>
          </p:cNvSpPr>
          <p:nvPr>
            <p:ph type="sldNum" sz="quarter" idx="5"/>
          </p:nvPr>
        </p:nvSpPr>
        <p:spPr/>
        <p:txBody>
          <a:bodyPr/>
          <a:lstStyle/>
          <a:p>
            <a:fld id="{8A444CFF-9075-4EC1-B90D-68D4790E58E7}" type="slidenum">
              <a:rPr lang="en-US" smtClean="0"/>
              <a:t>11</a:t>
            </a:fld>
            <a:endParaRPr lang="en-US"/>
          </a:p>
        </p:txBody>
      </p:sp>
    </p:spTree>
    <p:extLst>
      <p:ext uri="{BB962C8B-B14F-4D97-AF65-F5344CB8AC3E}">
        <p14:creationId xmlns:p14="http://schemas.microsoft.com/office/powerpoint/2010/main" val="24098360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Brock</a:t>
            </a:r>
          </a:p>
        </p:txBody>
      </p:sp>
      <p:sp>
        <p:nvSpPr>
          <p:cNvPr id="4" name="Slide Number Placeholder 3"/>
          <p:cNvSpPr>
            <a:spLocks noGrp="1"/>
          </p:cNvSpPr>
          <p:nvPr>
            <p:ph type="sldNum" sz="quarter" idx="5"/>
          </p:nvPr>
        </p:nvSpPr>
        <p:spPr/>
        <p:txBody>
          <a:bodyPr/>
          <a:lstStyle/>
          <a:p>
            <a:fld id="{8A444CFF-9075-4EC1-B90D-68D4790E58E7}" type="slidenum">
              <a:rPr lang="en-US" smtClean="0"/>
              <a:t>12</a:t>
            </a:fld>
            <a:endParaRPr lang="en-US"/>
          </a:p>
        </p:txBody>
      </p:sp>
    </p:spTree>
    <p:extLst>
      <p:ext uri="{BB962C8B-B14F-4D97-AF65-F5344CB8AC3E}">
        <p14:creationId xmlns:p14="http://schemas.microsoft.com/office/powerpoint/2010/main" val="2592007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Jordan</a:t>
            </a:r>
          </a:p>
        </p:txBody>
      </p:sp>
      <p:sp>
        <p:nvSpPr>
          <p:cNvPr id="4" name="Slide Number Placeholder 3"/>
          <p:cNvSpPr>
            <a:spLocks noGrp="1"/>
          </p:cNvSpPr>
          <p:nvPr>
            <p:ph type="sldNum" sz="quarter" idx="5"/>
          </p:nvPr>
        </p:nvSpPr>
        <p:spPr/>
        <p:txBody>
          <a:bodyPr/>
          <a:lstStyle/>
          <a:p>
            <a:fld id="{8A444CFF-9075-4EC1-B90D-68D4790E58E7}" type="slidenum">
              <a:rPr lang="en-US" smtClean="0"/>
              <a:t>13</a:t>
            </a:fld>
            <a:endParaRPr lang="en-US"/>
          </a:p>
        </p:txBody>
      </p:sp>
    </p:spTree>
    <p:extLst>
      <p:ext uri="{BB962C8B-B14F-4D97-AF65-F5344CB8AC3E}">
        <p14:creationId xmlns:p14="http://schemas.microsoft.com/office/powerpoint/2010/main" val="3452323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963C0-432B-92AD-9D02-6DCB75F2B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61FCE-9D1C-15BE-A7BD-1D3A69BE0C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1A4E4-0A06-5855-084F-8C16B26E4DCC}"/>
              </a:ext>
            </a:extLst>
          </p:cNvPr>
          <p:cNvSpPr>
            <a:spLocks noGrp="1"/>
          </p:cNvSpPr>
          <p:nvPr>
            <p:ph type="body" idx="1"/>
          </p:nvPr>
        </p:nvSpPr>
        <p:spPr/>
        <p:txBody>
          <a:bodyPr/>
          <a:lstStyle/>
          <a:p>
            <a:r>
              <a:rPr lang="en-US" dirty="0"/>
              <a:t>Jordan</a:t>
            </a:r>
          </a:p>
        </p:txBody>
      </p:sp>
      <p:sp>
        <p:nvSpPr>
          <p:cNvPr id="4" name="Slide Number Placeholder 3">
            <a:extLst>
              <a:ext uri="{FF2B5EF4-FFF2-40B4-BE49-F238E27FC236}">
                <a16:creationId xmlns:a16="http://schemas.microsoft.com/office/drawing/2014/main" id="{6C77392F-E92E-1042-B781-989DE22F7379}"/>
              </a:ext>
            </a:extLst>
          </p:cNvPr>
          <p:cNvSpPr>
            <a:spLocks noGrp="1"/>
          </p:cNvSpPr>
          <p:nvPr>
            <p:ph type="sldNum" sz="quarter" idx="5"/>
          </p:nvPr>
        </p:nvSpPr>
        <p:spPr/>
        <p:txBody>
          <a:bodyPr/>
          <a:lstStyle/>
          <a:p>
            <a:fld id="{B68D2766-C49B-4C1A-9FEE-6F146754B02B}" type="slidenum">
              <a:rPr lang="en-US" smtClean="0"/>
              <a:t>14</a:t>
            </a:fld>
            <a:endParaRPr lang="en-US"/>
          </a:p>
        </p:txBody>
      </p:sp>
    </p:spTree>
    <p:extLst>
      <p:ext uri="{BB962C8B-B14F-4D97-AF65-F5344CB8AC3E}">
        <p14:creationId xmlns:p14="http://schemas.microsoft.com/office/powerpoint/2010/main" val="49298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Brock</a:t>
            </a:r>
          </a:p>
        </p:txBody>
      </p:sp>
      <p:sp>
        <p:nvSpPr>
          <p:cNvPr id="4" name="Slide Number Placeholder 3"/>
          <p:cNvSpPr>
            <a:spLocks noGrp="1"/>
          </p:cNvSpPr>
          <p:nvPr>
            <p:ph type="sldNum" sz="quarter" idx="10"/>
          </p:nvPr>
        </p:nvSpPr>
        <p:spPr/>
        <p:txBody>
          <a:bodyPr/>
          <a:lstStyle/>
          <a:p>
            <a:fld id="{B68D2766-C49B-4C1A-9FEE-6F146754B02B}" type="slidenum">
              <a:rPr lang="en-US" smtClean="0"/>
              <a:t>15</a:t>
            </a:fld>
            <a:endParaRPr lang="en-US"/>
          </a:p>
        </p:txBody>
      </p:sp>
    </p:spTree>
    <p:extLst>
      <p:ext uri="{BB962C8B-B14F-4D97-AF65-F5344CB8AC3E}">
        <p14:creationId xmlns:p14="http://schemas.microsoft.com/office/powerpoint/2010/main" val="17422145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Clancy</a:t>
            </a:r>
          </a:p>
        </p:txBody>
      </p:sp>
      <p:sp>
        <p:nvSpPr>
          <p:cNvPr id="4" name="Slide Number Placeholder 3"/>
          <p:cNvSpPr>
            <a:spLocks noGrp="1"/>
          </p:cNvSpPr>
          <p:nvPr>
            <p:ph type="sldNum" sz="quarter" idx="5"/>
          </p:nvPr>
        </p:nvSpPr>
        <p:spPr/>
        <p:txBody>
          <a:bodyPr/>
          <a:lstStyle/>
          <a:p>
            <a:fld id="{8A444CFF-9075-4EC1-B90D-68D4790E58E7}" type="slidenum">
              <a:rPr lang="en-US" smtClean="0"/>
              <a:t>16</a:t>
            </a:fld>
            <a:endParaRPr lang="en-US"/>
          </a:p>
        </p:txBody>
      </p:sp>
    </p:spTree>
    <p:extLst>
      <p:ext uri="{BB962C8B-B14F-4D97-AF65-F5344CB8AC3E}">
        <p14:creationId xmlns:p14="http://schemas.microsoft.com/office/powerpoint/2010/main" val="17560318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2"/>
        </a:solidFill>
        <a:effectLst/>
      </p:bgPr>
    </p:bg>
    <p:spTree>
      <p:nvGrpSpPr>
        <p:cNvPr id="1" name="Shape 8"/>
        <p:cNvGrpSpPr/>
        <p:nvPr/>
      </p:nvGrpSpPr>
      <p:grpSpPr>
        <a:xfrm>
          <a:off x="0" y="0"/>
          <a:ext cx="0" cy="0"/>
          <a:chOff x="0" y="0"/>
          <a:chExt cx="0" cy="0"/>
        </a:xfrm>
      </p:grpSpPr>
      <p:grpSp>
        <p:nvGrpSpPr>
          <p:cNvPr id="9" name="Google Shape;9;p2"/>
          <p:cNvGrpSpPr/>
          <p:nvPr/>
        </p:nvGrpSpPr>
        <p:grpSpPr>
          <a:xfrm>
            <a:off x="-33462" y="-79567"/>
            <a:ext cx="12286395" cy="7002000"/>
            <a:chOff x="-25096" y="-59675"/>
            <a:chExt cx="9214796" cy="5251500"/>
          </a:xfrm>
        </p:grpSpPr>
        <p:sp>
          <p:nvSpPr>
            <p:cNvPr id="10" name="Google Shape;10;p2"/>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 name="Google Shape;12;p2"/>
          <p:cNvGrpSpPr/>
          <p:nvPr/>
        </p:nvGrpSpPr>
        <p:grpSpPr>
          <a:xfrm>
            <a:off x="10229500" y="5100"/>
            <a:ext cx="1947200" cy="6832800"/>
            <a:chOff x="7672125" y="3825"/>
            <a:chExt cx="1460400" cy="5124600"/>
          </a:xfrm>
        </p:grpSpPr>
        <p:cxnSp>
          <p:nvCxnSpPr>
            <p:cNvPr id="13" name="Google Shape;13;p2"/>
            <p:cNvCxnSpPr/>
            <p:nvPr/>
          </p:nvCxnSpPr>
          <p:spPr>
            <a:xfrm>
              <a:off x="7989525" y="3825"/>
              <a:ext cx="0" cy="5124600"/>
            </a:xfrm>
            <a:prstGeom prst="straightConnector1">
              <a:avLst/>
            </a:prstGeom>
            <a:noFill/>
            <a:ln w="9525" cap="flat" cmpd="sng">
              <a:solidFill>
                <a:schemeClr val="lt2"/>
              </a:solidFill>
              <a:prstDash val="solid"/>
              <a:round/>
              <a:headEnd type="none" w="med" len="med"/>
              <a:tailEnd type="none" w="med" len="med"/>
            </a:ln>
          </p:spPr>
        </p:cxnSp>
        <p:cxnSp>
          <p:nvCxnSpPr>
            <p:cNvPr id="14" name="Google Shape;14;p2"/>
            <p:cNvCxnSpPr/>
            <p:nvPr/>
          </p:nvCxnSpPr>
          <p:spPr>
            <a:xfrm rot="10800000">
              <a:off x="7672125" y="528150"/>
              <a:ext cx="1460400" cy="0"/>
            </a:xfrm>
            <a:prstGeom prst="straightConnector1">
              <a:avLst/>
            </a:prstGeom>
            <a:noFill/>
            <a:ln w="9525" cap="flat" cmpd="sng">
              <a:solidFill>
                <a:schemeClr val="lt2"/>
              </a:solidFill>
              <a:prstDash val="solid"/>
              <a:round/>
              <a:headEnd type="none" w="med" len="med"/>
              <a:tailEnd type="none" w="med" len="med"/>
            </a:ln>
          </p:spPr>
        </p:cxnSp>
      </p:grpSp>
      <p:grpSp>
        <p:nvGrpSpPr>
          <p:cNvPr id="15" name="Google Shape;15;p2"/>
          <p:cNvGrpSpPr/>
          <p:nvPr/>
        </p:nvGrpSpPr>
        <p:grpSpPr>
          <a:xfrm rot="8100000" flipH="1">
            <a:off x="10699725" y="880921"/>
            <a:ext cx="669895" cy="410448"/>
            <a:chOff x="765450" y="1072075"/>
            <a:chExt cx="5757950" cy="3527925"/>
          </a:xfrm>
        </p:grpSpPr>
        <p:sp>
          <p:nvSpPr>
            <p:cNvPr id="16" name="Google Shape;16;p2"/>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22" name="Google Shape;22;p2"/>
          <p:cNvCxnSpPr/>
          <p:nvPr/>
        </p:nvCxnSpPr>
        <p:spPr>
          <a:xfrm>
            <a:off x="964368" y="5100"/>
            <a:ext cx="0" cy="6832800"/>
          </a:xfrm>
          <a:prstGeom prst="straightConnector1">
            <a:avLst/>
          </a:prstGeom>
          <a:noFill/>
          <a:ln w="9525" cap="flat" cmpd="sng">
            <a:solidFill>
              <a:schemeClr val="dk1"/>
            </a:solidFill>
            <a:prstDash val="solid"/>
            <a:round/>
            <a:headEnd type="none" w="med" len="med"/>
            <a:tailEnd type="none" w="med" len="med"/>
          </a:ln>
        </p:spPr>
      </p:cxnSp>
      <p:cxnSp>
        <p:nvCxnSpPr>
          <p:cNvPr id="23" name="Google Shape;23;p2"/>
          <p:cNvCxnSpPr/>
          <p:nvPr/>
        </p:nvCxnSpPr>
        <p:spPr>
          <a:xfrm rot="10800000">
            <a:off x="688967" y="5772707"/>
            <a:ext cx="7610000" cy="0"/>
          </a:xfrm>
          <a:prstGeom prst="straightConnector1">
            <a:avLst/>
          </a:prstGeom>
          <a:noFill/>
          <a:ln w="9525" cap="flat" cmpd="sng">
            <a:solidFill>
              <a:schemeClr val="dk1"/>
            </a:solidFill>
            <a:prstDash val="solid"/>
            <a:round/>
            <a:headEnd type="none" w="med" len="med"/>
            <a:tailEnd type="none" w="med" len="med"/>
          </a:ln>
        </p:spPr>
      </p:cxnSp>
      <p:sp>
        <p:nvSpPr>
          <p:cNvPr id="24" name="Google Shape;24;p2"/>
          <p:cNvSpPr txBox="1">
            <a:spLocks noGrp="1"/>
          </p:cNvSpPr>
          <p:nvPr>
            <p:ph type="ctrTitle"/>
          </p:nvPr>
        </p:nvSpPr>
        <p:spPr>
          <a:xfrm>
            <a:off x="1357367" y="992067"/>
            <a:ext cx="7900400" cy="35556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9333"/>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25" name="Google Shape;25;p2"/>
          <p:cNvSpPr txBox="1">
            <a:spLocks noGrp="1"/>
          </p:cNvSpPr>
          <p:nvPr>
            <p:ph type="subTitle" idx="1"/>
          </p:nvPr>
        </p:nvSpPr>
        <p:spPr>
          <a:xfrm>
            <a:off x="1357367" y="4635633"/>
            <a:ext cx="7900400" cy="6344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2133">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18877532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solidFill>
          <a:schemeClr val="lt2"/>
        </a:solidFill>
        <a:effectLst/>
      </p:bgPr>
    </p:bg>
    <p:spTree>
      <p:nvGrpSpPr>
        <p:cNvPr id="1" name="Shape 33"/>
        <p:cNvGrpSpPr/>
        <p:nvPr/>
      </p:nvGrpSpPr>
      <p:grpSpPr>
        <a:xfrm>
          <a:off x="0" y="0"/>
          <a:ext cx="0" cy="0"/>
          <a:chOff x="0" y="0"/>
          <a:chExt cx="0" cy="0"/>
        </a:xfrm>
      </p:grpSpPr>
      <p:grpSp>
        <p:nvGrpSpPr>
          <p:cNvPr id="34" name="Google Shape;34;p4"/>
          <p:cNvGrpSpPr/>
          <p:nvPr/>
        </p:nvGrpSpPr>
        <p:grpSpPr>
          <a:xfrm>
            <a:off x="210733" y="5100"/>
            <a:ext cx="11997200" cy="6832800"/>
            <a:chOff x="158050" y="3825"/>
            <a:chExt cx="8997900" cy="5124600"/>
          </a:xfrm>
        </p:grpSpPr>
        <p:cxnSp>
          <p:nvCxnSpPr>
            <p:cNvPr id="35" name="Google Shape;35;p4"/>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36" name="Google Shape;36;p4"/>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7" name="Google Shape;37;p4"/>
          <p:cNvGrpSpPr/>
          <p:nvPr/>
        </p:nvGrpSpPr>
        <p:grpSpPr>
          <a:xfrm>
            <a:off x="758967" y="117854"/>
            <a:ext cx="11127455" cy="6592977"/>
            <a:chOff x="569225" y="88390"/>
            <a:chExt cx="8345591" cy="4944733"/>
          </a:xfrm>
        </p:grpSpPr>
        <p:grpSp>
          <p:nvGrpSpPr>
            <p:cNvPr id="38" name="Google Shape;38;p4"/>
            <p:cNvGrpSpPr/>
            <p:nvPr/>
          </p:nvGrpSpPr>
          <p:grpSpPr>
            <a:xfrm>
              <a:off x="569225" y="4877714"/>
              <a:ext cx="455213" cy="155409"/>
              <a:chOff x="6309490" y="2180542"/>
              <a:chExt cx="626497" cy="213885"/>
            </a:xfrm>
          </p:grpSpPr>
          <p:sp>
            <p:nvSpPr>
              <p:cNvPr id="39" name="Google Shape;39;p4"/>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4"/>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4"/>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2" name="Google Shape;42;p4"/>
            <p:cNvGrpSpPr/>
            <p:nvPr/>
          </p:nvGrpSpPr>
          <p:grpSpPr>
            <a:xfrm rot="2700000">
              <a:off x="8377136" y="220941"/>
              <a:ext cx="502421" cy="307836"/>
              <a:chOff x="765450" y="1072075"/>
              <a:chExt cx="5757950" cy="3527925"/>
            </a:xfrm>
          </p:grpSpPr>
          <p:sp>
            <p:nvSpPr>
              <p:cNvPr id="43" name="Google Shape;43;p4"/>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4"/>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4"/>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4"/>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4"/>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4"/>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9" name="Google Shape;49;p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50" name="Google Shape;50;p4"/>
          <p:cNvSpPr txBox="1">
            <a:spLocks noGrp="1"/>
          </p:cNvSpPr>
          <p:nvPr>
            <p:ph type="body" idx="1"/>
          </p:nvPr>
        </p:nvSpPr>
        <p:spPr>
          <a:xfrm>
            <a:off x="960000" y="1621003"/>
            <a:ext cx="10272000" cy="4555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SzPts val="1400"/>
              <a:buFont typeface="Nunito Light"/>
              <a:buChar char="●"/>
              <a:defRPr/>
            </a:lvl1pPr>
            <a:lvl2pPr marL="1219170" lvl="1" indent="-423323" rtl="0">
              <a:lnSpc>
                <a:spcPct val="100000"/>
              </a:lnSpc>
              <a:spcBef>
                <a:spcPts val="0"/>
              </a:spcBef>
              <a:spcAft>
                <a:spcPts val="0"/>
              </a:spcAft>
              <a:buSzPts val="1400"/>
              <a:buFont typeface="Nunito Light"/>
              <a:buChar char="○"/>
              <a:defRPr/>
            </a:lvl2pPr>
            <a:lvl3pPr marL="1828754" lvl="2" indent="-423323" rtl="0">
              <a:lnSpc>
                <a:spcPct val="100000"/>
              </a:lnSpc>
              <a:spcBef>
                <a:spcPts val="0"/>
              </a:spcBef>
              <a:spcAft>
                <a:spcPts val="0"/>
              </a:spcAft>
              <a:buSzPts val="1400"/>
              <a:buFont typeface="Nunito Light"/>
              <a:buChar char="■"/>
              <a:defRPr/>
            </a:lvl3pPr>
            <a:lvl4pPr marL="2438339" lvl="3" indent="-423323" rtl="0">
              <a:lnSpc>
                <a:spcPct val="100000"/>
              </a:lnSpc>
              <a:spcBef>
                <a:spcPts val="0"/>
              </a:spcBef>
              <a:spcAft>
                <a:spcPts val="0"/>
              </a:spcAft>
              <a:buSzPts val="1400"/>
              <a:buFont typeface="Nunito Light"/>
              <a:buChar char="●"/>
              <a:defRPr/>
            </a:lvl4pPr>
            <a:lvl5pPr marL="3047924" lvl="4" indent="-423323" rtl="0">
              <a:lnSpc>
                <a:spcPct val="100000"/>
              </a:lnSpc>
              <a:spcBef>
                <a:spcPts val="0"/>
              </a:spcBef>
              <a:spcAft>
                <a:spcPts val="0"/>
              </a:spcAft>
              <a:buSzPts val="1400"/>
              <a:buFont typeface="Nunito Light"/>
              <a:buChar char="○"/>
              <a:defRPr/>
            </a:lvl5pPr>
            <a:lvl6pPr marL="3657509" lvl="5" indent="-423323" rtl="0">
              <a:lnSpc>
                <a:spcPct val="100000"/>
              </a:lnSpc>
              <a:spcBef>
                <a:spcPts val="0"/>
              </a:spcBef>
              <a:spcAft>
                <a:spcPts val="0"/>
              </a:spcAft>
              <a:buSzPts val="1400"/>
              <a:buFont typeface="Nunito Light"/>
              <a:buChar char="■"/>
              <a:defRPr/>
            </a:lvl6pPr>
            <a:lvl7pPr marL="4267093" lvl="6" indent="-423323" rtl="0">
              <a:lnSpc>
                <a:spcPct val="100000"/>
              </a:lnSpc>
              <a:spcBef>
                <a:spcPts val="0"/>
              </a:spcBef>
              <a:spcAft>
                <a:spcPts val="0"/>
              </a:spcAft>
              <a:buSzPts val="1400"/>
              <a:buFont typeface="Nunito Light"/>
              <a:buChar char="●"/>
              <a:defRPr/>
            </a:lvl7pPr>
            <a:lvl8pPr marL="4876678" lvl="7" indent="-423323" rtl="0">
              <a:lnSpc>
                <a:spcPct val="100000"/>
              </a:lnSpc>
              <a:spcBef>
                <a:spcPts val="0"/>
              </a:spcBef>
              <a:spcAft>
                <a:spcPts val="0"/>
              </a:spcAft>
              <a:buSzPts val="1400"/>
              <a:buFont typeface="Nunito Light"/>
              <a:buChar char="○"/>
              <a:defRPr/>
            </a:lvl8pPr>
            <a:lvl9pPr marL="5486263" lvl="8" indent="-423323" rtl="0">
              <a:lnSpc>
                <a:spcPct val="100000"/>
              </a:lnSpc>
              <a:spcBef>
                <a:spcPts val="0"/>
              </a:spcBef>
              <a:spcAft>
                <a:spcPts val="0"/>
              </a:spcAft>
              <a:buSzPts val="1400"/>
              <a:buFont typeface="Nunito Light"/>
              <a:buChar char="■"/>
              <a:defRPr/>
            </a:lvl9pPr>
          </a:lstStyle>
          <a:p>
            <a:pPr lvl="0"/>
            <a:r>
              <a:rPr lang="en-US"/>
              <a:t>Click to edit Master text styles</a:t>
            </a:r>
          </a:p>
        </p:txBody>
      </p:sp>
    </p:spTree>
    <p:extLst>
      <p:ext uri="{BB962C8B-B14F-4D97-AF65-F5344CB8AC3E}">
        <p14:creationId xmlns:p14="http://schemas.microsoft.com/office/powerpoint/2010/main" val="39477844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solidFill>
          <a:schemeClr val="lt2"/>
        </a:solidFill>
        <a:effectLst/>
      </p:bgPr>
    </p:bg>
    <p:spTree>
      <p:nvGrpSpPr>
        <p:cNvPr id="1" name="Shape 51"/>
        <p:cNvGrpSpPr/>
        <p:nvPr/>
      </p:nvGrpSpPr>
      <p:grpSpPr>
        <a:xfrm>
          <a:off x="0" y="0"/>
          <a:ext cx="0" cy="0"/>
          <a:chOff x="0" y="0"/>
          <a:chExt cx="0" cy="0"/>
        </a:xfrm>
      </p:grpSpPr>
      <p:grpSp>
        <p:nvGrpSpPr>
          <p:cNvPr id="52" name="Google Shape;52;p5"/>
          <p:cNvGrpSpPr/>
          <p:nvPr/>
        </p:nvGrpSpPr>
        <p:grpSpPr>
          <a:xfrm>
            <a:off x="655300" y="5100"/>
            <a:ext cx="10881400" cy="6832800"/>
            <a:chOff x="491475" y="3825"/>
            <a:chExt cx="8161050" cy="5124600"/>
          </a:xfrm>
        </p:grpSpPr>
        <p:cxnSp>
          <p:nvCxnSpPr>
            <p:cNvPr id="53" name="Google Shape;53;p5"/>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54" name="Google Shape;54;p5"/>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55" name="Google Shape;55;p5"/>
          <p:cNvGrpSpPr/>
          <p:nvPr/>
        </p:nvGrpSpPr>
        <p:grpSpPr>
          <a:xfrm>
            <a:off x="10819034" y="325019"/>
            <a:ext cx="606951" cy="207212"/>
            <a:chOff x="6309490" y="2180542"/>
            <a:chExt cx="626497" cy="213885"/>
          </a:xfrm>
        </p:grpSpPr>
        <p:sp>
          <p:nvSpPr>
            <p:cNvPr id="56" name="Google Shape;56;p5"/>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5"/>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5"/>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9" name="Google Shape;59;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60" name="Google Shape;60;p5"/>
          <p:cNvSpPr txBox="1">
            <a:spLocks noGrp="1"/>
          </p:cNvSpPr>
          <p:nvPr>
            <p:ph type="subTitle" idx="1"/>
          </p:nvPr>
        </p:nvSpPr>
        <p:spPr>
          <a:xfrm>
            <a:off x="6740379" y="4723765"/>
            <a:ext cx="3340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61" name="Google Shape;61;p5"/>
          <p:cNvSpPr txBox="1">
            <a:spLocks noGrp="1"/>
          </p:cNvSpPr>
          <p:nvPr>
            <p:ph type="subTitle" idx="2"/>
          </p:nvPr>
        </p:nvSpPr>
        <p:spPr>
          <a:xfrm>
            <a:off x="2111067" y="4723765"/>
            <a:ext cx="3340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62" name="Google Shape;62;p5"/>
          <p:cNvSpPr txBox="1">
            <a:spLocks noGrp="1"/>
          </p:cNvSpPr>
          <p:nvPr>
            <p:ph type="subTitle" idx="3"/>
          </p:nvPr>
        </p:nvSpPr>
        <p:spPr>
          <a:xfrm>
            <a:off x="6740367" y="4163367"/>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63" name="Google Shape;63;p5"/>
          <p:cNvSpPr txBox="1">
            <a:spLocks noGrp="1"/>
          </p:cNvSpPr>
          <p:nvPr>
            <p:ph type="subTitle" idx="4"/>
          </p:nvPr>
        </p:nvSpPr>
        <p:spPr>
          <a:xfrm>
            <a:off x="2110767" y="4163367"/>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21923141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solidFill>
          <a:schemeClr val="lt2"/>
        </a:solidFill>
        <a:effectLst/>
      </p:bgPr>
    </p:bg>
    <p:spTree>
      <p:nvGrpSpPr>
        <p:cNvPr id="1" name="Shape 64"/>
        <p:cNvGrpSpPr/>
        <p:nvPr/>
      </p:nvGrpSpPr>
      <p:grpSpPr>
        <a:xfrm>
          <a:off x="0" y="0"/>
          <a:ext cx="0" cy="0"/>
          <a:chOff x="0" y="0"/>
          <a:chExt cx="0" cy="0"/>
        </a:xfrm>
      </p:grpSpPr>
      <p:sp>
        <p:nvSpPr>
          <p:cNvPr id="65" name="Google Shape;65;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66" name="Google Shape;66;p6"/>
          <p:cNvGrpSpPr/>
          <p:nvPr/>
        </p:nvGrpSpPr>
        <p:grpSpPr>
          <a:xfrm>
            <a:off x="11005301" y="325019"/>
            <a:ext cx="606951" cy="207212"/>
            <a:chOff x="6309490" y="2180542"/>
            <a:chExt cx="626497" cy="213885"/>
          </a:xfrm>
        </p:grpSpPr>
        <p:sp>
          <p:nvSpPr>
            <p:cNvPr id="67" name="Google Shape;67;p6"/>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6"/>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 name="Google Shape;69;p6"/>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0" name="Google Shape;70;p6"/>
          <p:cNvGrpSpPr/>
          <p:nvPr/>
        </p:nvGrpSpPr>
        <p:grpSpPr>
          <a:xfrm>
            <a:off x="-17833" y="5100"/>
            <a:ext cx="12208767" cy="7036000"/>
            <a:chOff x="-13375" y="3825"/>
            <a:chExt cx="9156575" cy="5277000"/>
          </a:xfrm>
        </p:grpSpPr>
        <p:grpSp>
          <p:nvGrpSpPr>
            <p:cNvPr id="71" name="Google Shape;71;p6"/>
            <p:cNvGrpSpPr/>
            <p:nvPr/>
          </p:nvGrpSpPr>
          <p:grpSpPr>
            <a:xfrm>
              <a:off x="-13375" y="3825"/>
              <a:ext cx="4584600" cy="5124600"/>
              <a:chOff x="-13375" y="3825"/>
              <a:chExt cx="4584600" cy="5124600"/>
            </a:xfrm>
          </p:grpSpPr>
          <p:cxnSp>
            <p:nvCxnSpPr>
              <p:cNvPr id="72" name="Google Shape;72;p6"/>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73" name="Google Shape;73;p6"/>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74" name="Google Shape;74;p6"/>
            <p:cNvGrpSpPr/>
            <p:nvPr/>
          </p:nvGrpSpPr>
          <p:grpSpPr>
            <a:xfrm>
              <a:off x="4596700" y="156225"/>
              <a:ext cx="4546500" cy="5124600"/>
              <a:chOff x="4596700" y="156225"/>
              <a:chExt cx="4546500" cy="5124600"/>
            </a:xfrm>
          </p:grpSpPr>
          <p:cxnSp>
            <p:nvCxnSpPr>
              <p:cNvPr id="75" name="Google Shape;75;p6"/>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76" name="Google Shape;76;p6"/>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27803699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solidFill>
          <a:schemeClr val="lt2"/>
        </a:solidFill>
        <a:effectLst/>
      </p:bgPr>
    </p:bg>
    <p:spTree>
      <p:nvGrpSpPr>
        <p:cNvPr id="1" name="Shape 77"/>
        <p:cNvGrpSpPr/>
        <p:nvPr/>
      </p:nvGrpSpPr>
      <p:grpSpPr>
        <a:xfrm>
          <a:off x="0" y="0"/>
          <a:ext cx="0" cy="0"/>
          <a:chOff x="0" y="0"/>
          <a:chExt cx="0" cy="0"/>
        </a:xfrm>
      </p:grpSpPr>
      <p:grpSp>
        <p:nvGrpSpPr>
          <p:cNvPr id="78" name="Google Shape;78;p7"/>
          <p:cNvGrpSpPr/>
          <p:nvPr/>
        </p:nvGrpSpPr>
        <p:grpSpPr>
          <a:xfrm>
            <a:off x="-17833" y="5100"/>
            <a:ext cx="12208767" cy="7036000"/>
            <a:chOff x="-13375" y="3825"/>
            <a:chExt cx="9156575" cy="5277000"/>
          </a:xfrm>
        </p:grpSpPr>
        <p:grpSp>
          <p:nvGrpSpPr>
            <p:cNvPr id="79" name="Google Shape;79;p7"/>
            <p:cNvGrpSpPr/>
            <p:nvPr/>
          </p:nvGrpSpPr>
          <p:grpSpPr>
            <a:xfrm>
              <a:off x="-13375" y="3825"/>
              <a:ext cx="4584600" cy="5124600"/>
              <a:chOff x="-13375" y="3825"/>
              <a:chExt cx="4584600" cy="5124600"/>
            </a:xfrm>
          </p:grpSpPr>
          <p:cxnSp>
            <p:nvCxnSpPr>
              <p:cNvPr id="80" name="Google Shape;80;p7"/>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7"/>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82" name="Google Shape;82;p7"/>
            <p:cNvGrpSpPr/>
            <p:nvPr/>
          </p:nvGrpSpPr>
          <p:grpSpPr>
            <a:xfrm>
              <a:off x="4596700" y="156225"/>
              <a:ext cx="4546500" cy="5124600"/>
              <a:chOff x="4596700" y="156225"/>
              <a:chExt cx="4546500" cy="5124600"/>
            </a:xfrm>
          </p:grpSpPr>
          <p:cxnSp>
            <p:nvCxnSpPr>
              <p:cNvPr id="83" name="Google Shape;83;p7"/>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84" name="Google Shape;84;p7"/>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85" name="Google Shape;85;p7"/>
          <p:cNvGrpSpPr/>
          <p:nvPr/>
        </p:nvGrpSpPr>
        <p:grpSpPr>
          <a:xfrm>
            <a:off x="11005301" y="325019"/>
            <a:ext cx="606951" cy="207212"/>
            <a:chOff x="6309490" y="2180542"/>
            <a:chExt cx="626497" cy="213885"/>
          </a:xfrm>
        </p:grpSpPr>
        <p:sp>
          <p:nvSpPr>
            <p:cNvPr id="86" name="Google Shape;86;p7"/>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 name="Google Shape;87;p7"/>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 name="Google Shape;88;p7"/>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9" name="Google Shape;89;p7"/>
          <p:cNvSpPr txBox="1">
            <a:spLocks noGrp="1"/>
          </p:cNvSpPr>
          <p:nvPr>
            <p:ph type="title"/>
          </p:nvPr>
        </p:nvSpPr>
        <p:spPr>
          <a:xfrm>
            <a:off x="960000" y="593367"/>
            <a:ext cx="10281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90" name="Google Shape;90;p7"/>
          <p:cNvSpPr txBox="1">
            <a:spLocks noGrp="1"/>
          </p:cNvSpPr>
          <p:nvPr>
            <p:ph type="subTitle" idx="1"/>
          </p:nvPr>
        </p:nvSpPr>
        <p:spPr>
          <a:xfrm>
            <a:off x="960000" y="2267067"/>
            <a:ext cx="5726400" cy="306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Tree>
    <p:extLst>
      <p:ext uri="{BB962C8B-B14F-4D97-AF65-F5344CB8AC3E}">
        <p14:creationId xmlns:p14="http://schemas.microsoft.com/office/powerpoint/2010/main" val="4156176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91"/>
        <p:cNvGrpSpPr/>
        <p:nvPr/>
      </p:nvGrpSpPr>
      <p:grpSpPr>
        <a:xfrm>
          <a:off x="0" y="0"/>
          <a:ext cx="0" cy="0"/>
          <a:chOff x="0" y="0"/>
          <a:chExt cx="0" cy="0"/>
        </a:xfrm>
      </p:grpSpPr>
      <p:grpSp>
        <p:nvGrpSpPr>
          <p:cNvPr id="92" name="Google Shape;92;p8"/>
          <p:cNvGrpSpPr/>
          <p:nvPr/>
        </p:nvGrpSpPr>
        <p:grpSpPr>
          <a:xfrm>
            <a:off x="-33462" y="-79567"/>
            <a:ext cx="12286395" cy="7002000"/>
            <a:chOff x="-25096" y="-59675"/>
            <a:chExt cx="9214796" cy="5251500"/>
          </a:xfrm>
        </p:grpSpPr>
        <p:sp>
          <p:nvSpPr>
            <p:cNvPr id="93" name="Google Shape;93;p8"/>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8"/>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8"/>
          <p:cNvGrpSpPr/>
          <p:nvPr/>
        </p:nvGrpSpPr>
        <p:grpSpPr>
          <a:xfrm flipH="1">
            <a:off x="10488685" y="414759"/>
            <a:ext cx="606951" cy="207212"/>
            <a:chOff x="6309490" y="2180542"/>
            <a:chExt cx="626497" cy="213885"/>
          </a:xfrm>
        </p:grpSpPr>
        <p:sp>
          <p:nvSpPr>
            <p:cNvPr id="96" name="Google Shape;96;p8"/>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8"/>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8"/>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9" name="Google Shape;99;p8"/>
          <p:cNvSpPr txBox="1">
            <a:spLocks noGrp="1"/>
          </p:cNvSpPr>
          <p:nvPr>
            <p:ph type="title"/>
          </p:nvPr>
        </p:nvSpPr>
        <p:spPr>
          <a:xfrm>
            <a:off x="1489333" y="2252967"/>
            <a:ext cx="7476000" cy="23520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val="223055409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3"/>
        <p:cNvGrpSpPr/>
        <p:nvPr/>
      </p:nvGrpSpPr>
      <p:grpSpPr>
        <a:xfrm>
          <a:off x="0" y="0"/>
          <a:ext cx="0" cy="0"/>
          <a:chOff x="0" y="0"/>
          <a:chExt cx="0" cy="0"/>
        </a:xfrm>
      </p:grpSpPr>
      <p:sp>
        <p:nvSpPr>
          <p:cNvPr id="104" name="Google Shape;104;p10"/>
          <p:cNvSpPr>
            <a:spLocks noGrp="1"/>
          </p:cNvSpPr>
          <p:nvPr>
            <p:ph type="pic" idx="2"/>
          </p:nvPr>
        </p:nvSpPr>
        <p:spPr>
          <a:xfrm>
            <a:off x="-33" y="-18300"/>
            <a:ext cx="12192000" cy="6876400"/>
          </a:xfrm>
          <a:prstGeom prst="rect">
            <a:avLst/>
          </a:prstGeom>
          <a:noFill/>
          <a:ln>
            <a:noFill/>
          </a:ln>
        </p:spPr>
      </p:sp>
      <p:sp>
        <p:nvSpPr>
          <p:cNvPr id="105" name="Google Shape;105;p10"/>
          <p:cNvSpPr txBox="1">
            <a:spLocks noGrp="1"/>
          </p:cNvSpPr>
          <p:nvPr>
            <p:ph type="title"/>
          </p:nvPr>
        </p:nvSpPr>
        <p:spPr>
          <a:xfrm>
            <a:off x="2497600" y="5352600"/>
            <a:ext cx="7196800" cy="763600"/>
          </a:xfrm>
          <a:prstGeom prst="rect">
            <a:avLst/>
          </a:prstGeom>
          <a:solidFill>
            <a:schemeClr val="lt2"/>
          </a:solidFill>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8533191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lt2"/>
        </a:solidFill>
        <a:effectLst/>
      </p:bgPr>
    </p:bg>
    <p:spTree>
      <p:nvGrpSpPr>
        <p:cNvPr id="1" name="Shape 106"/>
        <p:cNvGrpSpPr/>
        <p:nvPr/>
      </p:nvGrpSpPr>
      <p:grpSpPr>
        <a:xfrm>
          <a:off x="0" y="0"/>
          <a:ext cx="0" cy="0"/>
          <a:chOff x="0" y="0"/>
          <a:chExt cx="0" cy="0"/>
        </a:xfrm>
      </p:grpSpPr>
      <p:grpSp>
        <p:nvGrpSpPr>
          <p:cNvPr id="107" name="Google Shape;107;p11"/>
          <p:cNvGrpSpPr/>
          <p:nvPr/>
        </p:nvGrpSpPr>
        <p:grpSpPr>
          <a:xfrm>
            <a:off x="-33462" y="-79567"/>
            <a:ext cx="12286395" cy="7002000"/>
            <a:chOff x="-25096" y="-59675"/>
            <a:chExt cx="9214796" cy="5251500"/>
          </a:xfrm>
        </p:grpSpPr>
        <p:sp>
          <p:nvSpPr>
            <p:cNvPr id="108" name="Google Shape;108;p11"/>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 name="Google Shape;109;p11"/>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0" name="Google Shape;110;p11"/>
          <p:cNvSpPr txBox="1">
            <a:spLocks noGrp="1"/>
          </p:cNvSpPr>
          <p:nvPr>
            <p:ph type="title" hasCustomPrompt="1"/>
          </p:nvPr>
        </p:nvSpPr>
        <p:spPr>
          <a:xfrm>
            <a:off x="1514533" y="2214900"/>
            <a:ext cx="8768000" cy="14836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8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111" name="Google Shape;111;p11"/>
          <p:cNvSpPr txBox="1">
            <a:spLocks noGrp="1"/>
          </p:cNvSpPr>
          <p:nvPr>
            <p:ph type="subTitle" idx="1"/>
          </p:nvPr>
        </p:nvSpPr>
        <p:spPr>
          <a:xfrm>
            <a:off x="1514533" y="3664932"/>
            <a:ext cx="8768000" cy="6628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26561282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2"/>
        <p:cNvGrpSpPr/>
        <p:nvPr/>
      </p:nvGrpSpPr>
      <p:grpSpPr>
        <a:xfrm>
          <a:off x="0" y="0"/>
          <a:ext cx="0" cy="0"/>
          <a:chOff x="0" y="0"/>
          <a:chExt cx="0" cy="0"/>
        </a:xfrm>
      </p:grpSpPr>
    </p:spTree>
    <p:extLst>
      <p:ext uri="{BB962C8B-B14F-4D97-AF65-F5344CB8AC3E}">
        <p14:creationId xmlns:p14="http://schemas.microsoft.com/office/powerpoint/2010/main" val="2833096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solidFill>
          <a:schemeClr val="lt2"/>
        </a:solidFill>
        <a:effectLst/>
      </p:bgPr>
    </p:bg>
    <p:spTree>
      <p:nvGrpSpPr>
        <p:cNvPr id="1" name="Shape 113"/>
        <p:cNvGrpSpPr/>
        <p:nvPr/>
      </p:nvGrpSpPr>
      <p:grpSpPr>
        <a:xfrm>
          <a:off x="0" y="0"/>
          <a:ext cx="0" cy="0"/>
          <a:chOff x="0" y="0"/>
          <a:chExt cx="0" cy="0"/>
        </a:xfrm>
      </p:grpSpPr>
      <p:grpSp>
        <p:nvGrpSpPr>
          <p:cNvPr id="114" name="Google Shape;114;p13"/>
          <p:cNvGrpSpPr/>
          <p:nvPr/>
        </p:nvGrpSpPr>
        <p:grpSpPr>
          <a:xfrm>
            <a:off x="210733" y="5101"/>
            <a:ext cx="11997200" cy="6934233"/>
            <a:chOff x="158050" y="3825"/>
            <a:chExt cx="8997900" cy="5200675"/>
          </a:xfrm>
        </p:grpSpPr>
        <p:grpSp>
          <p:nvGrpSpPr>
            <p:cNvPr id="115" name="Google Shape;115;p13"/>
            <p:cNvGrpSpPr/>
            <p:nvPr/>
          </p:nvGrpSpPr>
          <p:grpSpPr>
            <a:xfrm>
              <a:off x="158050" y="3825"/>
              <a:ext cx="8997900" cy="5124600"/>
              <a:chOff x="158050" y="3825"/>
              <a:chExt cx="8997900" cy="5124600"/>
            </a:xfrm>
          </p:grpSpPr>
          <p:cxnSp>
            <p:nvCxnSpPr>
              <p:cNvPr id="116" name="Google Shape;116;p13"/>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117" name="Google Shape;117;p13"/>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18" name="Google Shape;118;p13"/>
            <p:cNvGrpSpPr/>
            <p:nvPr/>
          </p:nvGrpSpPr>
          <p:grpSpPr>
            <a:xfrm>
              <a:off x="8095550" y="4226500"/>
              <a:ext cx="890400" cy="978000"/>
              <a:chOff x="8095550" y="4226500"/>
              <a:chExt cx="890400" cy="978000"/>
            </a:xfrm>
          </p:grpSpPr>
          <p:cxnSp>
            <p:nvCxnSpPr>
              <p:cNvPr id="119" name="Google Shape;119;p13"/>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120" name="Google Shape;120;p13"/>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121" name="Google Shape;121;p13"/>
          <p:cNvGrpSpPr/>
          <p:nvPr/>
        </p:nvGrpSpPr>
        <p:grpSpPr>
          <a:xfrm rot="5400000">
            <a:off x="11433601" y="5893486"/>
            <a:ext cx="606951" cy="207212"/>
            <a:chOff x="6309490" y="2180542"/>
            <a:chExt cx="626497" cy="213885"/>
          </a:xfrm>
        </p:grpSpPr>
        <p:sp>
          <p:nvSpPr>
            <p:cNvPr id="122" name="Google Shape;122;p13"/>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13"/>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13"/>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5" name="Google Shape;125;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Font typeface="Farro"/>
              <a:buNone/>
              <a:defRPr>
                <a:latin typeface="Farro"/>
                <a:ea typeface="Farro"/>
                <a:cs typeface="Farro"/>
                <a:sym typeface="Farro"/>
              </a:defRPr>
            </a:lvl2pPr>
            <a:lvl3pPr lvl="2" rtl="0">
              <a:spcBef>
                <a:spcPts val="0"/>
              </a:spcBef>
              <a:spcAft>
                <a:spcPts val="0"/>
              </a:spcAft>
              <a:buSzPts val="3500"/>
              <a:buFont typeface="Farro"/>
              <a:buNone/>
              <a:defRPr>
                <a:latin typeface="Farro"/>
                <a:ea typeface="Farro"/>
                <a:cs typeface="Farro"/>
                <a:sym typeface="Farro"/>
              </a:defRPr>
            </a:lvl3pPr>
            <a:lvl4pPr lvl="3" rtl="0">
              <a:spcBef>
                <a:spcPts val="0"/>
              </a:spcBef>
              <a:spcAft>
                <a:spcPts val="0"/>
              </a:spcAft>
              <a:buSzPts val="3500"/>
              <a:buFont typeface="Farro"/>
              <a:buNone/>
              <a:defRPr>
                <a:latin typeface="Farro"/>
                <a:ea typeface="Farro"/>
                <a:cs typeface="Farro"/>
                <a:sym typeface="Farro"/>
              </a:defRPr>
            </a:lvl4pPr>
            <a:lvl5pPr lvl="4" rtl="0">
              <a:spcBef>
                <a:spcPts val="0"/>
              </a:spcBef>
              <a:spcAft>
                <a:spcPts val="0"/>
              </a:spcAft>
              <a:buSzPts val="3500"/>
              <a:buFont typeface="Farro"/>
              <a:buNone/>
              <a:defRPr>
                <a:latin typeface="Farro"/>
                <a:ea typeface="Farro"/>
                <a:cs typeface="Farro"/>
                <a:sym typeface="Farro"/>
              </a:defRPr>
            </a:lvl5pPr>
            <a:lvl6pPr lvl="5" rtl="0">
              <a:spcBef>
                <a:spcPts val="0"/>
              </a:spcBef>
              <a:spcAft>
                <a:spcPts val="0"/>
              </a:spcAft>
              <a:buSzPts val="3500"/>
              <a:buFont typeface="Farro"/>
              <a:buNone/>
              <a:defRPr>
                <a:latin typeface="Farro"/>
                <a:ea typeface="Farro"/>
                <a:cs typeface="Farro"/>
                <a:sym typeface="Farro"/>
              </a:defRPr>
            </a:lvl6pPr>
            <a:lvl7pPr lvl="6" rtl="0">
              <a:spcBef>
                <a:spcPts val="0"/>
              </a:spcBef>
              <a:spcAft>
                <a:spcPts val="0"/>
              </a:spcAft>
              <a:buSzPts val="3500"/>
              <a:buFont typeface="Farro"/>
              <a:buNone/>
              <a:defRPr>
                <a:latin typeface="Farro"/>
                <a:ea typeface="Farro"/>
                <a:cs typeface="Farro"/>
                <a:sym typeface="Farro"/>
              </a:defRPr>
            </a:lvl7pPr>
            <a:lvl8pPr lvl="7" rtl="0">
              <a:spcBef>
                <a:spcPts val="0"/>
              </a:spcBef>
              <a:spcAft>
                <a:spcPts val="0"/>
              </a:spcAft>
              <a:buSzPts val="3500"/>
              <a:buFont typeface="Farro"/>
              <a:buNone/>
              <a:defRPr>
                <a:latin typeface="Farro"/>
                <a:ea typeface="Farro"/>
                <a:cs typeface="Farro"/>
                <a:sym typeface="Farro"/>
              </a:defRPr>
            </a:lvl8pPr>
            <a:lvl9pPr lvl="8" rtl="0">
              <a:spcBef>
                <a:spcPts val="0"/>
              </a:spcBef>
              <a:spcAft>
                <a:spcPts val="0"/>
              </a:spcAft>
              <a:buSzPts val="3500"/>
              <a:buFont typeface="Farro"/>
              <a:buNone/>
              <a:defRPr>
                <a:latin typeface="Farro"/>
                <a:ea typeface="Farro"/>
                <a:cs typeface="Farro"/>
                <a:sym typeface="Farro"/>
              </a:defRPr>
            </a:lvl9pPr>
          </a:lstStyle>
          <a:p>
            <a:r>
              <a:rPr lang="en-US"/>
              <a:t>Click to edit Master title style</a:t>
            </a:r>
            <a:endParaRPr/>
          </a:p>
        </p:txBody>
      </p:sp>
      <p:sp>
        <p:nvSpPr>
          <p:cNvPr id="126" name="Google Shape;126;p13"/>
          <p:cNvSpPr txBox="1">
            <a:spLocks noGrp="1"/>
          </p:cNvSpPr>
          <p:nvPr>
            <p:ph type="subTitle" idx="1"/>
          </p:nvPr>
        </p:nvSpPr>
        <p:spPr>
          <a:xfrm>
            <a:off x="960000" y="29456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7" name="Google Shape;127;p13"/>
          <p:cNvSpPr txBox="1">
            <a:spLocks noGrp="1"/>
          </p:cNvSpPr>
          <p:nvPr>
            <p:ph type="subTitle" idx="2"/>
          </p:nvPr>
        </p:nvSpPr>
        <p:spPr>
          <a:xfrm>
            <a:off x="4486633" y="29456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8" name="Google Shape;128;p13"/>
          <p:cNvSpPr txBox="1">
            <a:spLocks noGrp="1"/>
          </p:cNvSpPr>
          <p:nvPr>
            <p:ph type="subTitle" idx="3"/>
          </p:nvPr>
        </p:nvSpPr>
        <p:spPr>
          <a:xfrm>
            <a:off x="960000" y="5358103"/>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9" name="Google Shape;129;p13"/>
          <p:cNvSpPr txBox="1">
            <a:spLocks noGrp="1"/>
          </p:cNvSpPr>
          <p:nvPr>
            <p:ph type="subTitle" idx="4"/>
          </p:nvPr>
        </p:nvSpPr>
        <p:spPr>
          <a:xfrm>
            <a:off x="4486633" y="53581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0" name="Google Shape;130;p13"/>
          <p:cNvSpPr txBox="1">
            <a:spLocks noGrp="1"/>
          </p:cNvSpPr>
          <p:nvPr>
            <p:ph type="subTitle" idx="5"/>
          </p:nvPr>
        </p:nvSpPr>
        <p:spPr>
          <a:xfrm>
            <a:off x="8013267" y="2945600"/>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1" name="Google Shape;131;p13"/>
          <p:cNvSpPr txBox="1">
            <a:spLocks noGrp="1"/>
          </p:cNvSpPr>
          <p:nvPr>
            <p:ph type="subTitle" idx="6"/>
          </p:nvPr>
        </p:nvSpPr>
        <p:spPr>
          <a:xfrm>
            <a:off x="8013267" y="5358103"/>
            <a:ext cx="3218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2" name="Google Shape;132;p13"/>
          <p:cNvSpPr txBox="1">
            <a:spLocks noGrp="1"/>
          </p:cNvSpPr>
          <p:nvPr>
            <p:ph type="title" idx="7" hasCustomPrompt="1"/>
          </p:nvPr>
        </p:nvSpPr>
        <p:spPr>
          <a:xfrm>
            <a:off x="2079600" y="1623503"/>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3" name="Google Shape;133;p13"/>
          <p:cNvSpPr txBox="1">
            <a:spLocks noGrp="1"/>
          </p:cNvSpPr>
          <p:nvPr>
            <p:ph type="title" idx="8" hasCustomPrompt="1"/>
          </p:nvPr>
        </p:nvSpPr>
        <p:spPr>
          <a:xfrm>
            <a:off x="2079600" y="4035372"/>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4" name="Google Shape;134;p13"/>
          <p:cNvSpPr txBox="1">
            <a:spLocks noGrp="1"/>
          </p:cNvSpPr>
          <p:nvPr>
            <p:ph type="title" idx="9" hasCustomPrompt="1"/>
          </p:nvPr>
        </p:nvSpPr>
        <p:spPr>
          <a:xfrm>
            <a:off x="5606233" y="1623503"/>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5" name="Google Shape;135;p13"/>
          <p:cNvSpPr txBox="1">
            <a:spLocks noGrp="1"/>
          </p:cNvSpPr>
          <p:nvPr>
            <p:ph type="title" idx="13" hasCustomPrompt="1"/>
          </p:nvPr>
        </p:nvSpPr>
        <p:spPr>
          <a:xfrm>
            <a:off x="5606233" y="4035372"/>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6" name="Google Shape;136;p13"/>
          <p:cNvSpPr txBox="1">
            <a:spLocks noGrp="1"/>
          </p:cNvSpPr>
          <p:nvPr>
            <p:ph type="title" idx="14" hasCustomPrompt="1"/>
          </p:nvPr>
        </p:nvSpPr>
        <p:spPr>
          <a:xfrm>
            <a:off x="9132867" y="1623503"/>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7" name="Google Shape;137;p13"/>
          <p:cNvSpPr txBox="1">
            <a:spLocks noGrp="1"/>
          </p:cNvSpPr>
          <p:nvPr>
            <p:ph type="title" idx="15" hasCustomPrompt="1"/>
          </p:nvPr>
        </p:nvSpPr>
        <p:spPr>
          <a:xfrm>
            <a:off x="9132867" y="4035372"/>
            <a:ext cx="979600" cy="85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3000"/>
              <a:buNone/>
              <a:defRPr sz="4000">
                <a:solidFill>
                  <a:schemeClr val="accent1"/>
                </a:solidFill>
              </a:defRPr>
            </a:lvl1pPr>
            <a:lvl2pPr lvl="1" rtl="0">
              <a:spcBef>
                <a:spcPts val="0"/>
              </a:spcBef>
              <a:spcAft>
                <a:spcPts val="0"/>
              </a:spcAft>
              <a:buSzPts val="3000"/>
              <a:buFont typeface="Farro"/>
              <a:buNone/>
              <a:defRPr sz="4000">
                <a:latin typeface="Farro"/>
                <a:ea typeface="Farro"/>
                <a:cs typeface="Farro"/>
                <a:sym typeface="Farro"/>
              </a:defRPr>
            </a:lvl2pPr>
            <a:lvl3pPr lvl="2" rtl="0">
              <a:spcBef>
                <a:spcPts val="0"/>
              </a:spcBef>
              <a:spcAft>
                <a:spcPts val="0"/>
              </a:spcAft>
              <a:buSzPts val="3000"/>
              <a:buFont typeface="Farro"/>
              <a:buNone/>
              <a:defRPr sz="4000">
                <a:latin typeface="Farro"/>
                <a:ea typeface="Farro"/>
                <a:cs typeface="Farro"/>
                <a:sym typeface="Farro"/>
              </a:defRPr>
            </a:lvl3pPr>
            <a:lvl4pPr lvl="3" rtl="0">
              <a:spcBef>
                <a:spcPts val="0"/>
              </a:spcBef>
              <a:spcAft>
                <a:spcPts val="0"/>
              </a:spcAft>
              <a:buSzPts val="3000"/>
              <a:buFont typeface="Farro"/>
              <a:buNone/>
              <a:defRPr sz="4000">
                <a:latin typeface="Farro"/>
                <a:ea typeface="Farro"/>
                <a:cs typeface="Farro"/>
                <a:sym typeface="Farro"/>
              </a:defRPr>
            </a:lvl4pPr>
            <a:lvl5pPr lvl="4" rtl="0">
              <a:spcBef>
                <a:spcPts val="0"/>
              </a:spcBef>
              <a:spcAft>
                <a:spcPts val="0"/>
              </a:spcAft>
              <a:buSzPts val="3000"/>
              <a:buFont typeface="Farro"/>
              <a:buNone/>
              <a:defRPr sz="4000">
                <a:latin typeface="Farro"/>
                <a:ea typeface="Farro"/>
                <a:cs typeface="Farro"/>
                <a:sym typeface="Farro"/>
              </a:defRPr>
            </a:lvl5pPr>
            <a:lvl6pPr lvl="5" rtl="0">
              <a:spcBef>
                <a:spcPts val="0"/>
              </a:spcBef>
              <a:spcAft>
                <a:spcPts val="0"/>
              </a:spcAft>
              <a:buSzPts val="3000"/>
              <a:buFont typeface="Farro"/>
              <a:buNone/>
              <a:defRPr sz="4000">
                <a:latin typeface="Farro"/>
                <a:ea typeface="Farro"/>
                <a:cs typeface="Farro"/>
                <a:sym typeface="Farro"/>
              </a:defRPr>
            </a:lvl6pPr>
            <a:lvl7pPr lvl="6" rtl="0">
              <a:spcBef>
                <a:spcPts val="0"/>
              </a:spcBef>
              <a:spcAft>
                <a:spcPts val="0"/>
              </a:spcAft>
              <a:buSzPts val="3000"/>
              <a:buFont typeface="Farro"/>
              <a:buNone/>
              <a:defRPr sz="4000">
                <a:latin typeface="Farro"/>
                <a:ea typeface="Farro"/>
                <a:cs typeface="Farro"/>
                <a:sym typeface="Farro"/>
              </a:defRPr>
            </a:lvl7pPr>
            <a:lvl8pPr lvl="7" rtl="0">
              <a:spcBef>
                <a:spcPts val="0"/>
              </a:spcBef>
              <a:spcAft>
                <a:spcPts val="0"/>
              </a:spcAft>
              <a:buSzPts val="3000"/>
              <a:buFont typeface="Farro"/>
              <a:buNone/>
              <a:defRPr sz="4000">
                <a:latin typeface="Farro"/>
                <a:ea typeface="Farro"/>
                <a:cs typeface="Farro"/>
                <a:sym typeface="Farro"/>
              </a:defRPr>
            </a:lvl8pPr>
            <a:lvl9pPr lvl="8" rtl="0">
              <a:spcBef>
                <a:spcPts val="0"/>
              </a:spcBef>
              <a:spcAft>
                <a:spcPts val="0"/>
              </a:spcAft>
              <a:buSzPts val="3000"/>
              <a:buFont typeface="Farro"/>
              <a:buNone/>
              <a:defRPr sz="4000">
                <a:latin typeface="Farro"/>
                <a:ea typeface="Farro"/>
                <a:cs typeface="Farro"/>
                <a:sym typeface="Farro"/>
              </a:defRPr>
            </a:lvl9pPr>
          </a:lstStyle>
          <a:p>
            <a:r>
              <a:t>xx%</a:t>
            </a:r>
          </a:p>
        </p:txBody>
      </p:sp>
      <p:sp>
        <p:nvSpPr>
          <p:cNvPr id="138" name="Google Shape;138;p13"/>
          <p:cNvSpPr txBox="1">
            <a:spLocks noGrp="1"/>
          </p:cNvSpPr>
          <p:nvPr>
            <p:ph type="subTitle" idx="16"/>
          </p:nvPr>
        </p:nvSpPr>
        <p:spPr>
          <a:xfrm>
            <a:off x="960000" y="2604667"/>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39" name="Google Shape;139;p13"/>
          <p:cNvSpPr txBox="1">
            <a:spLocks noGrp="1"/>
          </p:cNvSpPr>
          <p:nvPr>
            <p:ph type="subTitle" idx="17"/>
          </p:nvPr>
        </p:nvSpPr>
        <p:spPr>
          <a:xfrm>
            <a:off x="4486633" y="2604667"/>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0" name="Google Shape;140;p13"/>
          <p:cNvSpPr txBox="1">
            <a:spLocks noGrp="1"/>
          </p:cNvSpPr>
          <p:nvPr>
            <p:ph type="subTitle" idx="18"/>
          </p:nvPr>
        </p:nvSpPr>
        <p:spPr>
          <a:xfrm>
            <a:off x="8013267" y="2604667"/>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1" name="Google Shape;141;p13"/>
          <p:cNvSpPr txBox="1">
            <a:spLocks noGrp="1"/>
          </p:cNvSpPr>
          <p:nvPr>
            <p:ph type="subTitle" idx="19"/>
          </p:nvPr>
        </p:nvSpPr>
        <p:spPr>
          <a:xfrm>
            <a:off x="960000" y="5016496"/>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2" name="Google Shape;142;p13"/>
          <p:cNvSpPr txBox="1">
            <a:spLocks noGrp="1"/>
          </p:cNvSpPr>
          <p:nvPr>
            <p:ph type="subTitle" idx="20"/>
          </p:nvPr>
        </p:nvSpPr>
        <p:spPr>
          <a:xfrm>
            <a:off x="4486633" y="5016500"/>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3" name="Google Shape;143;p13"/>
          <p:cNvSpPr txBox="1">
            <a:spLocks noGrp="1"/>
          </p:cNvSpPr>
          <p:nvPr>
            <p:ph type="subTitle" idx="21"/>
          </p:nvPr>
        </p:nvSpPr>
        <p:spPr>
          <a:xfrm>
            <a:off x="8013267" y="5016496"/>
            <a:ext cx="3218800" cy="646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rtl="0">
              <a:lnSpc>
                <a:spcPct val="100000"/>
              </a:lnSpc>
              <a:spcBef>
                <a:spcPts val="0"/>
              </a:spcBef>
              <a:spcAft>
                <a:spcPts val="0"/>
              </a:spcAft>
              <a:buSzPts val="2400"/>
              <a:buFont typeface="Farro"/>
              <a:buNone/>
              <a:defRPr sz="3200">
                <a:latin typeface="Farro"/>
                <a:ea typeface="Farro"/>
                <a:cs typeface="Farro"/>
                <a:sym typeface="Farro"/>
              </a:defRPr>
            </a:lvl2pPr>
            <a:lvl3pPr lvl="2" rtl="0">
              <a:lnSpc>
                <a:spcPct val="100000"/>
              </a:lnSpc>
              <a:spcBef>
                <a:spcPts val="0"/>
              </a:spcBef>
              <a:spcAft>
                <a:spcPts val="0"/>
              </a:spcAft>
              <a:buSzPts val="2400"/>
              <a:buFont typeface="Farro"/>
              <a:buNone/>
              <a:defRPr sz="3200">
                <a:latin typeface="Farro"/>
                <a:ea typeface="Farro"/>
                <a:cs typeface="Farro"/>
                <a:sym typeface="Farro"/>
              </a:defRPr>
            </a:lvl3pPr>
            <a:lvl4pPr lvl="3" rtl="0">
              <a:lnSpc>
                <a:spcPct val="100000"/>
              </a:lnSpc>
              <a:spcBef>
                <a:spcPts val="0"/>
              </a:spcBef>
              <a:spcAft>
                <a:spcPts val="0"/>
              </a:spcAft>
              <a:buSzPts val="2400"/>
              <a:buFont typeface="Farro"/>
              <a:buNone/>
              <a:defRPr sz="3200">
                <a:latin typeface="Farro"/>
                <a:ea typeface="Farro"/>
                <a:cs typeface="Farro"/>
                <a:sym typeface="Farro"/>
              </a:defRPr>
            </a:lvl4pPr>
            <a:lvl5pPr lvl="4" rtl="0">
              <a:lnSpc>
                <a:spcPct val="100000"/>
              </a:lnSpc>
              <a:spcBef>
                <a:spcPts val="0"/>
              </a:spcBef>
              <a:spcAft>
                <a:spcPts val="0"/>
              </a:spcAft>
              <a:buSzPts val="2400"/>
              <a:buFont typeface="Farro"/>
              <a:buNone/>
              <a:defRPr sz="3200">
                <a:latin typeface="Farro"/>
                <a:ea typeface="Farro"/>
                <a:cs typeface="Farro"/>
                <a:sym typeface="Farro"/>
              </a:defRPr>
            </a:lvl5pPr>
            <a:lvl6pPr lvl="5" rtl="0">
              <a:lnSpc>
                <a:spcPct val="100000"/>
              </a:lnSpc>
              <a:spcBef>
                <a:spcPts val="0"/>
              </a:spcBef>
              <a:spcAft>
                <a:spcPts val="0"/>
              </a:spcAft>
              <a:buSzPts val="2400"/>
              <a:buFont typeface="Farro"/>
              <a:buNone/>
              <a:defRPr sz="3200">
                <a:latin typeface="Farro"/>
                <a:ea typeface="Farro"/>
                <a:cs typeface="Farro"/>
                <a:sym typeface="Farro"/>
              </a:defRPr>
            </a:lvl6pPr>
            <a:lvl7pPr lvl="6" rtl="0">
              <a:lnSpc>
                <a:spcPct val="100000"/>
              </a:lnSpc>
              <a:spcBef>
                <a:spcPts val="0"/>
              </a:spcBef>
              <a:spcAft>
                <a:spcPts val="0"/>
              </a:spcAft>
              <a:buSzPts val="2400"/>
              <a:buFont typeface="Farro"/>
              <a:buNone/>
              <a:defRPr sz="3200">
                <a:latin typeface="Farro"/>
                <a:ea typeface="Farro"/>
                <a:cs typeface="Farro"/>
                <a:sym typeface="Farro"/>
              </a:defRPr>
            </a:lvl7pPr>
            <a:lvl8pPr lvl="7" rtl="0">
              <a:lnSpc>
                <a:spcPct val="100000"/>
              </a:lnSpc>
              <a:spcBef>
                <a:spcPts val="0"/>
              </a:spcBef>
              <a:spcAft>
                <a:spcPts val="0"/>
              </a:spcAft>
              <a:buSzPts val="2400"/>
              <a:buFont typeface="Farro"/>
              <a:buNone/>
              <a:defRPr sz="3200">
                <a:latin typeface="Farro"/>
                <a:ea typeface="Farro"/>
                <a:cs typeface="Farro"/>
                <a:sym typeface="Farro"/>
              </a:defRPr>
            </a:lvl8pPr>
            <a:lvl9pPr lvl="8"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35091793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bg>
      <p:bgPr>
        <a:solidFill>
          <a:schemeClr val="lt2"/>
        </a:solidFill>
        <a:effectLst/>
      </p:bgPr>
    </p:bg>
    <p:spTree>
      <p:nvGrpSpPr>
        <p:cNvPr id="1" name="Shape 144"/>
        <p:cNvGrpSpPr/>
        <p:nvPr/>
      </p:nvGrpSpPr>
      <p:grpSpPr>
        <a:xfrm>
          <a:off x="0" y="0"/>
          <a:ext cx="0" cy="0"/>
          <a:chOff x="0" y="0"/>
          <a:chExt cx="0" cy="0"/>
        </a:xfrm>
      </p:grpSpPr>
      <p:sp>
        <p:nvSpPr>
          <p:cNvPr id="145" name="Google Shape;145;p1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6" name="Google Shape;146;p14"/>
          <p:cNvSpPr txBox="1">
            <a:spLocks noGrp="1"/>
          </p:cNvSpPr>
          <p:nvPr>
            <p:ph type="subTitle" idx="1"/>
          </p:nvPr>
        </p:nvSpPr>
        <p:spPr>
          <a:xfrm>
            <a:off x="6533451" y="3286836"/>
            <a:ext cx="3340800" cy="188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47" name="Google Shape;147;p14"/>
          <p:cNvSpPr txBox="1">
            <a:spLocks noGrp="1"/>
          </p:cNvSpPr>
          <p:nvPr>
            <p:ph type="subTitle" idx="2"/>
          </p:nvPr>
        </p:nvSpPr>
        <p:spPr>
          <a:xfrm>
            <a:off x="2110917" y="3286836"/>
            <a:ext cx="3340800" cy="191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48" name="Google Shape;148;p14"/>
          <p:cNvSpPr txBox="1">
            <a:spLocks noGrp="1"/>
          </p:cNvSpPr>
          <p:nvPr>
            <p:ph type="subTitle" idx="3"/>
          </p:nvPr>
        </p:nvSpPr>
        <p:spPr>
          <a:xfrm>
            <a:off x="6533451" y="2523233"/>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149" name="Google Shape;149;p14"/>
          <p:cNvSpPr txBox="1">
            <a:spLocks noGrp="1"/>
          </p:cNvSpPr>
          <p:nvPr>
            <p:ph type="subTitle" idx="4"/>
          </p:nvPr>
        </p:nvSpPr>
        <p:spPr>
          <a:xfrm>
            <a:off x="2110917" y="2523233"/>
            <a:ext cx="33408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grpSp>
        <p:nvGrpSpPr>
          <p:cNvPr id="150" name="Google Shape;150;p14"/>
          <p:cNvGrpSpPr/>
          <p:nvPr/>
        </p:nvGrpSpPr>
        <p:grpSpPr>
          <a:xfrm>
            <a:off x="210733" y="5101"/>
            <a:ext cx="11997200" cy="6934233"/>
            <a:chOff x="158050" y="3825"/>
            <a:chExt cx="8997900" cy="5200675"/>
          </a:xfrm>
        </p:grpSpPr>
        <p:grpSp>
          <p:nvGrpSpPr>
            <p:cNvPr id="151" name="Google Shape;151;p14"/>
            <p:cNvGrpSpPr/>
            <p:nvPr/>
          </p:nvGrpSpPr>
          <p:grpSpPr>
            <a:xfrm>
              <a:off x="158050" y="3825"/>
              <a:ext cx="8997900" cy="5124600"/>
              <a:chOff x="158050" y="3825"/>
              <a:chExt cx="8997900" cy="5124600"/>
            </a:xfrm>
          </p:grpSpPr>
          <p:cxnSp>
            <p:nvCxnSpPr>
              <p:cNvPr id="152" name="Google Shape;152;p14"/>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153" name="Google Shape;153;p14"/>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54" name="Google Shape;154;p14"/>
            <p:cNvGrpSpPr/>
            <p:nvPr/>
          </p:nvGrpSpPr>
          <p:grpSpPr>
            <a:xfrm>
              <a:off x="8095550" y="4226500"/>
              <a:ext cx="890400" cy="978000"/>
              <a:chOff x="8095550" y="4226500"/>
              <a:chExt cx="890400" cy="978000"/>
            </a:xfrm>
          </p:grpSpPr>
          <p:cxnSp>
            <p:nvCxnSpPr>
              <p:cNvPr id="155" name="Google Shape;155;p14"/>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14"/>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157" name="Google Shape;157;p14"/>
          <p:cNvGrpSpPr/>
          <p:nvPr/>
        </p:nvGrpSpPr>
        <p:grpSpPr>
          <a:xfrm rot="5400000">
            <a:off x="11433601" y="5893486"/>
            <a:ext cx="606951" cy="207212"/>
            <a:chOff x="6309490" y="2180542"/>
            <a:chExt cx="626497" cy="213885"/>
          </a:xfrm>
        </p:grpSpPr>
        <p:sp>
          <p:nvSpPr>
            <p:cNvPr id="158" name="Google Shape;158;p14"/>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14"/>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14"/>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7606753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3">
  <p:cSld name="Title and text 3">
    <p:bg>
      <p:bgPr>
        <a:solidFill>
          <a:schemeClr val="lt2"/>
        </a:solidFill>
        <a:effectLst/>
      </p:bgPr>
    </p:bg>
    <p:spTree>
      <p:nvGrpSpPr>
        <p:cNvPr id="1" name="Shape 161"/>
        <p:cNvGrpSpPr/>
        <p:nvPr/>
      </p:nvGrpSpPr>
      <p:grpSpPr>
        <a:xfrm>
          <a:off x="0" y="0"/>
          <a:ext cx="0" cy="0"/>
          <a:chOff x="0" y="0"/>
          <a:chExt cx="0" cy="0"/>
        </a:xfrm>
      </p:grpSpPr>
      <p:grpSp>
        <p:nvGrpSpPr>
          <p:cNvPr id="162" name="Google Shape;162;p15"/>
          <p:cNvGrpSpPr/>
          <p:nvPr/>
        </p:nvGrpSpPr>
        <p:grpSpPr>
          <a:xfrm>
            <a:off x="-33462" y="-79567"/>
            <a:ext cx="12286395" cy="7002000"/>
            <a:chOff x="-25096" y="-59675"/>
            <a:chExt cx="9214796" cy="5251500"/>
          </a:xfrm>
        </p:grpSpPr>
        <p:sp>
          <p:nvSpPr>
            <p:cNvPr id="163" name="Google Shape;163;p15"/>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15"/>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5" name="Google Shape;165;p15"/>
          <p:cNvGrpSpPr/>
          <p:nvPr/>
        </p:nvGrpSpPr>
        <p:grpSpPr>
          <a:xfrm flipH="1">
            <a:off x="10488685" y="414759"/>
            <a:ext cx="606951" cy="207212"/>
            <a:chOff x="6309490" y="2180542"/>
            <a:chExt cx="626497" cy="213885"/>
          </a:xfrm>
        </p:grpSpPr>
        <p:sp>
          <p:nvSpPr>
            <p:cNvPr id="166" name="Google Shape;166;p15"/>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15"/>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15"/>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9" name="Google Shape;169;p15"/>
          <p:cNvSpPr txBox="1">
            <a:spLocks noGrp="1"/>
          </p:cNvSpPr>
          <p:nvPr>
            <p:ph type="title"/>
          </p:nvPr>
        </p:nvSpPr>
        <p:spPr>
          <a:xfrm>
            <a:off x="1514533" y="593367"/>
            <a:ext cx="57264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70" name="Google Shape;170;p15"/>
          <p:cNvSpPr txBox="1">
            <a:spLocks noGrp="1"/>
          </p:cNvSpPr>
          <p:nvPr>
            <p:ph type="subTitle" idx="1"/>
          </p:nvPr>
        </p:nvSpPr>
        <p:spPr>
          <a:xfrm>
            <a:off x="1514533" y="2267067"/>
            <a:ext cx="5726400" cy="30644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r>
              <a:rPr lang="en-US"/>
              <a:t>Click to edit Master subtitle style</a:t>
            </a:r>
            <a:endParaRPr/>
          </a:p>
        </p:txBody>
      </p:sp>
    </p:spTree>
    <p:extLst>
      <p:ext uri="{BB962C8B-B14F-4D97-AF65-F5344CB8AC3E}">
        <p14:creationId xmlns:p14="http://schemas.microsoft.com/office/powerpoint/2010/main" val="40243640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2"/>
        </a:solidFill>
        <a:effectLst/>
      </p:bgPr>
    </p:bg>
    <p:spTree>
      <p:nvGrpSpPr>
        <p:cNvPr id="1" name="Shape 171"/>
        <p:cNvGrpSpPr/>
        <p:nvPr/>
      </p:nvGrpSpPr>
      <p:grpSpPr>
        <a:xfrm>
          <a:off x="0" y="0"/>
          <a:ext cx="0" cy="0"/>
          <a:chOff x="0" y="0"/>
          <a:chExt cx="0" cy="0"/>
        </a:xfrm>
      </p:grpSpPr>
      <p:grpSp>
        <p:nvGrpSpPr>
          <p:cNvPr id="172" name="Google Shape;172;p16"/>
          <p:cNvGrpSpPr/>
          <p:nvPr/>
        </p:nvGrpSpPr>
        <p:grpSpPr>
          <a:xfrm>
            <a:off x="-33462" y="-79567"/>
            <a:ext cx="12286395" cy="7002000"/>
            <a:chOff x="-25096" y="-59675"/>
            <a:chExt cx="9214796" cy="5251500"/>
          </a:xfrm>
        </p:grpSpPr>
        <p:sp>
          <p:nvSpPr>
            <p:cNvPr id="173" name="Google Shape;173;p16"/>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 name="Google Shape;174;p16"/>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5" name="Google Shape;175;p16"/>
          <p:cNvSpPr txBox="1">
            <a:spLocks noGrp="1"/>
          </p:cNvSpPr>
          <p:nvPr>
            <p:ph type="title"/>
          </p:nvPr>
        </p:nvSpPr>
        <p:spPr>
          <a:xfrm>
            <a:off x="1514533" y="3930533"/>
            <a:ext cx="8399200" cy="882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176" name="Google Shape;176;p16"/>
          <p:cNvSpPr txBox="1">
            <a:spLocks noGrp="1"/>
          </p:cNvSpPr>
          <p:nvPr>
            <p:ph type="subTitle" idx="1"/>
          </p:nvPr>
        </p:nvSpPr>
        <p:spPr>
          <a:xfrm>
            <a:off x="1514533" y="1501900"/>
            <a:ext cx="8399200" cy="2484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4000"/>
            </a:lvl1pPr>
            <a:lvl2pPr lvl="1" algn="ctr" rtl="0">
              <a:lnSpc>
                <a:spcPct val="100000"/>
              </a:lnSpc>
              <a:spcBef>
                <a:spcPts val="0"/>
              </a:spcBef>
              <a:spcAft>
                <a:spcPts val="0"/>
              </a:spcAft>
              <a:buSzPts val="3000"/>
              <a:buNone/>
              <a:defRPr sz="4000"/>
            </a:lvl2pPr>
            <a:lvl3pPr lvl="2" algn="ctr" rtl="0">
              <a:lnSpc>
                <a:spcPct val="100000"/>
              </a:lnSpc>
              <a:spcBef>
                <a:spcPts val="0"/>
              </a:spcBef>
              <a:spcAft>
                <a:spcPts val="0"/>
              </a:spcAft>
              <a:buSzPts val="3000"/>
              <a:buNone/>
              <a:defRPr sz="4000"/>
            </a:lvl3pPr>
            <a:lvl4pPr lvl="3" algn="ctr" rtl="0">
              <a:lnSpc>
                <a:spcPct val="100000"/>
              </a:lnSpc>
              <a:spcBef>
                <a:spcPts val="0"/>
              </a:spcBef>
              <a:spcAft>
                <a:spcPts val="0"/>
              </a:spcAft>
              <a:buSzPts val="3000"/>
              <a:buNone/>
              <a:defRPr sz="4000"/>
            </a:lvl4pPr>
            <a:lvl5pPr lvl="4" algn="ctr" rtl="0">
              <a:lnSpc>
                <a:spcPct val="100000"/>
              </a:lnSpc>
              <a:spcBef>
                <a:spcPts val="0"/>
              </a:spcBef>
              <a:spcAft>
                <a:spcPts val="0"/>
              </a:spcAft>
              <a:buSzPts val="3000"/>
              <a:buNone/>
              <a:defRPr sz="4000"/>
            </a:lvl5pPr>
            <a:lvl6pPr lvl="5" algn="ctr" rtl="0">
              <a:lnSpc>
                <a:spcPct val="100000"/>
              </a:lnSpc>
              <a:spcBef>
                <a:spcPts val="0"/>
              </a:spcBef>
              <a:spcAft>
                <a:spcPts val="0"/>
              </a:spcAft>
              <a:buSzPts val="3000"/>
              <a:buNone/>
              <a:defRPr sz="4000"/>
            </a:lvl6pPr>
            <a:lvl7pPr lvl="6" algn="ctr" rtl="0">
              <a:lnSpc>
                <a:spcPct val="100000"/>
              </a:lnSpc>
              <a:spcBef>
                <a:spcPts val="0"/>
              </a:spcBef>
              <a:spcAft>
                <a:spcPts val="0"/>
              </a:spcAft>
              <a:buSzPts val="3000"/>
              <a:buNone/>
              <a:defRPr sz="4000"/>
            </a:lvl7pPr>
            <a:lvl8pPr lvl="7" algn="ctr" rtl="0">
              <a:lnSpc>
                <a:spcPct val="100000"/>
              </a:lnSpc>
              <a:spcBef>
                <a:spcPts val="0"/>
              </a:spcBef>
              <a:spcAft>
                <a:spcPts val="0"/>
              </a:spcAft>
              <a:buSzPts val="3000"/>
              <a:buNone/>
              <a:defRPr sz="4000"/>
            </a:lvl8pPr>
            <a:lvl9pPr lvl="8" algn="ctr" rtl="0">
              <a:lnSpc>
                <a:spcPct val="100000"/>
              </a:lnSpc>
              <a:spcBef>
                <a:spcPts val="0"/>
              </a:spcBef>
              <a:spcAft>
                <a:spcPts val="0"/>
              </a:spcAft>
              <a:buSzPts val="3000"/>
              <a:buNone/>
              <a:defRPr sz="4000"/>
            </a:lvl9pPr>
          </a:lstStyle>
          <a:p>
            <a:r>
              <a:rPr lang="en-US"/>
              <a:t>Click to edit Master subtitle style</a:t>
            </a:r>
            <a:endParaRPr/>
          </a:p>
        </p:txBody>
      </p:sp>
    </p:spTree>
    <p:extLst>
      <p:ext uri="{BB962C8B-B14F-4D97-AF65-F5344CB8AC3E}">
        <p14:creationId xmlns:p14="http://schemas.microsoft.com/office/powerpoint/2010/main" val="11330256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177"/>
        <p:cNvGrpSpPr/>
        <p:nvPr/>
      </p:nvGrpSpPr>
      <p:grpSpPr>
        <a:xfrm>
          <a:off x="0" y="0"/>
          <a:ext cx="0" cy="0"/>
          <a:chOff x="0" y="0"/>
          <a:chExt cx="0" cy="0"/>
        </a:xfrm>
      </p:grpSpPr>
      <p:grpSp>
        <p:nvGrpSpPr>
          <p:cNvPr id="178" name="Google Shape;178;p17"/>
          <p:cNvGrpSpPr/>
          <p:nvPr/>
        </p:nvGrpSpPr>
        <p:grpSpPr>
          <a:xfrm>
            <a:off x="964369" y="5100"/>
            <a:ext cx="10276665" cy="6832800"/>
            <a:chOff x="723276" y="3825"/>
            <a:chExt cx="7707499" cy="5124600"/>
          </a:xfrm>
        </p:grpSpPr>
        <p:cxnSp>
          <p:nvCxnSpPr>
            <p:cNvPr id="179" name="Google Shape;179;p17"/>
            <p:cNvCxnSpPr/>
            <p:nvPr/>
          </p:nvCxnSpPr>
          <p:spPr>
            <a:xfrm>
              <a:off x="723276"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180" name="Google Shape;180;p17"/>
            <p:cNvCxnSpPr/>
            <p:nvPr/>
          </p:nvCxnSpPr>
          <p:spPr>
            <a:xfrm>
              <a:off x="84307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81" name="Google Shape;181;p17"/>
          <p:cNvGrpSpPr/>
          <p:nvPr/>
        </p:nvGrpSpPr>
        <p:grpSpPr>
          <a:xfrm flipH="1">
            <a:off x="10488685" y="414759"/>
            <a:ext cx="606951" cy="207212"/>
            <a:chOff x="6309490" y="2180542"/>
            <a:chExt cx="626497" cy="213885"/>
          </a:xfrm>
        </p:grpSpPr>
        <p:sp>
          <p:nvSpPr>
            <p:cNvPr id="182" name="Google Shape;182;p17"/>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17"/>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17"/>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5" name="Google Shape;185;p17"/>
          <p:cNvSpPr txBox="1">
            <a:spLocks noGrp="1"/>
          </p:cNvSpPr>
          <p:nvPr>
            <p:ph type="title"/>
          </p:nvPr>
        </p:nvSpPr>
        <p:spPr>
          <a:xfrm>
            <a:off x="1521867" y="1114900"/>
            <a:ext cx="4692800" cy="3061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86" name="Google Shape;186;p17"/>
          <p:cNvSpPr txBox="1">
            <a:spLocks noGrp="1"/>
          </p:cNvSpPr>
          <p:nvPr>
            <p:ph type="subTitle" idx="1"/>
          </p:nvPr>
        </p:nvSpPr>
        <p:spPr>
          <a:xfrm>
            <a:off x="1521867" y="4176300"/>
            <a:ext cx="4692800" cy="1488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87" name="Google Shape;187;p17"/>
          <p:cNvSpPr>
            <a:spLocks noGrp="1"/>
          </p:cNvSpPr>
          <p:nvPr>
            <p:ph type="pic" idx="2"/>
          </p:nvPr>
        </p:nvSpPr>
        <p:spPr>
          <a:xfrm>
            <a:off x="7030800" y="711817"/>
            <a:ext cx="3880000" cy="5434400"/>
          </a:xfrm>
          <a:prstGeom prst="rect">
            <a:avLst/>
          </a:prstGeom>
          <a:noFill/>
          <a:ln>
            <a:noFill/>
          </a:ln>
        </p:spPr>
      </p:sp>
    </p:spTree>
    <p:extLst>
      <p:ext uri="{BB962C8B-B14F-4D97-AF65-F5344CB8AC3E}">
        <p14:creationId xmlns:p14="http://schemas.microsoft.com/office/powerpoint/2010/main" val="20850560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lt2"/>
        </a:solidFill>
        <a:effectLst/>
      </p:bgPr>
    </p:bg>
    <p:spTree>
      <p:nvGrpSpPr>
        <p:cNvPr id="1" name="Shape 188"/>
        <p:cNvGrpSpPr/>
        <p:nvPr/>
      </p:nvGrpSpPr>
      <p:grpSpPr>
        <a:xfrm>
          <a:off x="0" y="0"/>
          <a:ext cx="0" cy="0"/>
          <a:chOff x="0" y="0"/>
          <a:chExt cx="0" cy="0"/>
        </a:xfrm>
      </p:grpSpPr>
      <p:grpSp>
        <p:nvGrpSpPr>
          <p:cNvPr id="189" name="Google Shape;189;p18"/>
          <p:cNvGrpSpPr/>
          <p:nvPr/>
        </p:nvGrpSpPr>
        <p:grpSpPr>
          <a:xfrm>
            <a:off x="210733" y="5101"/>
            <a:ext cx="11997200" cy="6934233"/>
            <a:chOff x="158050" y="3825"/>
            <a:chExt cx="8997900" cy="5200675"/>
          </a:xfrm>
        </p:grpSpPr>
        <p:grpSp>
          <p:nvGrpSpPr>
            <p:cNvPr id="190" name="Google Shape;190;p18"/>
            <p:cNvGrpSpPr/>
            <p:nvPr/>
          </p:nvGrpSpPr>
          <p:grpSpPr>
            <a:xfrm>
              <a:off x="158050" y="3825"/>
              <a:ext cx="8997900" cy="5124600"/>
              <a:chOff x="158050" y="3825"/>
              <a:chExt cx="8997900" cy="5124600"/>
            </a:xfrm>
          </p:grpSpPr>
          <p:cxnSp>
            <p:nvCxnSpPr>
              <p:cNvPr id="191" name="Google Shape;191;p18"/>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192" name="Google Shape;192;p18"/>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193" name="Google Shape;193;p18"/>
            <p:cNvGrpSpPr/>
            <p:nvPr/>
          </p:nvGrpSpPr>
          <p:grpSpPr>
            <a:xfrm>
              <a:off x="8095550" y="4226500"/>
              <a:ext cx="890400" cy="978000"/>
              <a:chOff x="8095550" y="4226500"/>
              <a:chExt cx="890400" cy="978000"/>
            </a:xfrm>
          </p:grpSpPr>
          <p:cxnSp>
            <p:nvCxnSpPr>
              <p:cNvPr id="194" name="Google Shape;194;p18"/>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195" name="Google Shape;195;p18"/>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196" name="Google Shape;196;p18"/>
          <p:cNvGrpSpPr/>
          <p:nvPr/>
        </p:nvGrpSpPr>
        <p:grpSpPr>
          <a:xfrm rot="5400000">
            <a:off x="11433601" y="5893486"/>
            <a:ext cx="606951" cy="207212"/>
            <a:chOff x="6309490" y="2180542"/>
            <a:chExt cx="626497" cy="213885"/>
          </a:xfrm>
        </p:grpSpPr>
        <p:sp>
          <p:nvSpPr>
            <p:cNvPr id="197" name="Google Shape;197;p18"/>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 name="Google Shape;198;p18"/>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 name="Google Shape;199;p18"/>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0" name="Google Shape;200;p18"/>
          <p:cNvSpPr txBox="1">
            <a:spLocks noGrp="1"/>
          </p:cNvSpPr>
          <p:nvPr>
            <p:ph type="title"/>
          </p:nvPr>
        </p:nvSpPr>
        <p:spPr>
          <a:xfrm>
            <a:off x="1514533" y="2725867"/>
            <a:ext cx="4350000" cy="875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01" name="Google Shape;201;p18"/>
          <p:cNvSpPr txBox="1">
            <a:spLocks noGrp="1"/>
          </p:cNvSpPr>
          <p:nvPr>
            <p:ph type="subTitle" idx="1"/>
          </p:nvPr>
        </p:nvSpPr>
        <p:spPr>
          <a:xfrm>
            <a:off x="1514533" y="3601000"/>
            <a:ext cx="4350000" cy="107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2850033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bg>
      <p:bgPr>
        <a:solidFill>
          <a:schemeClr val="lt2"/>
        </a:solidFill>
        <a:effectLst/>
      </p:bgPr>
    </p:bg>
    <p:spTree>
      <p:nvGrpSpPr>
        <p:cNvPr id="1" name="Shape 202"/>
        <p:cNvGrpSpPr/>
        <p:nvPr/>
      </p:nvGrpSpPr>
      <p:grpSpPr>
        <a:xfrm>
          <a:off x="0" y="0"/>
          <a:ext cx="0" cy="0"/>
          <a:chOff x="0" y="0"/>
          <a:chExt cx="0" cy="0"/>
        </a:xfrm>
      </p:grpSpPr>
      <p:grpSp>
        <p:nvGrpSpPr>
          <p:cNvPr id="203" name="Google Shape;203;p19"/>
          <p:cNvGrpSpPr/>
          <p:nvPr/>
        </p:nvGrpSpPr>
        <p:grpSpPr>
          <a:xfrm>
            <a:off x="-17833" y="5100"/>
            <a:ext cx="12208767" cy="7036000"/>
            <a:chOff x="-13375" y="3825"/>
            <a:chExt cx="9156575" cy="5277000"/>
          </a:xfrm>
        </p:grpSpPr>
        <p:grpSp>
          <p:nvGrpSpPr>
            <p:cNvPr id="204" name="Google Shape;204;p19"/>
            <p:cNvGrpSpPr/>
            <p:nvPr/>
          </p:nvGrpSpPr>
          <p:grpSpPr>
            <a:xfrm>
              <a:off x="-13375" y="3825"/>
              <a:ext cx="4584600" cy="5124600"/>
              <a:chOff x="-13375" y="3825"/>
              <a:chExt cx="4584600" cy="5124600"/>
            </a:xfrm>
          </p:grpSpPr>
          <p:cxnSp>
            <p:nvCxnSpPr>
              <p:cNvPr id="205" name="Google Shape;205;p19"/>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06" name="Google Shape;206;p19"/>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207" name="Google Shape;207;p19"/>
            <p:cNvGrpSpPr/>
            <p:nvPr/>
          </p:nvGrpSpPr>
          <p:grpSpPr>
            <a:xfrm>
              <a:off x="4596700" y="156225"/>
              <a:ext cx="4546500" cy="5124600"/>
              <a:chOff x="4596700" y="156225"/>
              <a:chExt cx="4546500" cy="5124600"/>
            </a:xfrm>
          </p:grpSpPr>
          <p:cxnSp>
            <p:nvCxnSpPr>
              <p:cNvPr id="208" name="Google Shape;208;p19"/>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09" name="Google Shape;209;p19"/>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sp>
        <p:nvSpPr>
          <p:cNvPr id="210" name="Google Shape;210;p19"/>
          <p:cNvSpPr txBox="1">
            <a:spLocks noGrp="1"/>
          </p:cNvSpPr>
          <p:nvPr>
            <p:ph type="title"/>
          </p:nvPr>
        </p:nvSpPr>
        <p:spPr>
          <a:xfrm>
            <a:off x="6323667" y="2001600"/>
            <a:ext cx="4434400" cy="14144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11" name="Google Shape;211;p19"/>
          <p:cNvSpPr txBox="1">
            <a:spLocks noGrp="1"/>
          </p:cNvSpPr>
          <p:nvPr>
            <p:ph type="subTitle" idx="1"/>
          </p:nvPr>
        </p:nvSpPr>
        <p:spPr>
          <a:xfrm>
            <a:off x="6323877" y="3416000"/>
            <a:ext cx="4434400" cy="1440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1826441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4">
  <p:cSld name="Title and text 4">
    <p:bg>
      <p:bgPr>
        <a:solidFill>
          <a:schemeClr val="lt2"/>
        </a:solidFill>
        <a:effectLst/>
      </p:bgPr>
    </p:bg>
    <p:spTree>
      <p:nvGrpSpPr>
        <p:cNvPr id="1" name="Shape 212"/>
        <p:cNvGrpSpPr/>
        <p:nvPr/>
      </p:nvGrpSpPr>
      <p:grpSpPr>
        <a:xfrm>
          <a:off x="0" y="0"/>
          <a:ext cx="0" cy="0"/>
          <a:chOff x="0" y="0"/>
          <a:chExt cx="0" cy="0"/>
        </a:xfrm>
      </p:grpSpPr>
      <p:grpSp>
        <p:nvGrpSpPr>
          <p:cNvPr id="213" name="Google Shape;213;p20"/>
          <p:cNvGrpSpPr/>
          <p:nvPr/>
        </p:nvGrpSpPr>
        <p:grpSpPr>
          <a:xfrm>
            <a:off x="210733" y="5101"/>
            <a:ext cx="11997200" cy="6934233"/>
            <a:chOff x="158050" y="3825"/>
            <a:chExt cx="8997900" cy="5200675"/>
          </a:xfrm>
        </p:grpSpPr>
        <p:grpSp>
          <p:nvGrpSpPr>
            <p:cNvPr id="214" name="Google Shape;214;p20"/>
            <p:cNvGrpSpPr/>
            <p:nvPr/>
          </p:nvGrpSpPr>
          <p:grpSpPr>
            <a:xfrm>
              <a:off x="158050" y="3825"/>
              <a:ext cx="8997900" cy="5124600"/>
              <a:chOff x="158050" y="3825"/>
              <a:chExt cx="8997900" cy="5124600"/>
            </a:xfrm>
          </p:grpSpPr>
          <p:cxnSp>
            <p:nvCxnSpPr>
              <p:cNvPr id="215" name="Google Shape;215;p20"/>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16" name="Google Shape;216;p20"/>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17" name="Google Shape;217;p20"/>
            <p:cNvGrpSpPr/>
            <p:nvPr/>
          </p:nvGrpSpPr>
          <p:grpSpPr>
            <a:xfrm>
              <a:off x="8095550" y="4226500"/>
              <a:ext cx="890400" cy="978000"/>
              <a:chOff x="8095550" y="4226500"/>
              <a:chExt cx="890400" cy="978000"/>
            </a:xfrm>
          </p:grpSpPr>
          <p:cxnSp>
            <p:nvCxnSpPr>
              <p:cNvPr id="218" name="Google Shape;218;p20"/>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219" name="Google Shape;219;p20"/>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220" name="Google Shape;220;p20"/>
          <p:cNvGrpSpPr/>
          <p:nvPr/>
        </p:nvGrpSpPr>
        <p:grpSpPr>
          <a:xfrm rot="5400000">
            <a:off x="11433601" y="5893486"/>
            <a:ext cx="606951" cy="207212"/>
            <a:chOff x="6309490" y="2180542"/>
            <a:chExt cx="626497" cy="213885"/>
          </a:xfrm>
        </p:grpSpPr>
        <p:sp>
          <p:nvSpPr>
            <p:cNvPr id="221" name="Google Shape;221;p20"/>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20"/>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20"/>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24" name="Google Shape;224;p20"/>
          <p:cNvSpPr txBox="1">
            <a:spLocks noGrp="1"/>
          </p:cNvSpPr>
          <p:nvPr>
            <p:ph type="title"/>
          </p:nvPr>
        </p:nvSpPr>
        <p:spPr>
          <a:xfrm>
            <a:off x="1514533" y="1972100"/>
            <a:ext cx="3286800" cy="16288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25" name="Google Shape;225;p20"/>
          <p:cNvSpPr txBox="1">
            <a:spLocks noGrp="1"/>
          </p:cNvSpPr>
          <p:nvPr>
            <p:ph type="subTitle" idx="1"/>
          </p:nvPr>
        </p:nvSpPr>
        <p:spPr>
          <a:xfrm>
            <a:off x="1514533" y="3601000"/>
            <a:ext cx="3286800" cy="154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9831691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lt2"/>
        </a:solidFill>
        <a:effectLst/>
      </p:bgPr>
    </p:bg>
    <p:spTree>
      <p:nvGrpSpPr>
        <p:cNvPr id="1" name="Shape 226"/>
        <p:cNvGrpSpPr/>
        <p:nvPr/>
      </p:nvGrpSpPr>
      <p:grpSpPr>
        <a:xfrm>
          <a:off x="0" y="0"/>
          <a:ext cx="0" cy="0"/>
          <a:chOff x="0" y="0"/>
          <a:chExt cx="0" cy="0"/>
        </a:xfrm>
      </p:grpSpPr>
      <p:grpSp>
        <p:nvGrpSpPr>
          <p:cNvPr id="227" name="Google Shape;227;p21"/>
          <p:cNvGrpSpPr/>
          <p:nvPr/>
        </p:nvGrpSpPr>
        <p:grpSpPr>
          <a:xfrm>
            <a:off x="210733" y="5100"/>
            <a:ext cx="11997200" cy="6832800"/>
            <a:chOff x="158050" y="3825"/>
            <a:chExt cx="8997900" cy="5124600"/>
          </a:xfrm>
        </p:grpSpPr>
        <p:cxnSp>
          <p:nvCxnSpPr>
            <p:cNvPr id="228" name="Google Shape;228;p21"/>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29" name="Google Shape;229;p21"/>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30" name="Google Shape;230;p21"/>
          <p:cNvGrpSpPr/>
          <p:nvPr/>
        </p:nvGrpSpPr>
        <p:grpSpPr>
          <a:xfrm>
            <a:off x="830634" y="117854"/>
            <a:ext cx="11055788" cy="6186577"/>
            <a:chOff x="622975" y="88390"/>
            <a:chExt cx="8291841" cy="4639933"/>
          </a:xfrm>
        </p:grpSpPr>
        <p:grpSp>
          <p:nvGrpSpPr>
            <p:cNvPr id="231" name="Google Shape;231;p21"/>
            <p:cNvGrpSpPr/>
            <p:nvPr/>
          </p:nvGrpSpPr>
          <p:grpSpPr>
            <a:xfrm rot="2700000">
              <a:off x="8377136" y="220941"/>
              <a:ext cx="502421" cy="307836"/>
              <a:chOff x="765450" y="1072075"/>
              <a:chExt cx="5757950" cy="3527925"/>
            </a:xfrm>
          </p:grpSpPr>
          <p:sp>
            <p:nvSpPr>
              <p:cNvPr id="232" name="Google Shape;232;p21"/>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21"/>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21"/>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21"/>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21"/>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21"/>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38" name="Google Shape;238;p21"/>
            <p:cNvGrpSpPr/>
            <p:nvPr/>
          </p:nvGrpSpPr>
          <p:grpSpPr>
            <a:xfrm>
              <a:off x="622975" y="4572914"/>
              <a:ext cx="455213" cy="155409"/>
              <a:chOff x="6309490" y="2180542"/>
              <a:chExt cx="626497" cy="213885"/>
            </a:xfrm>
          </p:grpSpPr>
          <p:sp>
            <p:nvSpPr>
              <p:cNvPr id="239" name="Google Shape;239;p21"/>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21"/>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21"/>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42" name="Google Shape;242;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43" name="Google Shape;243;p21"/>
          <p:cNvSpPr txBox="1">
            <a:spLocks noGrp="1"/>
          </p:cNvSpPr>
          <p:nvPr>
            <p:ph type="subTitle" idx="1"/>
          </p:nvPr>
        </p:nvSpPr>
        <p:spPr>
          <a:xfrm>
            <a:off x="6564117" y="4118364"/>
            <a:ext cx="3520000" cy="134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4" name="Google Shape;244;p21"/>
          <p:cNvSpPr txBox="1">
            <a:spLocks noGrp="1"/>
          </p:cNvSpPr>
          <p:nvPr>
            <p:ph type="subTitle" idx="2"/>
          </p:nvPr>
        </p:nvSpPr>
        <p:spPr>
          <a:xfrm>
            <a:off x="2107883" y="4118364"/>
            <a:ext cx="3520000" cy="1347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45" name="Google Shape;245;p21"/>
          <p:cNvSpPr txBox="1">
            <a:spLocks noGrp="1"/>
          </p:cNvSpPr>
          <p:nvPr>
            <p:ph type="subTitle" idx="3"/>
          </p:nvPr>
        </p:nvSpPr>
        <p:spPr>
          <a:xfrm>
            <a:off x="2107883" y="3576367"/>
            <a:ext cx="3520000" cy="74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246" name="Google Shape;246;p21"/>
          <p:cNvSpPr txBox="1">
            <a:spLocks noGrp="1"/>
          </p:cNvSpPr>
          <p:nvPr>
            <p:ph type="subTitle" idx="4"/>
          </p:nvPr>
        </p:nvSpPr>
        <p:spPr>
          <a:xfrm>
            <a:off x="6564117" y="3576367"/>
            <a:ext cx="3520000" cy="745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1950165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bg>
      <p:bgPr>
        <a:solidFill>
          <a:schemeClr val="lt2"/>
        </a:solidFill>
        <a:effectLst/>
      </p:bgPr>
    </p:bg>
    <p:spTree>
      <p:nvGrpSpPr>
        <p:cNvPr id="1" name="Shape 247"/>
        <p:cNvGrpSpPr/>
        <p:nvPr/>
      </p:nvGrpSpPr>
      <p:grpSpPr>
        <a:xfrm>
          <a:off x="0" y="0"/>
          <a:ext cx="0" cy="0"/>
          <a:chOff x="0" y="0"/>
          <a:chExt cx="0" cy="0"/>
        </a:xfrm>
      </p:grpSpPr>
      <p:grpSp>
        <p:nvGrpSpPr>
          <p:cNvPr id="248" name="Google Shape;248;p22"/>
          <p:cNvGrpSpPr/>
          <p:nvPr/>
        </p:nvGrpSpPr>
        <p:grpSpPr>
          <a:xfrm>
            <a:off x="655300" y="5100"/>
            <a:ext cx="10881400" cy="6832800"/>
            <a:chOff x="491475" y="3825"/>
            <a:chExt cx="8161050" cy="5124600"/>
          </a:xfrm>
        </p:grpSpPr>
        <p:cxnSp>
          <p:nvCxnSpPr>
            <p:cNvPr id="249" name="Google Shape;249;p22"/>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50" name="Google Shape;250;p22"/>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51" name="Google Shape;251;p22"/>
          <p:cNvGrpSpPr/>
          <p:nvPr/>
        </p:nvGrpSpPr>
        <p:grpSpPr>
          <a:xfrm>
            <a:off x="10728167" y="6097219"/>
            <a:ext cx="606951" cy="207212"/>
            <a:chOff x="6309490" y="2180542"/>
            <a:chExt cx="626497" cy="213885"/>
          </a:xfrm>
        </p:grpSpPr>
        <p:sp>
          <p:nvSpPr>
            <p:cNvPr id="252" name="Google Shape;252;p22"/>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22"/>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22"/>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5" name="Google Shape;255;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56" name="Google Shape;256;p22"/>
          <p:cNvSpPr txBox="1">
            <a:spLocks noGrp="1"/>
          </p:cNvSpPr>
          <p:nvPr>
            <p:ph type="subTitle" idx="1"/>
          </p:nvPr>
        </p:nvSpPr>
        <p:spPr>
          <a:xfrm>
            <a:off x="5756971" y="2436733"/>
            <a:ext cx="4338800" cy="301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57" name="Google Shape;257;p22"/>
          <p:cNvSpPr txBox="1">
            <a:spLocks noGrp="1"/>
          </p:cNvSpPr>
          <p:nvPr>
            <p:ph type="subTitle" idx="2"/>
          </p:nvPr>
        </p:nvSpPr>
        <p:spPr>
          <a:xfrm>
            <a:off x="960000" y="2436733"/>
            <a:ext cx="4338800" cy="3013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8129662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bg>
      <p:bgPr>
        <a:solidFill>
          <a:schemeClr val="lt2"/>
        </a:solidFill>
        <a:effectLst/>
      </p:bgPr>
    </p:bg>
    <p:spTree>
      <p:nvGrpSpPr>
        <p:cNvPr id="1" name="Shape 258"/>
        <p:cNvGrpSpPr/>
        <p:nvPr/>
      </p:nvGrpSpPr>
      <p:grpSpPr>
        <a:xfrm>
          <a:off x="0" y="0"/>
          <a:ext cx="0" cy="0"/>
          <a:chOff x="0" y="0"/>
          <a:chExt cx="0" cy="0"/>
        </a:xfrm>
      </p:grpSpPr>
      <p:grpSp>
        <p:nvGrpSpPr>
          <p:cNvPr id="259" name="Google Shape;259;p23"/>
          <p:cNvGrpSpPr/>
          <p:nvPr/>
        </p:nvGrpSpPr>
        <p:grpSpPr>
          <a:xfrm>
            <a:off x="210733" y="5100"/>
            <a:ext cx="11997200" cy="6832800"/>
            <a:chOff x="158050" y="3825"/>
            <a:chExt cx="8997900" cy="5124600"/>
          </a:xfrm>
        </p:grpSpPr>
        <p:cxnSp>
          <p:nvCxnSpPr>
            <p:cNvPr id="260" name="Google Shape;260;p23"/>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61" name="Google Shape;261;p23"/>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62" name="Google Shape;262;p23"/>
          <p:cNvGrpSpPr/>
          <p:nvPr/>
        </p:nvGrpSpPr>
        <p:grpSpPr>
          <a:xfrm>
            <a:off x="758967" y="117854"/>
            <a:ext cx="11127455" cy="6592977"/>
            <a:chOff x="569225" y="88390"/>
            <a:chExt cx="8345591" cy="4944733"/>
          </a:xfrm>
        </p:grpSpPr>
        <p:grpSp>
          <p:nvGrpSpPr>
            <p:cNvPr id="263" name="Google Shape;263;p23"/>
            <p:cNvGrpSpPr/>
            <p:nvPr/>
          </p:nvGrpSpPr>
          <p:grpSpPr>
            <a:xfrm>
              <a:off x="569225" y="4877714"/>
              <a:ext cx="455213" cy="155409"/>
              <a:chOff x="6309490" y="2180542"/>
              <a:chExt cx="626497" cy="213885"/>
            </a:xfrm>
          </p:grpSpPr>
          <p:sp>
            <p:nvSpPr>
              <p:cNvPr id="264" name="Google Shape;264;p23"/>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23"/>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23"/>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7" name="Google Shape;267;p23"/>
            <p:cNvGrpSpPr/>
            <p:nvPr/>
          </p:nvGrpSpPr>
          <p:grpSpPr>
            <a:xfrm rot="2700000">
              <a:off x="8377136" y="220941"/>
              <a:ext cx="502421" cy="307836"/>
              <a:chOff x="765450" y="1072075"/>
              <a:chExt cx="5757950" cy="3527925"/>
            </a:xfrm>
          </p:grpSpPr>
          <p:sp>
            <p:nvSpPr>
              <p:cNvPr id="268" name="Google Shape;268;p23"/>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9" name="Google Shape;269;p23"/>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23"/>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23"/>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23"/>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23"/>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74" name="Google Shape;274;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75" name="Google Shape;275;p23"/>
          <p:cNvSpPr txBox="1">
            <a:spLocks noGrp="1"/>
          </p:cNvSpPr>
          <p:nvPr>
            <p:ph type="subTitle" idx="1"/>
          </p:nvPr>
        </p:nvSpPr>
        <p:spPr>
          <a:xfrm>
            <a:off x="6197567" y="1570800"/>
            <a:ext cx="5034400" cy="45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276" name="Google Shape;276;p23"/>
          <p:cNvSpPr txBox="1">
            <a:spLocks noGrp="1"/>
          </p:cNvSpPr>
          <p:nvPr>
            <p:ph type="subTitle" idx="2"/>
          </p:nvPr>
        </p:nvSpPr>
        <p:spPr>
          <a:xfrm>
            <a:off x="950967" y="1570800"/>
            <a:ext cx="5034400" cy="45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Char char="●"/>
              <a:defRPr b="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Tree>
    <p:extLst>
      <p:ext uri="{BB962C8B-B14F-4D97-AF65-F5344CB8AC3E}">
        <p14:creationId xmlns:p14="http://schemas.microsoft.com/office/powerpoint/2010/main" val="97886055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bg>
      <p:bgPr>
        <a:solidFill>
          <a:schemeClr val="lt2"/>
        </a:solidFill>
        <a:effectLst/>
      </p:bgPr>
    </p:bg>
    <p:spTree>
      <p:nvGrpSpPr>
        <p:cNvPr id="1" name="Shape 277"/>
        <p:cNvGrpSpPr/>
        <p:nvPr/>
      </p:nvGrpSpPr>
      <p:grpSpPr>
        <a:xfrm>
          <a:off x="0" y="0"/>
          <a:ext cx="0" cy="0"/>
          <a:chOff x="0" y="0"/>
          <a:chExt cx="0" cy="0"/>
        </a:xfrm>
      </p:grpSpPr>
      <p:grpSp>
        <p:nvGrpSpPr>
          <p:cNvPr id="278" name="Google Shape;278;p24"/>
          <p:cNvGrpSpPr/>
          <p:nvPr/>
        </p:nvGrpSpPr>
        <p:grpSpPr>
          <a:xfrm>
            <a:off x="655300" y="5100"/>
            <a:ext cx="10881400" cy="6832800"/>
            <a:chOff x="491475" y="3825"/>
            <a:chExt cx="8161050" cy="5124600"/>
          </a:xfrm>
        </p:grpSpPr>
        <p:cxnSp>
          <p:nvCxnSpPr>
            <p:cNvPr id="279" name="Google Shape;279;p24"/>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280" name="Google Shape;280;p24"/>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81" name="Google Shape;281;p24"/>
          <p:cNvGrpSpPr/>
          <p:nvPr/>
        </p:nvGrpSpPr>
        <p:grpSpPr>
          <a:xfrm>
            <a:off x="10819034" y="325019"/>
            <a:ext cx="606951" cy="207212"/>
            <a:chOff x="6309490" y="2180542"/>
            <a:chExt cx="626497" cy="213885"/>
          </a:xfrm>
        </p:grpSpPr>
        <p:sp>
          <p:nvSpPr>
            <p:cNvPr id="282" name="Google Shape;282;p24"/>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24"/>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24"/>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5" name="Google Shape;285;p24"/>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86" name="Google Shape;286;p24"/>
          <p:cNvSpPr txBox="1">
            <a:spLocks noGrp="1"/>
          </p:cNvSpPr>
          <p:nvPr>
            <p:ph type="subTitle" idx="1"/>
          </p:nvPr>
        </p:nvSpPr>
        <p:spPr>
          <a:xfrm>
            <a:off x="1250125" y="4125333"/>
            <a:ext cx="3037200" cy="135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7" name="Google Shape;287;p24"/>
          <p:cNvSpPr txBox="1">
            <a:spLocks noGrp="1"/>
          </p:cNvSpPr>
          <p:nvPr>
            <p:ph type="subTitle" idx="2"/>
          </p:nvPr>
        </p:nvSpPr>
        <p:spPr>
          <a:xfrm>
            <a:off x="4577400" y="4125333"/>
            <a:ext cx="3037200" cy="135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8" name="Google Shape;288;p24"/>
          <p:cNvSpPr txBox="1">
            <a:spLocks noGrp="1"/>
          </p:cNvSpPr>
          <p:nvPr>
            <p:ph type="subTitle" idx="3"/>
          </p:nvPr>
        </p:nvSpPr>
        <p:spPr>
          <a:xfrm>
            <a:off x="7904675" y="4125333"/>
            <a:ext cx="3037200" cy="1354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9" name="Google Shape;289;p24"/>
          <p:cNvSpPr txBox="1">
            <a:spLocks noGrp="1"/>
          </p:cNvSpPr>
          <p:nvPr>
            <p:ph type="subTitle" idx="4"/>
          </p:nvPr>
        </p:nvSpPr>
        <p:spPr>
          <a:xfrm>
            <a:off x="1250125" y="3346933"/>
            <a:ext cx="3037200" cy="88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290" name="Google Shape;290;p24"/>
          <p:cNvSpPr txBox="1">
            <a:spLocks noGrp="1"/>
          </p:cNvSpPr>
          <p:nvPr>
            <p:ph type="subTitle" idx="5"/>
          </p:nvPr>
        </p:nvSpPr>
        <p:spPr>
          <a:xfrm>
            <a:off x="4577400" y="3346933"/>
            <a:ext cx="3037200" cy="88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291" name="Google Shape;291;p24"/>
          <p:cNvSpPr txBox="1">
            <a:spLocks noGrp="1"/>
          </p:cNvSpPr>
          <p:nvPr>
            <p:ph type="subTitle" idx="6"/>
          </p:nvPr>
        </p:nvSpPr>
        <p:spPr>
          <a:xfrm>
            <a:off x="7904675" y="3346933"/>
            <a:ext cx="3037200" cy="88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cxnSp>
        <p:nvCxnSpPr>
          <p:cNvPr id="292" name="Google Shape;292;p24"/>
          <p:cNvCxnSpPr/>
          <p:nvPr/>
        </p:nvCxnSpPr>
        <p:spPr>
          <a:xfrm>
            <a:off x="306800" y="5884733"/>
            <a:ext cx="11578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2594913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bg>
      <p:bgPr>
        <a:solidFill>
          <a:schemeClr val="lt2"/>
        </a:solidFill>
        <a:effectLst/>
      </p:bgPr>
    </p:bg>
    <p:spTree>
      <p:nvGrpSpPr>
        <p:cNvPr id="1" name="Shape 293"/>
        <p:cNvGrpSpPr/>
        <p:nvPr/>
      </p:nvGrpSpPr>
      <p:grpSpPr>
        <a:xfrm>
          <a:off x="0" y="0"/>
          <a:ext cx="0" cy="0"/>
          <a:chOff x="0" y="0"/>
          <a:chExt cx="0" cy="0"/>
        </a:xfrm>
      </p:grpSpPr>
      <p:grpSp>
        <p:nvGrpSpPr>
          <p:cNvPr id="294" name="Google Shape;294;p25"/>
          <p:cNvGrpSpPr/>
          <p:nvPr/>
        </p:nvGrpSpPr>
        <p:grpSpPr>
          <a:xfrm>
            <a:off x="210733" y="5101"/>
            <a:ext cx="11997200" cy="6934233"/>
            <a:chOff x="158050" y="3825"/>
            <a:chExt cx="8997900" cy="5200675"/>
          </a:xfrm>
        </p:grpSpPr>
        <p:grpSp>
          <p:nvGrpSpPr>
            <p:cNvPr id="295" name="Google Shape;295;p25"/>
            <p:cNvGrpSpPr/>
            <p:nvPr/>
          </p:nvGrpSpPr>
          <p:grpSpPr>
            <a:xfrm>
              <a:off x="158050" y="3825"/>
              <a:ext cx="8997900" cy="5124600"/>
              <a:chOff x="158050" y="3825"/>
              <a:chExt cx="8997900" cy="5124600"/>
            </a:xfrm>
          </p:grpSpPr>
          <p:cxnSp>
            <p:nvCxnSpPr>
              <p:cNvPr id="296" name="Google Shape;296;p25"/>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297" name="Google Shape;297;p25"/>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298" name="Google Shape;298;p25"/>
            <p:cNvGrpSpPr/>
            <p:nvPr/>
          </p:nvGrpSpPr>
          <p:grpSpPr>
            <a:xfrm>
              <a:off x="8095550" y="4226500"/>
              <a:ext cx="890400" cy="978000"/>
              <a:chOff x="8095550" y="4226500"/>
              <a:chExt cx="890400" cy="978000"/>
            </a:xfrm>
          </p:grpSpPr>
          <p:cxnSp>
            <p:nvCxnSpPr>
              <p:cNvPr id="299" name="Google Shape;299;p25"/>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300" name="Google Shape;300;p25"/>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301" name="Google Shape;301;p25"/>
          <p:cNvGrpSpPr/>
          <p:nvPr/>
        </p:nvGrpSpPr>
        <p:grpSpPr>
          <a:xfrm rot="5400000">
            <a:off x="11433601" y="5893486"/>
            <a:ext cx="606951" cy="207212"/>
            <a:chOff x="6309490" y="2180542"/>
            <a:chExt cx="626497" cy="213885"/>
          </a:xfrm>
        </p:grpSpPr>
        <p:sp>
          <p:nvSpPr>
            <p:cNvPr id="302" name="Google Shape;302;p25"/>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3" name="Google Shape;303;p25"/>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4" name="Google Shape;304;p25"/>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05" name="Google Shape;305;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06" name="Google Shape;306;p25"/>
          <p:cNvSpPr txBox="1">
            <a:spLocks noGrp="1"/>
          </p:cNvSpPr>
          <p:nvPr>
            <p:ph type="subTitle" idx="1"/>
          </p:nvPr>
        </p:nvSpPr>
        <p:spPr>
          <a:xfrm>
            <a:off x="3015648" y="2394433"/>
            <a:ext cx="26376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7" name="Google Shape;307;p25"/>
          <p:cNvSpPr txBox="1">
            <a:spLocks noGrp="1"/>
          </p:cNvSpPr>
          <p:nvPr>
            <p:ph type="subTitle" idx="2"/>
          </p:nvPr>
        </p:nvSpPr>
        <p:spPr>
          <a:xfrm>
            <a:off x="6536152" y="2394433"/>
            <a:ext cx="2637600" cy="887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8" name="Google Shape;308;p25"/>
          <p:cNvSpPr txBox="1">
            <a:spLocks noGrp="1"/>
          </p:cNvSpPr>
          <p:nvPr>
            <p:ph type="subTitle" idx="3"/>
          </p:nvPr>
        </p:nvSpPr>
        <p:spPr>
          <a:xfrm>
            <a:off x="3015648" y="4622300"/>
            <a:ext cx="2637600" cy="88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09" name="Google Shape;309;p25"/>
          <p:cNvSpPr txBox="1">
            <a:spLocks noGrp="1"/>
          </p:cNvSpPr>
          <p:nvPr>
            <p:ph type="subTitle" idx="4"/>
          </p:nvPr>
        </p:nvSpPr>
        <p:spPr>
          <a:xfrm>
            <a:off x="6536152" y="4622300"/>
            <a:ext cx="2637600" cy="8872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10" name="Google Shape;310;p25"/>
          <p:cNvSpPr txBox="1">
            <a:spLocks noGrp="1"/>
          </p:cNvSpPr>
          <p:nvPr>
            <p:ph type="subTitle" idx="5"/>
          </p:nvPr>
        </p:nvSpPr>
        <p:spPr>
          <a:xfrm>
            <a:off x="3015648" y="1986267"/>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11" name="Google Shape;311;p25"/>
          <p:cNvSpPr txBox="1">
            <a:spLocks noGrp="1"/>
          </p:cNvSpPr>
          <p:nvPr>
            <p:ph type="subTitle" idx="6"/>
          </p:nvPr>
        </p:nvSpPr>
        <p:spPr>
          <a:xfrm>
            <a:off x="3015648" y="4176900"/>
            <a:ext cx="2637600" cy="674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12" name="Google Shape;312;p25"/>
          <p:cNvSpPr txBox="1">
            <a:spLocks noGrp="1"/>
          </p:cNvSpPr>
          <p:nvPr>
            <p:ph type="subTitle" idx="7"/>
          </p:nvPr>
        </p:nvSpPr>
        <p:spPr>
          <a:xfrm>
            <a:off x="6536148" y="1986267"/>
            <a:ext cx="2637600" cy="674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13" name="Google Shape;313;p25"/>
          <p:cNvSpPr txBox="1">
            <a:spLocks noGrp="1"/>
          </p:cNvSpPr>
          <p:nvPr>
            <p:ph type="subTitle" idx="8"/>
          </p:nvPr>
        </p:nvSpPr>
        <p:spPr>
          <a:xfrm>
            <a:off x="6536148" y="4176900"/>
            <a:ext cx="2637600" cy="674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13427734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bg>
      <p:bgPr>
        <a:solidFill>
          <a:schemeClr val="lt2"/>
        </a:solidFill>
        <a:effectLst/>
      </p:bgPr>
    </p:bg>
    <p:spTree>
      <p:nvGrpSpPr>
        <p:cNvPr id="1" name="Shape 314"/>
        <p:cNvGrpSpPr/>
        <p:nvPr/>
      </p:nvGrpSpPr>
      <p:grpSpPr>
        <a:xfrm>
          <a:off x="0" y="0"/>
          <a:ext cx="0" cy="0"/>
          <a:chOff x="0" y="0"/>
          <a:chExt cx="0" cy="0"/>
        </a:xfrm>
      </p:grpSpPr>
      <p:grpSp>
        <p:nvGrpSpPr>
          <p:cNvPr id="315" name="Google Shape;315;p26"/>
          <p:cNvGrpSpPr/>
          <p:nvPr/>
        </p:nvGrpSpPr>
        <p:grpSpPr>
          <a:xfrm>
            <a:off x="11005301" y="325019"/>
            <a:ext cx="606951" cy="207212"/>
            <a:chOff x="6309490" y="2180542"/>
            <a:chExt cx="626497" cy="213885"/>
          </a:xfrm>
        </p:grpSpPr>
        <p:sp>
          <p:nvSpPr>
            <p:cNvPr id="316" name="Google Shape;316;p26"/>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26"/>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26"/>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9" name="Google Shape;319;p26"/>
          <p:cNvGrpSpPr/>
          <p:nvPr/>
        </p:nvGrpSpPr>
        <p:grpSpPr>
          <a:xfrm>
            <a:off x="-17833" y="5100"/>
            <a:ext cx="12208767" cy="7036000"/>
            <a:chOff x="-13375" y="3825"/>
            <a:chExt cx="9156575" cy="5277000"/>
          </a:xfrm>
        </p:grpSpPr>
        <p:grpSp>
          <p:nvGrpSpPr>
            <p:cNvPr id="320" name="Google Shape;320;p26"/>
            <p:cNvGrpSpPr/>
            <p:nvPr/>
          </p:nvGrpSpPr>
          <p:grpSpPr>
            <a:xfrm>
              <a:off x="-13375" y="3825"/>
              <a:ext cx="4584600" cy="5124600"/>
              <a:chOff x="-13375" y="3825"/>
              <a:chExt cx="4584600" cy="5124600"/>
            </a:xfrm>
          </p:grpSpPr>
          <p:cxnSp>
            <p:nvCxnSpPr>
              <p:cNvPr id="321" name="Google Shape;321;p26"/>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322" name="Google Shape;322;p26"/>
              <p:cNvCxnSpPr/>
              <p:nvPr/>
            </p:nvCxnSpPr>
            <p:spPr>
              <a:xfrm>
                <a:off x="-13375" y="321475"/>
                <a:ext cx="4584600" cy="0"/>
              </a:xfrm>
              <a:prstGeom prst="straightConnector1">
                <a:avLst/>
              </a:prstGeom>
              <a:noFill/>
              <a:ln w="9525" cap="flat" cmpd="sng">
                <a:solidFill>
                  <a:schemeClr val="dk1"/>
                </a:solidFill>
                <a:prstDash val="solid"/>
                <a:round/>
                <a:headEnd type="none" w="med" len="med"/>
                <a:tailEnd type="none" w="med" len="med"/>
              </a:ln>
            </p:spPr>
          </p:cxnSp>
        </p:grpSp>
        <p:grpSp>
          <p:nvGrpSpPr>
            <p:cNvPr id="323" name="Google Shape;323;p26"/>
            <p:cNvGrpSpPr/>
            <p:nvPr/>
          </p:nvGrpSpPr>
          <p:grpSpPr>
            <a:xfrm>
              <a:off x="4596700" y="156225"/>
              <a:ext cx="4546500" cy="5124600"/>
              <a:chOff x="4596700" y="156225"/>
              <a:chExt cx="4546500" cy="5124600"/>
            </a:xfrm>
          </p:grpSpPr>
          <p:cxnSp>
            <p:nvCxnSpPr>
              <p:cNvPr id="324" name="Google Shape;324;p26"/>
              <p:cNvCxnSpPr/>
              <p:nvPr/>
            </p:nvCxnSpPr>
            <p:spPr>
              <a:xfrm>
                <a:off x="8804925" y="1562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325" name="Google Shape;325;p26"/>
              <p:cNvCxnSpPr/>
              <p:nvPr/>
            </p:nvCxnSpPr>
            <p:spPr>
              <a:xfrm>
                <a:off x="4596700" y="4819500"/>
                <a:ext cx="4546500" cy="0"/>
              </a:xfrm>
              <a:prstGeom prst="straightConnector1">
                <a:avLst/>
              </a:prstGeom>
              <a:noFill/>
              <a:ln w="9525" cap="flat" cmpd="sng">
                <a:solidFill>
                  <a:schemeClr val="dk1"/>
                </a:solidFill>
                <a:prstDash val="solid"/>
                <a:round/>
                <a:headEnd type="none" w="med" len="med"/>
                <a:tailEnd type="none" w="med" len="med"/>
              </a:ln>
            </p:spPr>
          </p:cxnSp>
        </p:grpSp>
      </p:grpSp>
      <p:sp>
        <p:nvSpPr>
          <p:cNvPr id="326" name="Google Shape;326;p2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27" name="Google Shape;327;p26"/>
          <p:cNvSpPr txBox="1">
            <a:spLocks noGrp="1"/>
          </p:cNvSpPr>
          <p:nvPr>
            <p:ph type="subTitle" idx="1"/>
          </p:nvPr>
        </p:nvSpPr>
        <p:spPr>
          <a:xfrm>
            <a:off x="1164100" y="2865600"/>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8" name="Google Shape;328;p26"/>
          <p:cNvSpPr txBox="1">
            <a:spLocks noGrp="1"/>
          </p:cNvSpPr>
          <p:nvPr>
            <p:ph type="subTitle" idx="2"/>
          </p:nvPr>
        </p:nvSpPr>
        <p:spPr>
          <a:xfrm>
            <a:off x="4548800" y="2865600"/>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29" name="Google Shape;329;p26"/>
          <p:cNvSpPr txBox="1">
            <a:spLocks noGrp="1"/>
          </p:cNvSpPr>
          <p:nvPr>
            <p:ph type="subTitle" idx="3"/>
          </p:nvPr>
        </p:nvSpPr>
        <p:spPr>
          <a:xfrm>
            <a:off x="1163933" y="4772567"/>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0" name="Google Shape;330;p26"/>
          <p:cNvSpPr txBox="1">
            <a:spLocks noGrp="1"/>
          </p:cNvSpPr>
          <p:nvPr>
            <p:ph type="subTitle" idx="4"/>
          </p:nvPr>
        </p:nvSpPr>
        <p:spPr>
          <a:xfrm>
            <a:off x="4548800" y="4772567"/>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1" name="Google Shape;331;p26"/>
          <p:cNvSpPr txBox="1">
            <a:spLocks noGrp="1"/>
          </p:cNvSpPr>
          <p:nvPr>
            <p:ph type="subTitle" idx="5"/>
          </p:nvPr>
        </p:nvSpPr>
        <p:spPr>
          <a:xfrm>
            <a:off x="7933667" y="2865600"/>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2" name="Google Shape;332;p26"/>
          <p:cNvSpPr txBox="1">
            <a:spLocks noGrp="1"/>
          </p:cNvSpPr>
          <p:nvPr>
            <p:ph type="subTitle" idx="6"/>
          </p:nvPr>
        </p:nvSpPr>
        <p:spPr>
          <a:xfrm>
            <a:off x="7933667" y="4772567"/>
            <a:ext cx="3094400" cy="84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33" name="Google Shape;333;p26"/>
          <p:cNvSpPr txBox="1">
            <a:spLocks noGrp="1"/>
          </p:cNvSpPr>
          <p:nvPr>
            <p:ph type="subTitle" idx="7"/>
          </p:nvPr>
        </p:nvSpPr>
        <p:spPr>
          <a:xfrm>
            <a:off x="1164100" y="2412000"/>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4" name="Google Shape;334;p26"/>
          <p:cNvSpPr txBox="1">
            <a:spLocks noGrp="1"/>
          </p:cNvSpPr>
          <p:nvPr>
            <p:ph type="subTitle" idx="8"/>
          </p:nvPr>
        </p:nvSpPr>
        <p:spPr>
          <a:xfrm>
            <a:off x="4548800" y="2412000"/>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5" name="Google Shape;335;p26"/>
          <p:cNvSpPr txBox="1">
            <a:spLocks noGrp="1"/>
          </p:cNvSpPr>
          <p:nvPr>
            <p:ph type="subTitle" idx="9"/>
          </p:nvPr>
        </p:nvSpPr>
        <p:spPr>
          <a:xfrm>
            <a:off x="7933667" y="2412000"/>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6" name="Google Shape;336;p26"/>
          <p:cNvSpPr txBox="1">
            <a:spLocks noGrp="1"/>
          </p:cNvSpPr>
          <p:nvPr>
            <p:ph type="subTitle" idx="13"/>
          </p:nvPr>
        </p:nvSpPr>
        <p:spPr>
          <a:xfrm>
            <a:off x="1163933" y="4318933"/>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7" name="Google Shape;337;p26"/>
          <p:cNvSpPr txBox="1">
            <a:spLocks noGrp="1"/>
          </p:cNvSpPr>
          <p:nvPr>
            <p:ph type="subTitle" idx="14"/>
          </p:nvPr>
        </p:nvSpPr>
        <p:spPr>
          <a:xfrm>
            <a:off x="4548800" y="4318933"/>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
        <p:nvSpPr>
          <p:cNvPr id="338" name="Google Shape;338;p26"/>
          <p:cNvSpPr txBox="1">
            <a:spLocks noGrp="1"/>
          </p:cNvSpPr>
          <p:nvPr>
            <p:ph type="subTitle" idx="15"/>
          </p:nvPr>
        </p:nvSpPr>
        <p:spPr>
          <a:xfrm>
            <a:off x="7933667" y="4318933"/>
            <a:ext cx="3094400" cy="65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SzPts val="2400"/>
              <a:buFont typeface="Farro"/>
              <a:buNone/>
              <a:defRPr sz="3200">
                <a:latin typeface="Farro"/>
                <a:ea typeface="Farro"/>
                <a:cs typeface="Farro"/>
                <a:sym typeface="Farro"/>
              </a:defRPr>
            </a:lvl2pPr>
            <a:lvl3pPr lvl="2" algn="ctr" rtl="0">
              <a:lnSpc>
                <a:spcPct val="100000"/>
              </a:lnSpc>
              <a:spcBef>
                <a:spcPts val="0"/>
              </a:spcBef>
              <a:spcAft>
                <a:spcPts val="0"/>
              </a:spcAft>
              <a:buSzPts val="2400"/>
              <a:buFont typeface="Farro"/>
              <a:buNone/>
              <a:defRPr sz="3200">
                <a:latin typeface="Farro"/>
                <a:ea typeface="Farro"/>
                <a:cs typeface="Farro"/>
                <a:sym typeface="Farro"/>
              </a:defRPr>
            </a:lvl3pPr>
            <a:lvl4pPr lvl="3" algn="ctr" rtl="0">
              <a:lnSpc>
                <a:spcPct val="100000"/>
              </a:lnSpc>
              <a:spcBef>
                <a:spcPts val="0"/>
              </a:spcBef>
              <a:spcAft>
                <a:spcPts val="0"/>
              </a:spcAft>
              <a:buSzPts val="2400"/>
              <a:buFont typeface="Farro"/>
              <a:buNone/>
              <a:defRPr sz="3200">
                <a:latin typeface="Farro"/>
                <a:ea typeface="Farro"/>
                <a:cs typeface="Farro"/>
                <a:sym typeface="Farro"/>
              </a:defRPr>
            </a:lvl4pPr>
            <a:lvl5pPr lvl="4" algn="ctr" rtl="0">
              <a:lnSpc>
                <a:spcPct val="100000"/>
              </a:lnSpc>
              <a:spcBef>
                <a:spcPts val="0"/>
              </a:spcBef>
              <a:spcAft>
                <a:spcPts val="0"/>
              </a:spcAft>
              <a:buSzPts val="2400"/>
              <a:buFont typeface="Farro"/>
              <a:buNone/>
              <a:defRPr sz="3200">
                <a:latin typeface="Farro"/>
                <a:ea typeface="Farro"/>
                <a:cs typeface="Farro"/>
                <a:sym typeface="Farro"/>
              </a:defRPr>
            </a:lvl5pPr>
            <a:lvl6pPr lvl="5" algn="ctr" rtl="0">
              <a:lnSpc>
                <a:spcPct val="100000"/>
              </a:lnSpc>
              <a:spcBef>
                <a:spcPts val="0"/>
              </a:spcBef>
              <a:spcAft>
                <a:spcPts val="0"/>
              </a:spcAft>
              <a:buSzPts val="2400"/>
              <a:buFont typeface="Farro"/>
              <a:buNone/>
              <a:defRPr sz="3200">
                <a:latin typeface="Farro"/>
                <a:ea typeface="Farro"/>
                <a:cs typeface="Farro"/>
                <a:sym typeface="Farro"/>
              </a:defRPr>
            </a:lvl6pPr>
            <a:lvl7pPr lvl="6" algn="ctr" rtl="0">
              <a:lnSpc>
                <a:spcPct val="100000"/>
              </a:lnSpc>
              <a:spcBef>
                <a:spcPts val="0"/>
              </a:spcBef>
              <a:spcAft>
                <a:spcPts val="0"/>
              </a:spcAft>
              <a:buSzPts val="2400"/>
              <a:buFont typeface="Farro"/>
              <a:buNone/>
              <a:defRPr sz="3200">
                <a:latin typeface="Farro"/>
                <a:ea typeface="Farro"/>
                <a:cs typeface="Farro"/>
                <a:sym typeface="Farro"/>
              </a:defRPr>
            </a:lvl7pPr>
            <a:lvl8pPr lvl="7" algn="ctr" rtl="0">
              <a:lnSpc>
                <a:spcPct val="100000"/>
              </a:lnSpc>
              <a:spcBef>
                <a:spcPts val="0"/>
              </a:spcBef>
              <a:spcAft>
                <a:spcPts val="0"/>
              </a:spcAft>
              <a:buSzPts val="2400"/>
              <a:buFont typeface="Farro"/>
              <a:buNone/>
              <a:defRPr sz="3200">
                <a:latin typeface="Farro"/>
                <a:ea typeface="Farro"/>
                <a:cs typeface="Farro"/>
                <a:sym typeface="Farro"/>
              </a:defRPr>
            </a:lvl8pPr>
            <a:lvl9pPr lvl="8" algn="ctr" rtl="0">
              <a:lnSpc>
                <a:spcPct val="100000"/>
              </a:lnSpc>
              <a:spcBef>
                <a:spcPts val="0"/>
              </a:spcBef>
              <a:spcAft>
                <a:spcPts val="0"/>
              </a:spcAft>
              <a:buSzPts val="2400"/>
              <a:buFont typeface="Farro"/>
              <a:buNone/>
              <a:defRPr sz="3200">
                <a:latin typeface="Farro"/>
                <a:ea typeface="Farro"/>
                <a:cs typeface="Farro"/>
                <a:sym typeface="Farro"/>
              </a:defRPr>
            </a:lvl9pPr>
          </a:lstStyle>
          <a:p>
            <a:r>
              <a:rPr lang="en-US"/>
              <a:t>Click to edit Master subtitle style</a:t>
            </a:r>
            <a:endParaRPr/>
          </a:p>
        </p:txBody>
      </p:sp>
    </p:spTree>
    <p:extLst>
      <p:ext uri="{BB962C8B-B14F-4D97-AF65-F5344CB8AC3E}">
        <p14:creationId xmlns:p14="http://schemas.microsoft.com/office/powerpoint/2010/main" val="12225307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p:cSld name="Numbers and text">
    <p:bg>
      <p:bgPr>
        <a:solidFill>
          <a:schemeClr val="dk1"/>
        </a:solidFill>
        <a:effectLst/>
      </p:bgPr>
    </p:bg>
    <p:spTree>
      <p:nvGrpSpPr>
        <p:cNvPr id="1" name="Shape 339"/>
        <p:cNvGrpSpPr/>
        <p:nvPr/>
      </p:nvGrpSpPr>
      <p:grpSpPr>
        <a:xfrm>
          <a:off x="0" y="0"/>
          <a:ext cx="0" cy="0"/>
          <a:chOff x="0" y="0"/>
          <a:chExt cx="0" cy="0"/>
        </a:xfrm>
      </p:grpSpPr>
      <p:sp>
        <p:nvSpPr>
          <p:cNvPr id="340" name="Google Shape;340;p27"/>
          <p:cNvSpPr txBox="1">
            <a:spLocks noGrp="1"/>
          </p:cNvSpPr>
          <p:nvPr>
            <p:ph type="title" hasCustomPrompt="1"/>
          </p:nvPr>
        </p:nvSpPr>
        <p:spPr>
          <a:xfrm>
            <a:off x="1514533" y="851143"/>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41" name="Google Shape;341;p27"/>
          <p:cNvSpPr txBox="1">
            <a:spLocks noGrp="1"/>
          </p:cNvSpPr>
          <p:nvPr>
            <p:ph type="subTitle" idx="1"/>
          </p:nvPr>
        </p:nvSpPr>
        <p:spPr>
          <a:xfrm>
            <a:off x="1514533" y="1566501"/>
            <a:ext cx="6262400" cy="521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2133">
                <a:solidFill>
                  <a:schemeClr val="lt2"/>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42" name="Google Shape;342;p27"/>
          <p:cNvSpPr txBox="1">
            <a:spLocks noGrp="1"/>
          </p:cNvSpPr>
          <p:nvPr>
            <p:ph type="title" idx="2" hasCustomPrompt="1"/>
          </p:nvPr>
        </p:nvSpPr>
        <p:spPr>
          <a:xfrm>
            <a:off x="1514533" y="2501749"/>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43" name="Google Shape;343;p27"/>
          <p:cNvSpPr txBox="1">
            <a:spLocks noGrp="1"/>
          </p:cNvSpPr>
          <p:nvPr>
            <p:ph type="subTitle" idx="3"/>
          </p:nvPr>
        </p:nvSpPr>
        <p:spPr>
          <a:xfrm>
            <a:off x="1514533" y="3217115"/>
            <a:ext cx="6262400" cy="521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2133">
                <a:solidFill>
                  <a:schemeClr val="lt2"/>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
        <p:nvSpPr>
          <p:cNvPr id="344" name="Google Shape;344;p27"/>
          <p:cNvSpPr txBox="1">
            <a:spLocks noGrp="1"/>
          </p:cNvSpPr>
          <p:nvPr>
            <p:ph type="title" idx="4" hasCustomPrompt="1"/>
          </p:nvPr>
        </p:nvSpPr>
        <p:spPr>
          <a:xfrm>
            <a:off x="1514533" y="4152357"/>
            <a:ext cx="6262400" cy="10252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45" name="Google Shape;345;p27"/>
          <p:cNvSpPr txBox="1">
            <a:spLocks noGrp="1"/>
          </p:cNvSpPr>
          <p:nvPr>
            <p:ph type="subTitle" idx="5"/>
          </p:nvPr>
        </p:nvSpPr>
        <p:spPr>
          <a:xfrm>
            <a:off x="1514533" y="4867728"/>
            <a:ext cx="6262400" cy="5216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1"/>
              </a:buClr>
              <a:buSzPts val="2400"/>
              <a:buNone/>
              <a:defRPr sz="2133">
                <a:solidFill>
                  <a:schemeClr val="lt2"/>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None/>
              <a:defRPr sz="2800">
                <a:solidFill>
                  <a:schemeClr val="dk1"/>
                </a:solidFill>
              </a:defRPr>
            </a:lvl4pPr>
            <a:lvl5pPr lvl="4" algn="ctr" rtl="0">
              <a:lnSpc>
                <a:spcPct val="100000"/>
              </a:lnSpc>
              <a:spcBef>
                <a:spcPts val="0"/>
              </a:spcBef>
              <a:spcAft>
                <a:spcPts val="0"/>
              </a:spcAft>
              <a:buClr>
                <a:schemeClr val="dk1"/>
              </a:buClr>
              <a:buSzPts val="2100"/>
              <a:buNone/>
              <a:defRPr sz="2800">
                <a:solidFill>
                  <a:schemeClr val="dk1"/>
                </a:solidFill>
              </a:defRPr>
            </a:lvl5pPr>
            <a:lvl6pPr lvl="5" algn="ctr" rtl="0">
              <a:lnSpc>
                <a:spcPct val="100000"/>
              </a:lnSpc>
              <a:spcBef>
                <a:spcPts val="0"/>
              </a:spcBef>
              <a:spcAft>
                <a:spcPts val="0"/>
              </a:spcAft>
              <a:buClr>
                <a:schemeClr val="dk1"/>
              </a:buClr>
              <a:buSzPts val="2100"/>
              <a:buNone/>
              <a:defRPr sz="2800">
                <a:solidFill>
                  <a:schemeClr val="dk1"/>
                </a:solidFill>
              </a:defRPr>
            </a:lvl6pPr>
            <a:lvl7pPr lvl="6" algn="ctr" rtl="0">
              <a:lnSpc>
                <a:spcPct val="100000"/>
              </a:lnSpc>
              <a:spcBef>
                <a:spcPts val="0"/>
              </a:spcBef>
              <a:spcAft>
                <a:spcPts val="0"/>
              </a:spcAft>
              <a:buClr>
                <a:schemeClr val="dk1"/>
              </a:buClr>
              <a:buSzPts val="2100"/>
              <a:buNone/>
              <a:defRPr sz="2800">
                <a:solidFill>
                  <a:schemeClr val="dk1"/>
                </a:solidFill>
              </a:defRPr>
            </a:lvl7pPr>
            <a:lvl8pPr lvl="7" algn="ctr" rtl="0">
              <a:lnSpc>
                <a:spcPct val="100000"/>
              </a:lnSpc>
              <a:spcBef>
                <a:spcPts val="0"/>
              </a:spcBef>
              <a:spcAft>
                <a:spcPts val="0"/>
              </a:spcAft>
              <a:buClr>
                <a:schemeClr val="dk1"/>
              </a:buClr>
              <a:buSzPts val="2100"/>
              <a:buNone/>
              <a:defRPr sz="2800">
                <a:solidFill>
                  <a:schemeClr val="dk1"/>
                </a:solidFill>
              </a:defRPr>
            </a:lvl8pPr>
            <a:lvl9pPr lvl="8" algn="ctr" rtl="0">
              <a:lnSpc>
                <a:spcPct val="100000"/>
              </a:lnSpc>
              <a:spcBef>
                <a:spcPts val="0"/>
              </a:spcBef>
              <a:spcAft>
                <a:spcPts val="0"/>
              </a:spcAft>
              <a:buClr>
                <a:schemeClr val="dk1"/>
              </a:buClr>
              <a:buSzPts val="2100"/>
              <a:buNone/>
              <a:defRPr sz="2800">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40664541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1">
  <p:cSld name="Numbers and text 1">
    <p:bg>
      <p:bgPr>
        <a:solidFill>
          <a:schemeClr val="lt2"/>
        </a:solidFill>
        <a:effectLst/>
      </p:bgPr>
    </p:bg>
    <p:spTree>
      <p:nvGrpSpPr>
        <p:cNvPr id="1" name="Shape 346"/>
        <p:cNvGrpSpPr/>
        <p:nvPr/>
      </p:nvGrpSpPr>
      <p:grpSpPr>
        <a:xfrm>
          <a:off x="0" y="0"/>
          <a:ext cx="0" cy="0"/>
          <a:chOff x="0" y="0"/>
          <a:chExt cx="0" cy="0"/>
        </a:xfrm>
      </p:grpSpPr>
      <p:grpSp>
        <p:nvGrpSpPr>
          <p:cNvPr id="347" name="Google Shape;347;p28"/>
          <p:cNvGrpSpPr/>
          <p:nvPr/>
        </p:nvGrpSpPr>
        <p:grpSpPr>
          <a:xfrm>
            <a:off x="655300" y="5100"/>
            <a:ext cx="10881400" cy="6832800"/>
            <a:chOff x="491475" y="3825"/>
            <a:chExt cx="8161050" cy="5124600"/>
          </a:xfrm>
        </p:grpSpPr>
        <p:cxnSp>
          <p:nvCxnSpPr>
            <p:cNvPr id="348" name="Google Shape;348;p28"/>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cxnSp>
          <p:nvCxnSpPr>
            <p:cNvPr id="349" name="Google Shape;349;p28"/>
            <p:cNvCxnSpPr/>
            <p:nvPr/>
          </p:nvCxnSpPr>
          <p:spPr>
            <a:xfrm>
              <a:off x="865252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50" name="Google Shape;350;p28"/>
          <p:cNvGrpSpPr/>
          <p:nvPr/>
        </p:nvGrpSpPr>
        <p:grpSpPr>
          <a:xfrm>
            <a:off x="10728167" y="6097219"/>
            <a:ext cx="606951" cy="207212"/>
            <a:chOff x="6309490" y="2180542"/>
            <a:chExt cx="626497" cy="213885"/>
          </a:xfrm>
        </p:grpSpPr>
        <p:sp>
          <p:nvSpPr>
            <p:cNvPr id="351" name="Google Shape;351;p28"/>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28"/>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28"/>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54" name="Google Shape;354;p28"/>
          <p:cNvSpPr txBox="1">
            <a:spLocks noGrp="1"/>
          </p:cNvSpPr>
          <p:nvPr>
            <p:ph type="title" hasCustomPrompt="1"/>
          </p:nvPr>
        </p:nvSpPr>
        <p:spPr>
          <a:xfrm>
            <a:off x="1767533" y="2616200"/>
            <a:ext cx="18652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55" name="Google Shape;355;p28"/>
          <p:cNvSpPr txBox="1">
            <a:spLocks noGrp="1"/>
          </p:cNvSpPr>
          <p:nvPr>
            <p:ph type="subTitle" idx="1"/>
          </p:nvPr>
        </p:nvSpPr>
        <p:spPr>
          <a:xfrm>
            <a:off x="1251333" y="4457900"/>
            <a:ext cx="2897600" cy="117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56" name="Google Shape;356;p28"/>
          <p:cNvSpPr txBox="1">
            <a:spLocks noGrp="1"/>
          </p:cNvSpPr>
          <p:nvPr>
            <p:ph type="subTitle" idx="2"/>
          </p:nvPr>
        </p:nvSpPr>
        <p:spPr>
          <a:xfrm>
            <a:off x="1251333" y="4074600"/>
            <a:ext cx="2897600" cy="67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2pPr>
            <a:lvl3pPr lvl="2"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3pPr>
            <a:lvl4pPr lvl="3"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4pPr>
            <a:lvl5pPr lvl="4"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5pPr>
            <a:lvl6pPr lvl="5"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6pPr>
            <a:lvl7pPr lvl="6"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7pPr>
            <a:lvl8pPr lvl="7"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8pPr>
            <a:lvl9pPr lvl="8"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9pPr>
          </a:lstStyle>
          <a:p>
            <a:r>
              <a:rPr lang="en-US"/>
              <a:t>Click to edit Master subtitle style</a:t>
            </a:r>
            <a:endParaRPr/>
          </a:p>
        </p:txBody>
      </p:sp>
      <p:sp>
        <p:nvSpPr>
          <p:cNvPr id="357" name="Google Shape;357;p28"/>
          <p:cNvSpPr txBox="1">
            <a:spLocks noGrp="1"/>
          </p:cNvSpPr>
          <p:nvPr>
            <p:ph type="title" idx="3" hasCustomPrompt="1"/>
          </p:nvPr>
        </p:nvSpPr>
        <p:spPr>
          <a:xfrm>
            <a:off x="5164133" y="2616200"/>
            <a:ext cx="1863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58" name="Google Shape;358;p28"/>
          <p:cNvSpPr txBox="1">
            <a:spLocks noGrp="1"/>
          </p:cNvSpPr>
          <p:nvPr>
            <p:ph type="subTitle" idx="4"/>
          </p:nvPr>
        </p:nvSpPr>
        <p:spPr>
          <a:xfrm>
            <a:off x="4647200" y="4457900"/>
            <a:ext cx="2897600" cy="117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59" name="Google Shape;359;p28"/>
          <p:cNvSpPr txBox="1">
            <a:spLocks noGrp="1"/>
          </p:cNvSpPr>
          <p:nvPr>
            <p:ph type="subTitle" idx="5"/>
          </p:nvPr>
        </p:nvSpPr>
        <p:spPr>
          <a:xfrm>
            <a:off x="4647200" y="4074600"/>
            <a:ext cx="2897600" cy="67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2pPr>
            <a:lvl3pPr lvl="2"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3pPr>
            <a:lvl4pPr lvl="3"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4pPr>
            <a:lvl5pPr lvl="4"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5pPr>
            <a:lvl6pPr lvl="5"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6pPr>
            <a:lvl7pPr lvl="6"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7pPr>
            <a:lvl8pPr lvl="7"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8pPr>
            <a:lvl9pPr lvl="8"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9pPr>
          </a:lstStyle>
          <a:p>
            <a:r>
              <a:rPr lang="en-US"/>
              <a:t>Click to edit Master subtitle style</a:t>
            </a:r>
            <a:endParaRPr/>
          </a:p>
        </p:txBody>
      </p:sp>
      <p:sp>
        <p:nvSpPr>
          <p:cNvPr id="360" name="Google Shape;360;p28"/>
          <p:cNvSpPr txBox="1">
            <a:spLocks noGrp="1"/>
          </p:cNvSpPr>
          <p:nvPr>
            <p:ph type="title" idx="6" hasCustomPrompt="1"/>
          </p:nvPr>
        </p:nvSpPr>
        <p:spPr>
          <a:xfrm>
            <a:off x="8556900" y="2616200"/>
            <a:ext cx="1863600" cy="542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361" name="Google Shape;361;p28"/>
          <p:cNvSpPr txBox="1">
            <a:spLocks noGrp="1"/>
          </p:cNvSpPr>
          <p:nvPr>
            <p:ph type="subTitle" idx="7"/>
          </p:nvPr>
        </p:nvSpPr>
        <p:spPr>
          <a:xfrm>
            <a:off x="8043067" y="4457900"/>
            <a:ext cx="2897600" cy="1175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62" name="Google Shape;362;p28"/>
          <p:cNvSpPr txBox="1">
            <a:spLocks noGrp="1"/>
          </p:cNvSpPr>
          <p:nvPr>
            <p:ph type="subTitle" idx="8"/>
          </p:nvPr>
        </p:nvSpPr>
        <p:spPr>
          <a:xfrm>
            <a:off x="8043067" y="4074600"/>
            <a:ext cx="2897600" cy="674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400"/>
              <a:buFont typeface="Farro"/>
              <a:buNone/>
              <a:defRPr sz="3200">
                <a:solidFill>
                  <a:schemeClr val="dk1"/>
                </a:solidFill>
                <a:latin typeface="Farro Medium"/>
                <a:ea typeface="Farro Medium"/>
                <a:cs typeface="Farro Medium"/>
                <a:sym typeface="Farro Medium"/>
              </a:defRPr>
            </a:lvl1pPr>
            <a:lvl2pPr lvl="1"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2pPr>
            <a:lvl3pPr lvl="2"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3pPr>
            <a:lvl4pPr lvl="3"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4pPr>
            <a:lvl5pPr lvl="4"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5pPr>
            <a:lvl6pPr lvl="5"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6pPr>
            <a:lvl7pPr lvl="6"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7pPr>
            <a:lvl8pPr lvl="7"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8pPr>
            <a:lvl9pPr lvl="8" algn="ctr" rtl="0">
              <a:lnSpc>
                <a:spcPct val="100000"/>
              </a:lnSpc>
              <a:spcBef>
                <a:spcPts val="0"/>
              </a:spcBef>
              <a:spcAft>
                <a:spcPts val="0"/>
              </a:spcAft>
              <a:buClr>
                <a:schemeClr val="dk1"/>
              </a:buClr>
              <a:buSzPts val="2400"/>
              <a:buFont typeface="Farro"/>
              <a:buNone/>
              <a:defRPr sz="3200">
                <a:solidFill>
                  <a:schemeClr val="dk1"/>
                </a:solidFill>
                <a:latin typeface="Farro"/>
                <a:ea typeface="Farro"/>
                <a:cs typeface="Farro"/>
                <a:sym typeface="Farro"/>
              </a:defRPr>
            </a:lvl9pPr>
          </a:lstStyle>
          <a:p>
            <a:r>
              <a:rPr lang="en-US"/>
              <a:t>Click to edit Master subtitle style</a:t>
            </a:r>
            <a:endParaRPr/>
          </a:p>
        </p:txBody>
      </p:sp>
      <p:sp>
        <p:nvSpPr>
          <p:cNvPr id="363" name="Google Shape;363;p28"/>
          <p:cNvSpPr txBox="1">
            <a:spLocks noGrp="1"/>
          </p:cNvSpPr>
          <p:nvPr>
            <p:ph type="title" idx="9"/>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0328851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lt2"/>
        </a:solidFill>
        <a:effectLst/>
      </p:bgPr>
    </p:bg>
    <p:spTree>
      <p:nvGrpSpPr>
        <p:cNvPr id="1" name="Shape 364"/>
        <p:cNvGrpSpPr/>
        <p:nvPr/>
      </p:nvGrpSpPr>
      <p:grpSpPr>
        <a:xfrm>
          <a:off x="0" y="0"/>
          <a:ext cx="0" cy="0"/>
          <a:chOff x="0" y="0"/>
          <a:chExt cx="0" cy="0"/>
        </a:xfrm>
      </p:grpSpPr>
      <p:sp>
        <p:nvSpPr>
          <p:cNvPr id="365" name="Google Shape;365;p29"/>
          <p:cNvSpPr txBox="1"/>
          <p:nvPr/>
        </p:nvSpPr>
        <p:spPr>
          <a:xfrm>
            <a:off x="1514600" y="4917533"/>
            <a:ext cx="6182400" cy="7416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600" b="1">
                <a:solidFill>
                  <a:schemeClr val="dk1"/>
                </a:solidFill>
                <a:latin typeface="Dosis"/>
                <a:ea typeface="Dosis"/>
                <a:cs typeface="Dosis"/>
                <a:sym typeface="Dosis"/>
              </a:rPr>
              <a:t>CREDITS:</a:t>
            </a:r>
            <a:r>
              <a:rPr lang="en" sz="1600">
                <a:solidFill>
                  <a:schemeClr val="dk1"/>
                </a:solidFill>
                <a:latin typeface="Dosis"/>
                <a:ea typeface="Dosis"/>
                <a:cs typeface="Dosis"/>
                <a:sym typeface="Dosis"/>
              </a:rPr>
              <a:t> This presentation template was created by </a:t>
            </a:r>
            <a:r>
              <a:rPr lang="en" sz="1600" b="1" u="sng">
                <a:solidFill>
                  <a:schemeClr val="dk1"/>
                </a:solidFill>
                <a:latin typeface="Dosis"/>
                <a:ea typeface="Dosis"/>
                <a:cs typeface="Dosis"/>
                <a:sym typeface="Dosis"/>
                <a:hlinkClick r:id="rId2">
                  <a:extLst>
                    <a:ext uri="{A12FA001-AC4F-418D-AE19-62706E023703}">
                      <ahyp:hlinkClr xmlns:ahyp="http://schemas.microsoft.com/office/drawing/2018/hyperlinkcolor" val="tx"/>
                    </a:ext>
                  </a:extLst>
                </a:hlinkClick>
              </a:rPr>
              <a:t>Slidesgo</a:t>
            </a:r>
            <a:r>
              <a:rPr lang="en" sz="1600">
                <a:solidFill>
                  <a:schemeClr val="dk1"/>
                </a:solidFill>
                <a:latin typeface="Dosis"/>
                <a:ea typeface="Dosis"/>
                <a:cs typeface="Dosis"/>
                <a:sym typeface="Dosis"/>
              </a:rPr>
              <a:t>, and includes icons by </a:t>
            </a:r>
            <a:r>
              <a:rPr lang="en" sz="1600" b="1" u="sng">
                <a:solidFill>
                  <a:schemeClr val="dk1"/>
                </a:solidFill>
                <a:latin typeface="Dosis"/>
                <a:ea typeface="Dosis"/>
                <a:cs typeface="Dosis"/>
                <a:sym typeface="Dosis"/>
                <a:hlinkClick r:id="rId3">
                  <a:extLst>
                    <a:ext uri="{A12FA001-AC4F-418D-AE19-62706E023703}">
                      <ahyp:hlinkClr xmlns:ahyp="http://schemas.microsoft.com/office/drawing/2018/hyperlinkcolor" val="tx"/>
                    </a:ext>
                  </a:extLst>
                </a:hlinkClick>
              </a:rPr>
              <a:t>Flaticon</a:t>
            </a:r>
            <a:r>
              <a:rPr lang="en" sz="1600">
                <a:solidFill>
                  <a:schemeClr val="dk1"/>
                </a:solidFill>
                <a:latin typeface="Dosis"/>
                <a:ea typeface="Dosis"/>
                <a:cs typeface="Dosis"/>
                <a:sym typeface="Dosis"/>
              </a:rPr>
              <a:t>, and infographics &amp; images by </a:t>
            </a:r>
            <a:r>
              <a:rPr lang="en" sz="1600" b="1" u="sng">
                <a:solidFill>
                  <a:schemeClr val="dk1"/>
                </a:solidFill>
                <a:latin typeface="Dosis"/>
                <a:ea typeface="Dosis"/>
                <a:cs typeface="Dosis"/>
                <a:sym typeface="Dosis"/>
                <a:hlinkClick r:id="rId4">
                  <a:extLst>
                    <a:ext uri="{A12FA001-AC4F-418D-AE19-62706E023703}">
                      <ahyp:hlinkClr xmlns:ahyp="http://schemas.microsoft.com/office/drawing/2018/hyperlinkcolor" val="tx"/>
                    </a:ext>
                  </a:extLst>
                </a:hlinkClick>
              </a:rPr>
              <a:t>Freepik</a:t>
            </a:r>
            <a:r>
              <a:rPr lang="en" sz="1600" u="sng">
                <a:solidFill>
                  <a:schemeClr val="dk1"/>
                </a:solidFill>
                <a:latin typeface="Dosis"/>
                <a:ea typeface="Dosis"/>
                <a:cs typeface="Dosis"/>
                <a:sym typeface="Dosis"/>
              </a:rPr>
              <a:t> </a:t>
            </a:r>
            <a:endParaRPr sz="1600" b="1" u="sng">
              <a:solidFill>
                <a:schemeClr val="dk1"/>
              </a:solidFill>
              <a:latin typeface="Dosis"/>
              <a:ea typeface="Dosis"/>
              <a:cs typeface="Dosis"/>
              <a:sym typeface="Dosis"/>
            </a:endParaRPr>
          </a:p>
        </p:txBody>
      </p:sp>
      <p:grpSp>
        <p:nvGrpSpPr>
          <p:cNvPr id="366" name="Google Shape;366;p29"/>
          <p:cNvGrpSpPr/>
          <p:nvPr/>
        </p:nvGrpSpPr>
        <p:grpSpPr>
          <a:xfrm>
            <a:off x="-33462" y="-79567"/>
            <a:ext cx="12286395" cy="7002000"/>
            <a:chOff x="-25096" y="-59675"/>
            <a:chExt cx="9214796" cy="5251500"/>
          </a:xfrm>
        </p:grpSpPr>
        <p:sp>
          <p:nvSpPr>
            <p:cNvPr id="367" name="Google Shape;367;p29"/>
            <p:cNvSpPr/>
            <p:nvPr/>
          </p:nvSpPr>
          <p:spPr>
            <a:xfrm flipH="1">
              <a:off x="-25096" y="-59675"/>
              <a:ext cx="5544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9"/>
            <p:cNvSpPr/>
            <p:nvPr/>
          </p:nvSpPr>
          <p:spPr>
            <a:xfrm flipH="1">
              <a:off x="7672000" y="-59675"/>
              <a:ext cx="1517700" cy="5251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9" name="Google Shape;369;p29"/>
          <p:cNvGrpSpPr/>
          <p:nvPr/>
        </p:nvGrpSpPr>
        <p:grpSpPr>
          <a:xfrm flipH="1">
            <a:off x="10488685" y="414759"/>
            <a:ext cx="606951" cy="207212"/>
            <a:chOff x="6309490" y="2180542"/>
            <a:chExt cx="626497" cy="213885"/>
          </a:xfrm>
        </p:grpSpPr>
        <p:sp>
          <p:nvSpPr>
            <p:cNvPr id="370" name="Google Shape;370;p29"/>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29"/>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9"/>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73" name="Google Shape;373;p29"/>
          <p:cNvSpPr txBox="1">
            <a:spLocks noGrp="1"/>
          </p:cNvSpPr>
          <p:nvPr>
            <p:ph type="title"/>
          </p:nvPr>
        </p:nvSpPr>
        <p:spPr>
          <a:xfrm>
            <a:off x="1514571" y="729067"/>
            <a:ext cx="4466800" cy="1411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8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374" name="Google Shape;374;p29"/>
          <p:cNvSpPr txBox="1">
            <a:spLocks noGrp="1"/>
          </p:cNvSpPr>
          <p:nvPr>
            <p:ph type="subTitle" idx="1"/>
          </p:nvPr>
        </p:nvSpPr>
        <p:spPr>
          <a:xfrm>
            <a:off x="1514533" y="2150468"/>
            <a:ext cx="4466800" cy="14116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2603796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p:cSld name="Background">
    <p:bg>
      <p:bgPr>
        <a:solidFill>
          <a:schemeClr val="lt2"/>
        </a:solidFill>
        <a:effectLst/>
      </p:bgPr>
    </p:bg>
    <p:spTree>
      <p:nvGrpSpPr>
        <p:cNvPr id="1" name="Shape 375"/>
        <p:cNvGrpSpPr/>
        <p:nvPr/>
      </p:nvGrpSpPr>
      <p:grpSpPr>
        <a:xfrm>
          <a:off x="0" y="0"/>
          <a:ext cx="0" cy="0"/>
          <a:chOff x="0" y="0"/>
          <a:chExt cx="0" cy="0"/>
        </a:xfrm>
      </p:grpSpPr>
      <p:grpSp>
        <p:nvGrpSpPr>
          <p:cNvPr id="376" name="Google Shape;376;p30"/>
          <p:cNvGrpSpPr/>
          <p:nvPr/>
        </p:nvGrpSpPr>
        <p:grpSpPr>
          <a:xfrm>
            <a:off x="210733" y="5100"/>
            <a:ext cx="11997200" cy="6832800"/>
            <a:chOff x="158050" y="3825"/>
            <a:chExt cx="8997900" cy="5124600"/>
          </a:xfrm>
        </p:grpSpPr>
        <p:cxnSp>
          <p:nvCxnSpPr>
            <p:cNvPr id="377" name="Google Shape;377;p30"/>
            <p:cNvCxnSpPr/>
            <p:nvPr/>
          </p:nvCxnSpPr>
          <p:spPr>
            <a:xfrm>
              <a:off x="158050" y="481077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378" name="Google Shape;378;p30"/>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79" name="Google Shape;379;p30"/>
          <p:cNvGrpSpPr/>
          <p:nvPr/>
        </p:nvGrpSpPr>
        <p:grpSpPr>
          <a:xfrm>
            <a:off x="758967" y="117854"/>
            <a:ext cx="11127455" cy="6592977"/>
            <a:chOff x="569225" y="88390"/>
            <a:chExt cx="8345591" cy="4944733"/>
          </a:xfrm>
        </p:grpSpPr>
        <p:grpSp>
          <p:nvGrpSpPr>
            <p:cNvPr id="380" name="Google Shape;380;p30"/>
            <p:cNvGrpSpPr/>
            <p:nvPr/>
          </p:nvGrpSpPr>
          <p:grpSpPr>
            <a:xfrm>
              <a:off x="569225" y="4877714"/>
              <a:ext cx="455213" cy="155409"/>
              <a:chOff x="6309490" y="2180542"/>
              <a:chExt cx="626497" cy="213885"/>
            </a:xfrm>
          </p:grpSpPr>
          <p:sp>
            <p:nvSpPr>
              <p:cNvPr id="381" name="Google Shape;381;p30"/>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30"/>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30"/>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4" name="Google Shape;384;p30"/>
            <p:cNvGrpSpPr/>
            <p:nvPr/>
          </p:nvGrpSpPr>
          <p:grpSpPr>
            <a:xfrm rot="2700000">
              <a:off x="8377136" y="220941"/>
              <a:ext cx="502421" cy="307836"/>
              <a:chOff x="765450" y="1072075"/>
              <a:chExt cx="5757950" cy="3527925"/>
            </a:xfrm>
          </p:grpSpPr>
          <p:sp>
            <p:nvSpPr>
              <p:cNvPr id="385" name="Google Shape;385;p30"/>
              <p:cNvSpPr/>
              <p:nvPr/>
            </p:nvSpPr>
            <p:spPr>
              <a:xfrm>
                <a:off x="3140575" y="3447175"/>
                <a:ext cx="1152850" cy="1152825"/>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30"/>
              <p:cNvSpPr/>
              <p:nvPr/>
            </p:nvSpPr>
            <p:spPr>
              <a:xfrm>
                <a:off x="1953025" y="2259625"/>
                <a:ext cx="1152825" cy="1152825"/>
              </a:xfrm>
              <a:custGeom>
                <a:avLst/>
                <a:gdLst/>
                <a:ahLst/>
                <a:cxnLst/>
                <a:rect l="l" t="t" r="r" b="b"/>
                <a:pathLst>
                  <a:path w="46113" h="46113" extrusionOk="0">
                    <a:moveTo>
                      <a:pt x="23057" y="0"/>
                    </a:moveTo>
                    <a:lnTo>
                      <a:pt x="0" y="23057"/>
                    </a:lnTo>
                    <a:lnTo>
                      <a:pt x="23057" y="46113"/>
                    </a:lnTo>
                    <a:lnTo>
                      <a:pt x="46113" y="23057"/>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30"/>
              <p:cNvSpPr/>
              <p:nvPr/>
            </p:nvSpPr>
            <p:spPr>
              <a:xfrm>
                <a:off x="765450" y="1072075"/>
                <a:ext cx="1152850" cy="1152825"/>
              </a:xfrm>
              <a:custGeom>
                <a:avLst/>
                <a:gdLst/>
                <a:ahLst/>
                <a:cxnLst/>
                <a:rect l="l" t="t" r="r" b="b"/>
                <a:pathLst>
                  <a:path w="46114" h="46113" extrusionOk="0">
                    <a:moveTo>
                      <a:pt x="23057" y="0"/>
                    </a:moveTo>
                    <a:lnTo>
                      <a:pt x="1" y="23056"/>
                    </a:lnTo>
                    <a:lnTo>
                      <a:pt x="23057" y="46112"/>
                    </a:lnTo>
                    <a:lnTo>
                      <a:pt x="46113"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30"/>
              <p:cNvSpPr/>
              <p:nvPr/>
            </p:nvSpPr>
            <p:spPr>
              <a:xfrm>
                <a:off x="4254550" y="2331150"/>
                <a:ext cx="1152850" cy="1154900"/>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30"/>
              <p:cNvSpPr/>
              <p:nvPr/>
            </p:nvSpPr>
            <p:spPr>
              <a:xfrm>
                <a:off x="3067000" y="1143600"/>
                <a:ext cx="1154875" cy="1154875"/>
              </a:xfrm>
              <a:custGeom>
                <a:avLst/>
                <a:gdLst/>
                <a:ahLst/>
                <a:cxnLst/>
                <a:rect l="l" t="t" r="r" b="b"/>
                <a:pathLst>
                  <a:path w="46195" h="46195" extrusionOk="0">
                    <a:moveTo>
                      <a:pt x="23057" y="1"/>
                    </a:moveTo>
                    <a:lnTo>
                      <a:pt x="0" y="23139"/>
                    </a:lnTo>
                    <a:lnTo>
                      <a:pt x="23057" y="46195"/>
                    </a:lnTo>
                    <a:lnTo>
                      <a:pt x="46195"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30"/>
              <p:cNvSpPr/>
              <p:nvPr/>
            </p:nvSpPr>
            <p:spPr>
              <a:xfrm>
                <a:off x="5368525" y="1217200"/>
                <a:ext cx="1154875" cy="1154875"/>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8882407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1">
  <p:cSld name="Background 1">
    <p:bg>
      <p:bgPr>
        <a:solidFill>
          <a:schemeClr val="lt2"/>
        </a:solidFill>
        <a:effectLst/>
      </p:bgPr>
    </p:bg>
    <p:spTree>
      <p:nvGrpSpPr>
        <p:cNvPr id="1" name="Shape 391"/>
        <p:cNvGrpSpPr/>
        <p:nvPr/>
      </p:nvGrpSpPr>
      <p:grpSpPr>
        <a:xfrm>
          <a:off x="0" y="0"/>
          <a:ext cx="0" cy="0"/>
          <a:chOff x="0" y="0"/>
          <a:chExt cx="0" cy="0"/>
        </a:xfrm>
      </p:grpSpPr>
      <p:grpSp>
        <p:nvGrpSpPr>
          <p:cNvPr id="392" name="Google Shape;392;p31"/>
          <p:cNvGrpSpPr/>
          <p:nvPr/>
        </p:nvGrpSpPr>
        <p:grpSpPr>
          <a:xfrm>
            <a:off x="210733" y="5101"/>
            <a:ext cx="11997200" cy="6934233"/>
            <a:chOff x="158050" y="3825"/>
            <a:chExt cx="8997900" cy="5200675"/>
          </a:xfrm>
        </p:grpSpPr>
        <p:grpSp>
          <p:nvGrpSpPr>
            <p:cNvPr id="393" name="Google Shape;393;p31"/>
            <p:cNvGrpSpPr/>
            <p:nvPr/>
          </p:nvGrpSpPr>
          <p:grpSpPr>
            <a:xfrm>
              <a:off x="158050" y="3825"/>
              <a:ext cx="8997900" cy="5124600"/>
              <a:chOff x="158050" y="3825"/>
              <a:chExt cx="8997900" cy="5124600"/>
            </a:xfrm>
          </p:grpSpPr>
          <p:cxnSp>
            <p:nvCxnSpPr>
              <p:cNvPr id="394" name="Google Shape;394;p31"/>
              <p:cNvCxnSpPr/>
              <p:nvPr/>
            </p:nvCxnSpPr>
            <p:spPr>
              <a:xfrm>
                <a:off x="158050" y="321325"/>
                <a:ext cx="8997900" cy="0"/>
              </a:xfrm>
              <a:prstGeom prst="straightConnector1">
                <a:avLst/>
              </a:prstGeom>
              <a:noFill/>
              <a:ln w="9525" cap="flat" cmpd="sng">
                <a:solidFill>
                  <a:schemeClr val="dk1"/>
                </a:solidFill>
                <a:prstDash val="solid"/>
                <a:round/>
                <a:headEnd type="none" w="med" len="med"/>
                <a:tailEnd type="none" w="med" len="med"/>
              </a:ln>
            </p:spPr>
          </p:cxnSp>
          <p:cxnSp>
            <p:nvCxnSpPr>
              <p:cNvPr id="395" name="Google Shape;395;p31"/>
              <p:cNvCxnSpPr/>
              <p:nvPr/>
            </p:nvCxnSpPr>
            <p:spPr>
              <a:xfrm>
                <a:off x="491475" y="3825"/>
                <a:ext cx="0" cy="5124600"/>
              </a:xfrm>
              <a:prstGeom prst="straightConnector1">
                <a:avLst/>
              </a:prstGeom>
              <a:noFill/>
              <a:ln w="9525" cap="flat" cmpd="sng">
                <a:solidFill>
                  <a:schemeClr val="dk1"/>
                </a:solidFill>
                <a:prstDash val="solid"/>
                <a:round/>
                <a:headEnd type="none" w="med" len="med"/>
                <a:tailEnd type="none" w="med" len="med"/>
              </a:ln>
            </p:spPr>
          </p:cxnSp>
        </p:grpSp>
        <p:grpSp>
          <p:nvGrpSpPr>
            <p:cNvPr id="396" name="Google Shape;396;p31"/>
            <p:cNvGrpSpPr/>
            <p:nvPr/>
          </p:nvGrpSpPr>
          <p:grpSpPr>
            <a:xfrm>
              <a:off x="8095550" y="4226500"/>
              <a:ext cx="890400" cy="978000"/>
              <a:chOff x="8095550" y="4226500"/>
              <a:chExt cx="890400" cy="978000"/>
            </a:xfrm>
          </p:grpSpPr>
          <p:cxnSp>
            <p:nvCxnSpPr>
              <p:cNvPr id="397" name="Google Shape;397;p31"/>
              <p:cNvCxnSpPr/>
              <p:nvPr/>
            </p:nvCxnSpPr>
            <p:spPr>
              <a:xfrm>
                <a:off x="8632175" y="4226500"/>
                <a:ext cx="0" cy="978000"/>
              </a:xfrm>
              <a:prstGeom prst="straightConnector1">
                <a:avLst/>
              </a:prstGeom>
              <a:noFill/>
              <a:ln w="9525" cap="flat" cmpd="sng">
                <a:solidFill>
                  <a:schemeClr val="dk1"/>
                </a:solidFill>
                <a:prstDash val="solid"/>
                <a:round/>
                <a:headEnd type="none" w="med" len="med"/>
                <a:tailEnd type="none" w="med" len="med"/>
              </a:ln>
            </p:spPr>
          </p:cxnSp>
          <p:cxnSp>
            <p:nvCxnSpPr>
              <p:cNvPr id="398" name="Google Shape;398;p31"/>
              <p:cNvCxnSpPr/>
              <p:nvPr/>
            </p:nvCxnSpPr>
            <p:spPr>
              <a:xfrm>
                <a:off x="8095550" y="4817125"/>
                <a:ext cx="890400" cy="0"/>
              </a:xfrm>
              <a:prstGeom prst="straightConnector1">
                <a:avLst/>
              </a:prstGeom>
              <a:noFill/>
              <a:ln w="9525" cap="flat" cmpd="sng">
                <a:solidFill>
                  <a:schemeClr val="dk1"/>
                </a:solidFill>
                <a:prstDash val="solid"/>
                <a:round/>
                <a:headEnd type="none" w="med" len="med"/>
                <a:tailEnd type="none" w="med" len="med"/>
              </a:ln>
            </p:spPr>
          </p:cxnSp>
        </p:grpSp>
      </p:grpSp>
      <p:grpSp>
        <p:nvGrpSpPr>
          <p:cNvPr id="399" name="Google Shape;399;p31"/>
          <p:cNvGrpSpPr/>
          <p:nvPr/>
        </p:nvGrpSpPr>
        <p:grpSpPr>
          <a:xfrm rot="5400000">
            <a:off x="11433601" y="5893486"/>
            <a:ext cx="606951" cy="207212"/>
            <a:chOff x="6309490" y="2180542"/>
            <a:chExt cx="626497" cy="213885"/>
          </a:xfrm>
        </p:grpSpPr>
        <p:sp>
          <p:nvSpPr>
            <p:cNvPr id="400" name="Google Shape;400;p31"/>
            <p:cNvSpPr/>
            <p:nvPr/>
          </p:nvSpPr>
          <p:spPr>
            <a:xfrm rot="2700000">
              <a:off x="6340757" y="2211999"/>
              <a:ext cx="150973" cy="150970"/>
            </a:xfrm>
            <a:custGeom>
              <a:avLst/>
              <a:gdLst/>
              <a:ahLst/>
              <a:cxnLst/>
              <a:rect l="l" t="t" r="r" b="b"/>
              <a:pathLst>
                <a:path w="46114" h="46113" extrusionOk="0">
                  <a:moveTo>
                    <a:pt x="23057" y="1"/>
                  </a:moveTo>
                  <a:lnTo>
                    <a:pt x="1" y="23057"/>
                  </a:lnTo>
                  <a:lnTo>
                    <a:pt x="23057" y="46113"/>
                  </a:lnTo>
                  <a:lnTo>
                    <a:pt x="46113" y="23057"/>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31"/>
            <p:cNvSpPr/>
            <p:nvPr/>
          </p:nvSpPr>
          <p:spPr>
            <a:xfrm rot="2700000">
              <a:off x="6547159" y="2211770"/>
              <a:ext cx="150973" cy="151241"/>
            </a:xfrm>
            <a:custGeom>
              <a:avLst/>
              <a:gdLst/>
              <a:ahLst/>
              <a:cxnLst/>
              <a:rect l="l" t="t" r="r" b="b"/>
              <a:pathLst>
                <a:path w="46114" h="46196" extrusionOk="0">
                  <a:moveTo>
                    <a:pt x="23057" y="1"/>
                  </a:moveTo>
                  <a:lnTo>
                    <a:pt x="1" y="23139"/>
                  </a:lnTo>
                  <a:lnTo>
                    <a:pt x="23057" y="46195"/>
                  </a:lnTo>
                  <a:lnTo>
                    <a:pt x="46113" y="23139"/>
                  </a:lnTo>
                  <a:lnTo>
                    <a:pt x="230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31"/>
            <p:cNvSpPr/>
            <p:nvPr/>
          </p:nvSpPr>
          <p:spPr>
            <a:xfrm rot="2700000">
              <a:off x="6753427" y="2211866"/>
              <a:ext cx="151238" cy="151238"/>
            </a:xfrm>
            <a:custGeom>
              <a:avLst/>
              <a:gdLst/>
              <a:ahLst/>
              <a:cxnLst/>
              <a:rect l="l" t="t" r="r" b="b"/>
              <a:pathLst>
                <a:path w="46195" h="46195" extrusionOk="0">
                  <a:moveTo>
                    <a:pt x="23057" y="0"/>
                  </a:moveTo>
                  <a:lnTo>
                    <a:pt x="1" y="23056"/>
                  </a:lnTo>
                  <a:lnTo>
                    <a:pt x="23057" y="46194"/>
                  </a:lnTo>
                  <a:lnTo>
                    <a:pt x="46195" y="23056"/>
                  </a:lnTo>
                  <a:lnTo>
                    <a:pt x="2305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8997185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4/15/2026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5121375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4/15/2026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2863720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4/15/2026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653273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06"/>
        <p:cNvGrpSpPr/>
        <p:nvPr/>
      </p:nvGrpSpPr>
      <p:grpSpPr>
        <a:xfrm>
          <a:off x="0" y="0"/>
          <a:ext cx="0" cy="0"/>
          <a:chOff x="0" y="0"/>
          <a:chExt cx="0" cy="0"/>
        </a:xfrm>
      </p:grpSpPr>
    </p:spTree>
    <p:extLst>
      <p:ext uri="{BB962C8B-B14F-4D97-AF65-F5344CB8AC3E}">
        <p14:creationId xmlns:p14="http://schemas.microsoft.com/office/powerpoint/2010/main" val="36782207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07"/>
        <p:cNvGrpSpPr/>
        <p:nvPr/>
      </p:nvGrpSpPr>
      <p:grpSpPr>
        <a:xfrm>
          <a:off x="0" y="0"/>
          <a:ext cx="0" cy="0"/>
          <a:chOff x="0" y="0"/>
          <a:chExt cx="0" cy="0"/>
        </a:xfrm>
      </p:grpSpPr>
      <p:sp>
        <p:nvSpPr>
          <p:cNvPr id="408" name="Google Shape;408;p34"/>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12721902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1pPr>
            <a:lvl2pPr lvl="1"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2pPr>
            <a:lvl3pPr lvl="2"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3pPr>
            <a:lvl4pPr lvl="3"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4pPr>
            <a:lvl5pPr lvl="4"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5pPr>
            <a:lvl6pPr lvl="5"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6pPr>
            <a:lvl7pPr lvl="6"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7pPr>
            <a:lvl8pPr lvl="7"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8pPr>
            <a:lvl9pPr lvl="8" rtl="0">
              <a:spcBef>
                <a:spcPts val="0"/>
              </a:spcBef>
              <a:spcAft>
                <a:spcPts val="0"/>
              </a:spcAft>
              <a:buClr>
                <a:schemeClr val="dk1"/>
              </a:buClr>
              <a:buSzPts val="3500"/>
              <a:buFont typeface="Farro"/>
              <a:buNone/>
              <a:defRPr sz="3500" b="1">
                <a:solidFill>
                  <a:schemeClr val="dk1"/>
                </a:solidFill>
                <a:latin typeface="Farro"/>
                <a:ea typeface="Farro"/>
                <a:cs typeface="Farro"/>
                <a:sym typeface="Farro"/>
              </a:defRPr>
            </a:lvl9pPr>
          </a:lstStyle>
          <a:p>
            <a:endParaRPr/>
          </a:p>
        </p:txBody>
      </p:sp>
      <p:sp>
        <p:nvSpPr>
          <p:cNvPr id="7" name="Google Shape;7;p1"/>
          <p:cNvSpPr txBox="1">
            <a:spLocks noGrp="1"/>
          </p:cNvSpPr>
          <p:nvPr>
            <p:ph type="body" idx="1"/>
          </p:nvPr>
        </p:nvSpPr>
        <p:spPr>
          <a:xfrm>
            <a:off x="950967" y="1536633"/>
            <a:ext cx="10290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1pPr>
            <a:lvl2pPr marL="914400" lvl="1"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2pPr>
            <a:lvl3pPr marL="1371600" lvl="2"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3pPr>
            <a:lvl4pPr marL="1828800" lvl="3"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4pPr>
            <a:lvl5pPr marL="2286000" lvl="4"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5pPr>
            <a:lvl6pPr marL="2743200" lvl="5"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6pPr>
            <a:lvl7pPr marL="3200400" lvl="6"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7pPr>
            <a:lvl8pPr marL="3657600" lvl="7"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8pPr>
            <a:lvl9pPr marL="4114800" lvl="8" indent="-317500">
              <a:lnSpc>
                <a:spcPct val="115000"/>
              </a:lnSpc>
              <a:spcBef>
                <a:spcPts val="0"/>
              </a:spcBef>
              <a:spcAft>
                <a:spcPts val="0"/>
              </a:spcAft>
              <a:buClr>
                <a:schemeClr val="dk1"/>
              </a:buClr>
              <a:buSzPts val="1400"/>
              <a:buFont typeface="Dosis"/>
              <a:buChar char="■"/>
              <a:defRPr>
                <a:solidFill>
                  <a:schemeClr val="dk1"/>
                </a:solidFill>
                <a:latin typeface="Dosis"/>
                <a:ea typeface="Dosis"/>
                <a:cs typeface="Dosis"/>
                <a:sym typeface="Dosis"/>
              </a:defRPr>
            </a:lvl9pPr>
          </a:lstStyle>
          <a:p>
            <a:endParaRPr/>
          </a:p>
        </p:txBody>
      </p:sp>
    </p:spTree>
    <p:extLst>
      <p:ext uri="{BB962C8B-B14F-4D97-AF65-F5344CB8AC3E}">
        <p14:creationId xmlns:p14="http://schemas.microsoft.com/office/powerpoint/2010/main" val="2220234787"/>
      </p:ext>
    </p:extLst>
  </p:cSld>
  <p:clrMap bg1="lt1" tx1="dk1" bg2="dk2" tx2="lt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 id="2147483737" r:id="rId27"/>
    <p:sldLayoutId id="2147483738" r:id="rId28"/>
    <p:sldLayoutId id="2147483739" r:id="rId29"/>
    <p:sldLayoutId id="2147483740" r:id="rId30"/>
    <p:sldLayoutId id="2147483741" r:id="rId3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03"/>
        <p:cNvGrpSpPr/>
        <p:nvPr/>
      </p:nvGrpSpPr>
      <p:grpSpPr>
        <a:xfrm>
          <a:off x="0" y="0"/>
          <a:ext cx="0" cy="0"/>
          <a:chOff x="0" y="0"/>
          <a:chExt cx="0" cy="0"/>
        </a:xfrm>
      </p:grpSpPr>
      <p:sp>
        <p:nvSpPr>
          <p:cNvPr id="404" name="Google Shape;404;p32"/>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05" name="Google Shape;405;p32"/>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950967037"/>
      </p:ext>
    </p:extLst>
  </p:cSld>
  <p:clrMap bg1="lt1" tx1="dk1" bg2="dk2" tx2="lt2" accent1="accent1" accent2="accent2" accent3="accent3" accent4="accent4" accent5="accent5" accent6="accent6" hlink="hlink" folHlink="folHlink"/>
  <p:sldLayoutIdLst>
    <p:sldLayoutId id="2147483743" r:id="rId1"/>
    <p:sldLayoutId id="2147483744" r:id="rId2"/>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7_FF405CA.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D_5D599090.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18/10/relationships/comments" Target="../comments/modernComment_110_8CDA2FB0.xml"/><Relationship Id="rId7" Type="http://schemas.openxmlformats.org/officeDocument/2006/relationships/diagramQuickStyle" Target="../diagrams/quickStyle1.xml"/><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png"/><Relationship Id="rId9" Type="http://schemas.microsoft.com/office/2007/relationships/diagramDrawing" Target="../diagrams/drawin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7366" y="748602"/>
            <a:ext cx="9133113" cy="3799065"/>
          </a:xfrm>
        </p:spPr>
        <p:txBody>
          <a:bodyPr/>
          <a:lstStyle/>
          <a:p>
            <a:pPr fontAlgn="base"/>
            <a:r>
              <a:rPr lang="en-US" sz="5400" b="1" dirty="0"/>
              <a:t>A Causal Analysis of Aviation Fatalities and Their Contributing Factors</a:t>
            </a:r>
            <a:r>
              <a:rPr lang="en-US" sz="5400" dirty="0"/>
              <a:t> </a:t>
            </a:r>
            <a:endParaRPr lang="en-US" sz="5400" b="0" i="0" dirty="0">
              <a:effectLst/>
            </a:endParaRPr>
          </a:p>
        </p:txBody>
      </p:sp>
      <p:sp>
        <p:nvSpPr>
          <p:cNvPr id="3" name="Subtitle 2"/>
          <p:cNvSpPr>
            <a:spLocks noGrp="1"/>
          </p:cNvSpPr>
          <p:nvPr>
            <p:ph type="subTitle" idx="1"/>
          </p:nvPr>
        </p:nvSpPr>
        <p:spPr/>
        <p:txBody>
          <a:bodyPr/>
          <a:lstStyle/>
          <a:p>
            <a:r>
              <a:rPr lang="en-US"/>
              <a:t>MA413-505 Final Project</a:t>
            </a:r>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p:txBody>
          <a:bodyPr>
            <a:noAutofit/>
          </a:bodyPr>
          <a:lstStyle/>
          <a:p>
            <a:r>
              <a:rPr lang="en-US" sz="3600" dirty="0"/>
              <a:t>Introduction of Presenters</a:t>
            </a:r>
            <a:endParaRPr lang="en-US" dirty="0"/>
          </a:p>
        </p:txBody>
      </p:sp>
      <p:sp>
        <p:nvSpPr>
          <p:cNvPr id="3" name="Shape">
            <a:extLst>
              <a:ext uri="{FF2B5EF4-FFF2-40B4-BE49-F238E27FC236}">
                <a16:creationId xmlns:a16="http://schemas.microsoft.com/office/drawing/2014/main" id="{131064CF-1E9A-4199-9ECE-0D37585EAA0E}"/>
              </a:ext>
            </a:extLst>
          </p:cNvPr>
          <p:cNvSpPr/>
          <p:nvPr/>
        </p:nvSpPr>
        <p:spPr>
          <a:xfrm>
            <a:off x="1083436" y="1356966"/>
            <a:ext cx="535292" cy="2192146"/>
          </a:xfrm>
          <a:custGeom>
            <a:avLst/>
            <a:gdLst/>
            <a:ahLst/>
            <a:cxnLst>
              <a:cxn ang="0">
                <a:pos x="wd2" y="hd2"/>
              </a:cxn>
              <a:cxn ang="5400000">
                <a:pos x="wd2" y="hd2"/>
              </a:cxn>
              <a:cxn ang="10800000">
                <a:pos x="wd2" y="hd2"/>
              </a:cxn>
              <a:cxn ang="16200000">
                <a:pos x="wd2" y="hd2"/>
              </a:cxn>
            </a:cxnLst>
            <a:rect l="0" t="0" r="r" b="b"/>
            <a:pathLst>
              <a:path w="21600" h="21600" extrusionOk="0">
                <a:moveTo>
                  <a:pt x="9552" y="21600"/>
                </a:moveTo>
                <a:cubicBezTo>
                  <a:pt x="9036" y="21600"/>
                  <a:pt x="8606" y="21546"/>
                  <a:pt x="8606" y="21481"/>
                </a:cubicBezTo>
                <a:lnTo>
                  <a:pt x="8606" y="8155"/>
                </a:lnTo>
                <a:lnTo>
                  <a:pt x="947" y="8155"/>
                </a:lnTo>
                <a:cubicBezTo>
                  <a:pt x="430" y="8155"/>
                  <a:pt x="0" y="8101"/>
                  <a:pt x="0" y="8036"/>
                </a:cubicBezTo>
                <a:lnTo>
                  <a:pt x="0" y="7052"/>
                </a:lnTo>
                <a:cubicBezTo>
                  <a:pt x="0" y="6987"/>
                  <a:pt x="430" y="6933"/>
                  <a:pt x="947" y="6933"/>
                </a:cubicBezTo>
                <a:cubicBezTo>
                  <a:pt x="8692" y="6933"/>
                  <a:pt x="10499" y="6501"/>
                  <a:pt x="12220" y="5895"/>
                </a:cubicBezTo>
                <a:cubicBezTo>
                  <a:pt x="12392" y="5830"/>
                  <a:pt x="12908" y="5808"/>
                  <a:pt x="13425" y="5830"/>
                </a:cubicBezTo>
                <a:cubicBezTo>
                  <a:pt x="13941" y="5852"/>
                  <a:pt x="14113" y="5916"/>
                  <a:pt x="13941" y="5981"/>
                </a:cubicBezTo>
                <a:cubicBezTo>
                  <a:pt x="12134" y="6609"/>
                  <a:pt x="9982" y="7128"/>
                  <a:pt x="1807" y="7171"/>
                </a:cubicBezTo>
                <a:lnTo>
                  <a:pt x="1807" y="7928"/>
                </a:lnTo>
                <a:lnTo>
                  <a:pt x="9466" y="7928"/>
                </a:lnTo>
                <a:cubicBezTo>
                  <a:pt x="9982" y="7928"/>
                  <a:pt x="10413" y="7982"/>
                  <a:pt x="10413" y="8047"/>
                </a:cubicBezTo>
                <a:lnTo>
                  <a:pt x="10413" y="21492"/>
                </a:lnTo>
                <a:cubicBezTo>
                  <a:pt x="10499" y="21546"/>
                  <a:pt x="10068" y="21600"/>
                  <a:pt x="9552" y="21600"/>
                </a:cubicBezTo>
                <a:close/>
                <a:moveTo>
                  <a:pt x="20653" y="14905"/>
                </a:moveTo>
                <a:cubicBezTo>
                  <a:pt x="20137" y="14905"/>
                  <a:pt x="19707" y="14851"/>
                  <a:pt x="19707" y="14786"/>
                </a:cubicBezTo>
                <a:lnTo>
                  <a:pt x="19707" y="119"/>
                </a:lnTo>
                <a:cubicBezTo>
                  <a:pt x="19707" y="54"/>
                  <a:pt x="20137" y="0"/>
                  <a:pt x="20653" y="0"/>
                </a:cubicBezTo>
                <a:cubicBezTo>
                  <a:pt x="21170" y="0"/>
                  <a:pt x="21600" y="54"/>
                  <a:pt x="21600" y="119"/>
                </a:cubicBezTo>
                <a:lnTo>
                  <a:pt x="21600" y="14797"/>
                </a:lnTo>
                <a:cubicBezTo>
                  <a:pt x="21514" y="14861"/>
                  <a:pt x="21084" y="14905"/>
                  <a:pt x="20653" y="14905"/>
                </a:cubicBezTo>
                <a:close/>
              </a:path>
            </a:pathLst>
          </a:custGeom>
          <a:solidFill>
            <a:schemeClr val="accent1">
              <a:lumMod val="60000"/>
              <a:lumOff val="4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4" name="Shape">
            <a:extLst>
              <a:ext uri="{FF2B5EF4-FFF2-40B4-BE49-F238E27FC236}">
                <a16:creationId xmlns:a16="http://schemas.microsoft.com/office/drawing/2014/main" id="{87711F3F-E8AC-4F98-B3E5-3F6E826B9DE8}"/>
              </a:ext>
            </a:extLst>
          </p:cNvPr>
          <p:cNvSpPr/>
          <p:nvPr/>
        </p:nvSpPr>
        <p:spPr>
          <a:xfrm>
            <a:off x="4818097" y="1356966"/>
            <a:ext cx="535292" cy="2311206"/>
          </a:xfrm>
          <a:custGeom>
            <a:avLst/>
            <a:gdLst/>
            <a:ahLst/>
            <a:cxnLst>
              <a:cxn ang="0">
                <a:pos x="wd2" y="hd2"/>
              </a:cxn>
              <a:cxn ang="5400000">
                <a:pos x="wd2" y="hd2"/>
              </a:cxn>
              <a:cxn ang="10800000">
                <a:pos x="wd2" y="hd2"/>
              </a:cxn>
              <a:cxn ang="16200000">
                <a:pos x="wd2" y="hd2"/>
              </a:cxn>
            </a:cxnLst>
            <a:rect l="0" t="0" r="r" b="b"/>
            <a:pathLst>
              <a:path w="21600" h="21600" extrusionOk="0">
                <a:moveTo>
                  <a:pt x="20329" y="21600"/>
                </a:moveTo>
                <a:cubicBezTo>
                  <a:pt x="20012" y="21600"/>
                  <a:pt x="19747" y="21546"/>
                  <a:pt x="19747" y="21481"/>
                </a:cubicBezTo>
                <a:lnTo>
                  <a:pt x="19747" y="14905"/>
                </a:lnTo>
                <a:lnTo>
                  <a:pt x="636" y="14905"/>
                </a:lnTo>
                <a:cubicBezTo>
                  <a:pt x="318" y="14905"/>
                  <a:pt x="53" y="14851"/>
                  <a:pt x="53" y="14786"/>
                </a:cubicBezTo>
                <a:lnTo>
                  <a:pt x="53" y="13693"/>
                </a:lnTo>
                <a:cubicBezTo>
                  <a:pt x="53" y="12341"/>
                  <a:pt x="3600" y="11552"/>
                  <a:pt x="6988" y="10795"/>
                </a:cubicBezTo>
                <a:cubicBezTo>
                  <a:pt x="10376" y="10048"/>
                  <a:pt x="13553" y="9334"/>
                  <a:pt x="13553" y="8112"/>
                </a:cubicBezTo>
                <a:cubicBezTo>
                  <a:pt x="13553" y="7290"/>
                  <a:pt x="12018" y="7214"/>
                  <a:pt x="10588" y="7214"/>
                </a:cubicBezTo>
                <a:cubicBezTo>
                  <a:pt x="9212" y="7214"/>
                  <a:pt x="7623" y="7301"/>
                  <a:pt x="7623" y="7972"/>
                </a:cubicBezTo>
                <a:lnTo>
                  <a:pt x="7623" y="8923"/>
                </a:lnTo>
                <a:cubicBezTo>
                  <a:pt x="7623" y="8988"/>
                  <a:pt x="7359" y="9042"/>
                  <a:pt x="7041" y="9042"/>
                </a:cubicBezTo>
                <a:lnTo>
                  <a:pt x="582" y="9042"/>
                </a:lnTo>
                <a:cubicBezTo>
                  <a:pt x="265" y="9042"/>
                  <a:pt x="0" y="8988"/>
                  <a:pt x="0" y="8923"/>
                </a:cubicBezTo>
                <a:lnTo>
                  <a:pt x="0" y="8069"/>
                </a:lnTo>
                <a:cubicBezTo>
                  <a:pt x="0" y="6598"/>
                  <a:pt x="3600" y="5776"/>
                  <a:pt x="10164" y="5733"/>
                </a:cubicBezTo>
                <a:lnTo>
                  <a:pt x="10164" y="119"/>
                </a:lnTo>
                <a:cubicBezTo>
                  <a:pt x="10164" y="54"/>
                  <a:pt x="10429" y="0"/>
                  <a:pt x="10747" y="0"/>
                </a:cubicBezTo>
                <a:cubicBezTo>
                  <a:pt x="11065" y="0"/>
                  <a:pt x="11329" y="54"/>
                  <a:pt x="11329" y="119"/>
                </a:cubicBezTo>
                <a:lnTo>
                  <a:pt x="11329" y="5852"/>
                </a:lnTo>
                <a:cubicBezTo>
                  <a:pt x="11329" y="5916"/>
                  <a:pt x="11065" y="5971"/>
                  <a:pt x="10747" y="5971"/>
                </a:cubicBezTo>
                <a:cubicBezTo>
                  <a:pt x="4500" y="5971"/>
                  <a:pt x="1165" y="6695"/>
                  <a:pt x="1165" y="8080"/>
                </a:cubicBezTo>
                <a:lnTo>
                  <a:pt x="1165" y="8826"/>
                </a:lnTo>
                <a:lnTo>
                  <a:pt x="6459" y="8826"/>
                </a:lnTo>
                <a:lnTo>
                  <a:pt x="6459" y="7993"/>
                </a:lnTo>
                <a:cubicBezTo>
                  <a:pt x="6459" y="7182"/>
                  <a:pt x="8682" y="7009"/>
                  <a:pt x="10535" y="7009"/>
                </a:cubicBezTo>
                <a:cubicBezTo>
                  <a:pt x="13341" y="7009"/>
                  <a:pt x="14611" y="7355"/>
                  <a:pt x="14611" y="8134"/>
                </a:cubicBezTo>
                <a:cubicBezTo>
                  <a:pt x="14611" y="9453"/>
                  <a:pt x="11117" y="10221"/>
                  <a:pt x="7782" y="10978"/>
                </a:cubicBezTo>
                <a:cubicBezTo>
                  <a:pt x="4341" y="11736"/>
                  <a:pt x="1112" y="12460"/>
                  <a:pt x="1112" y="13726"/>
                </a:cubicBezTo>
                <a:lnTo>
                  <a:pt x="1112" y="14699"/>
                </a:lnTo>
                <a:lnTo>
                  <a:pt x="20223" y="14699"/>
                </a:lnTo>
                <a:cubicBezTo>
                  <a:pt x="20541" y="14699"/>
                  <a:pt x="20806" y="14753"/>
                  <a:pt x="20806" y="14818"/>
                </a:cubicBezTo>
                <a:lnTo>
                  <a:pt x="20806" y="21513"/>
                </a:lnTo>
                <a:cubicBezTo>
                  <a:pt x="20859" y="21546"/>
                  <a:pt x="20647" y="21600"/>
                  <a:pt x="20329" y="21600"/>
                </a:cubicBezTo>
                <a:close/>
                <a:moveTo>
                  <a:pt x="20329" y="13639"/>
                </a:moveTo>
                <a:lnTo>
                  <a:pt x="7465" y="13639"/>
                </a:lnTo>
                <a:cubicBezTo>
                  <a:pt x="7200" y="13639"/>
                  <a:pt x="6988" y="13596"/>
                  <a:pt x="6935" y="13542"/>
                </a:cubicBezTo>
                <a:cubicBezTo>
                  <a:pt x="6882" y="13466"/>
                  <a:pt x="6882" y="13401"/>
                  <a:pt x="6882" y="13326"/>
                </a:cubicBezTo>
                <a:cubicBezTo>
                  <a:pt x="6882" y="12677"/>
                  <a:pt x="9318" y="12114"/>
                  <a:pt x="12176" y="11476"/>
                </a:cubicBezTo>
                <a:cubicBezTo>
                  <a:pt x="16041" y="10611"/>
                  <a:pt x="20435" y="9616"/>
                  <a:pt x="20435" y="8047"/>
                </a:cubicBezTo>
                <a:cubicBezTo>
                  <a:pt x="20435" y="7982"/>
                  <a:pt x="20700" y="7928"/>
                  <a:pt x="21018" y="7928"/>
                </a:cubicBezTo>
                <a:cubicBezTo>
                  <a:pt x="21335" y="7928"/>
                  <a:pt x="21600" y="7982"/>
                  <a:pt x="21600" y="8047"/>
                </a:cubicBezTo>
                <a:cubicBezTo>
                  <a:pt x="21600" y="9702"/>
                  <a:pt x="16888" y="10773"/>
                  <a:pt x="13077" y="11627"/>
                </a:cubicBezTo>
                <a:cubicBezTo>
                  <a:pt x="10377" y="12233"/>
                  <a:pt x="8047" y="12752"/>
                  <a:pt x="8047" y="13315"/>
                </a:cubicBezTo>
                <a:cubicBezTo>
                  <a:pt x="8047" y="13336"/>
                  <a:pt x="8047" y="13369"/>
                  <a:pt x="8047" y="13390"/>
                </a:cubicBezTo>
                <a:lnTo>
                  <a:pt x="20435" y="13390"/>
                </a:lnTo>
                <a:cubicBezTo>
                  <a:pt x="20753" y="13390"/>
                  <a:pt x="21018" y="13445"/>
                  <a:pt x="21018" y="13509"/>
                </a:cubicBezTo>
                <a:cubicBezTo>
                  <a:pt x="21018" y="13574"/>
                  <a:pt x="20647" y="13639"/>
                  <a:pt x="20329" y="13639"/>
                </a:cubicBezTo>
                <a:close/>
              </a:path>
            </a:pathLst>
          </a:custGeom>
          <a:solidFill>
            <a:schemeClr val="accent2"/>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5" name="Shape">
            <a:extLst>
              <a:ext uri="{FF2B5EF4-FFF2-40B4-BE49-F238E27FC236}">
                <a16:creationId xmlns:a16="http://schemas.microsoft.com/office/drawing/2014/main" id="{DD47456E-63B3-4282-A986-9FFCBDCB1F49}"/>
              </a:ext>
            </a:extLst>
          </p:cNvPr>
          <p:cNvSpPr/>
          <p:nvPr/>
        </p:nvSpPr>
        <p:spPr>
          <a:xfrm>
            <a:off x="8195420" y="1356967"/>
            <a:ext cx="535292" cy="2440118"/>
          </a:xfrm>
          <a:custGeom>
            <a:avLst/>
            <a:gdLst/>
            <a:ahLst/>
            <a:cxnLst>
              <a:cxn ang="0">
                <a:pos x="wd2" y="hd2"/>
              </a:cxn>
              <a:cxn ang="5400000">
                <a:pos x="wd2" y="hd2"/>
              </a:cxn>
              <a:cxn ang="10800000">
                <a:pos x="wd2" y="hd2"/>
              </a:cxn>
              <a:cxn ang="16200000">
                <a:pos x="wd2" y="hd2"/>
              </a:cxn>
            </a:cxnLst>
            <a:rect l="0" t="0" r="r" b="b"/>
            <a:pathLst>
              <a:path w="21600" h="21600" extrusionOk="0">
                <a:moveTo>
                  <a:pt x="585" y="21600"/>
                </a:moveTo>
                <a:cubicBezTo>
                  <a:pt x="266" y="21600"/>
                  <a:pt x="0" y="21546"/>
                  <a:pt x="0" y="21481"/>
                </a:cubicBezTo>
                <a:lnTo>
                  <a:pt x="0" y="11930"/>
                </a:lnTo>
                <a:cubicBezTo>
                  <a:pt x="0" y="11865"/>
                  <a:pt x="266" y="11811"/>
                  <a:pt x="585" y="11811"/>
                </a:cubicBezTo>
                <a:lnTo>
                  <a:pt x="7076" y="11811"/>
                </a:lnTo>
                <a:cubicBezTo>
                  <a:pt x="7395" y="11811"/>
                  <a:pt x="7661" y="11865"/>
                  <a:pt x="7661" y="11930"/>
                </a:cubicBezTo>
                <a:lnTo>
                  <a:pt x="7661" y="12752"/>
                </a:lnTo>
                <a:cubicBezTo>
                  <a:pt x="7661" y="13423"/>
                  <a:pt x="9257" y="13509"/>
                  <a:pt x="10640" y="13509"/>
                </a:cubicBezTo>
                <a:cubicBezTo>
                  <a:pt x="12077" y="13509"/>
                  <a:pt x="13620" y="13445"/>
                  <a:pt x="13620" y="12623"/>
                </a:cubicBezTo>
                <a:lnTo>
                  <a:pt x="13620" y="11930"/>
                </a:lnTo>
                <a:cubicBezTo>
                  <a:pt x="13620" y="11087"/>
                  <a:pt x="12130" y="10924"/>
                  <a:pt x="9683" y="10924"/>
                </a:cubicBezTo>
                <a:lnTo>
                  <a:pt x="7395" y="10924"/>
                </a:lnTo>
                <a:cubicBezTo>
                  <a:pt x="7076" y="10924"/>
                  <a:pt x="6810" y="10870"/>
                  <a:pt x="6810" y="10805"/>
                </a:cubicBezTo>
                <a:lnTo>
                  <a:pt x="6810" y="9540"/>
                </a:lnTo>
                <a:cubicBezTo>
                  <a:pt x="6810" y="9475"/>
                  <a:pt x="7076" y="9421"/>
                  <a:pt x="7395" y="9421"/>
                </a:cubicBezTo>
                <a:lnTo>
                  <a:pt x="10055" y="9421"/>
                </a:lnTo>
                <a:cubicBezTo>
                  <a:pt x="12556" y="9421"/>
                  <a:pt x="13620" y="9183"/>
                  <a:pt x="13620" y="8599"/>
                </a:cubicBezTo>
                <a:lnTo>
                  <a:pt x="13620" y="8101"/>
                </a:lnTo>
                <a:cubicBezTo>
                  <a:pt x="13620" y="7279"/>
                  <a:pt x="12077" y="7204"/>
                  <a:pt x="10640" y="7204"/>
                </a:cubicBezTo>
                <a:cubicBezTo>
                  <a:pt x="9257" y="7204"/>
                  <a:pt x="7661" y="7290"/>
                  <a:pt x="7661" y="7961"/>
                </a:cubicBezTo>
                <a:lnTo>
                  <a:pt x="7661" y="8534"/>
                </a:lnTo>
                <a:cubicBezTo>
                  <a:pt x="7661" y="8599"/>
                  <a:pt x="7395" y="8653"/>
                  <a:pt x="7076" y="8653"/>
                </a:cubicBezTo>
                <a:lnTo>
                  <a:pt x="585" y="8653"/>
                </a:lnTo>
                <a:cubicBezTo>
                  <a:pt x="266" y="8653"/>
                  <a:pt x="0" y="8599"/>
                  <a:pt x="0" y="8534"/>
                </a:cubicBezTo>
                <a:lnTo>
                  <a:pt x="0" y="8058"/>
                </a:lnTo>
                <a:cubicBezTo>
                  <a:pt x="0" y="6555"/>
                  <a:pt x="3830" y="5722"/>
                  <a:pt x="10747" y="5722"/>
                </a:cubicBezTo>
                <a:cubicBezTo>
                  <a:pt x="11066" y="5722"/>
                  <a:pt x="11332" y="5776"/>
                  <a:pt x="11332" y="5841"/>
                </a:cubicBezTo>
                <a:cubicBezTo>
                  <a:pt x="11332" y="5906"/>
                  <a:pt x="11066" y="5960"/>
                  <a:pt x="10747" y="5960"/>
                </a:cubicBezTo>
                <a:cubicBezTo>
                  <a:pt x="4469" y="5960"/>
                  <a:pt x="1117" y="6684"/>
                  <a:pt x="1117" y="8069"/>
                </a:cubicBezTo>
                <a:lnTo>
                  <a:pt x="1117" y="8437"/>
                </a:lnTo>
                <a:lnTo>
                  <a:pt x="6437" y="8437"/>
                </a:lnTo>
                <a:lnTo>
                  <a:pt x="6437" y="7982"/>
                </a:lnTo>
                <a:cubicBezTo>
                  <a:pt x="6437" y="7171"/>
                  <a:pt x="8672" y="6998"/>
                  <a:pt x="10534" y="6998"/>
                </a:cubicBezTo>
                <a:cubicBezTo>
                  <a:pt x="13353" y="6998"/>
                  <a:pt x="14630" y="7344"/>
                  <a:pt x="14630" y="8123"/>
                </a:cubicBezTo>
                <a:lnTo>
                  <a:pt x="14630" y="8621"/>
                </a:lnTo>
                <a:cubicBezTo>
                  <a:pt x="14630" y="9324"/>
                  <a:pt x="13087" y="9670"/>
                  <a:pt x="9948" y="9670"/>
                </a:cubicBezTo>
                <a:lnTo>
                  <a:pt x="7820" y="9670"/>
                </a:lnTo>
                <a:lnTo>
                  <a:pt x="7820" y="10708"/>
                </a:lnTo>
                <a:lnTo>
                  <a:pt x="9576" y="10708"/>
                </a:lnTo>
                <a:cubicBezTo>
                  <a:pt x="13087" y="10708"/>
                  <a:pt x="14630" y="11076"/>
                  <a:pt x="14630" y="11952"/>
                </a:cubicBezTo>
                <a:lnTo>
                  <a:pt x="14630" y="12644"/>
                </a:lnTo>
                <a:cubicBezTo>
                  <a:pt x="14630" y="13401"/>
                  <a:pt x="13300" y="13758"/>
                  <a:pt x="10534" y="13758"/>
                </a:cubicBezTo>
                <a:cubicBezTo>
                  <a:pt x="8672" y="13758"/>
                  <a:pt x="6437" y="13585"/>
                  <a:pt x="6437" y="12774"/>
                </a:cubicBezTo>
                <a:lnTo>
                  <a:pt x="6437" y="12071"/>
                </a:lnTo>
                <a:lnTo>
                  <a:pt x="1117" y="12071"/>
                </a:lnTo>
                <a:lnTo>
                  <a:pt x="1117" y="21503"/>
                </a:lnTo>
                <a:cubicBezTo>
                  <a:pt x="1171" y="21546"/>
                  <a:pt x="905" y="21600"/>
                  <a:pt x="585" y="21600"/>
                </a:cubicBezTo>
                <a:close/>
                <a:moveTo>
                  <a:pt x="10800" y="15013"/>
                </a:moveTo>
                <a:cubicBezTo>
                  <a:pt x="10481" y="15013"/>
                  <a:pt x="10215" y="14959"/>
                  <a:pt x="10215" y="14894"/>
                </a:cubicBezTo>
                <a:cubicBezTo>
                  <a:pt x="10215" y="14829"/>
                  <a:pt x="10481" y="14775"/>
                  <a:pt x="10800" y="14775"/>
                </a:cubicBezTo>
                <a:cubicBezTo>
                  <a:pt x="17078" y="14775"/>
                  <a:pt x="20429" y="14050"/>
                  <a:pt x="20429" y="12666"/>
                </a:cubicBezTo>
                <a:lnTo>
                  <a:pt x="20429" y="11974"/>
                </a:lnTo>
                <a:cubicBezTo>
                  <a:pt x="20429" y="11054"/>
                  <a:pt x="18993" y="10481"/>
                  <a:pt x="15961" y="10221"/>
                </a:cubicBezTo>
                <a:cubicBezTo>
                  <a:pt x="15748" y="10200"/>
                  <a:pt x="15641" y="10156"/>
                  <a:pt x="15641" y="10113"/>
                </a:cubicBezTo>
                <a:cubicBezTo>
                  <a:pt x="15641" y="10070"/>
                  <a:pt x="15801" y="10027"/>
                  <a:pt x="16014" y="10005"/>
                </a:cubicBezTo>
                <a:cubicBezTo>
                  <a:pt x="19046" y="9745"/>
                  <a:pt x="20429" y="9205"/>
                  <a:pt x="20429" y="8296"/>
                </a:cubicBezTo>
                <a:lnTo>
                  <a:pt x="20429" y="119"/>
                </a:lnTo>
                <a:cubicBezTo>
                  <a:pt x="20429" y="54"/>
                  <a:pt x="20695" y="0"/>
                  <a:pt x="21015" y="0"/>
                </a:cubicBezTo>
                <a:cubicBezTo>
                  <a:pt x="21334" y="0"/>
                  <a:pt x="21600" y="54"/>
                  <a:pt x="21600" y="119"/>
                </a:cubicBezTo>
                <a:lnTo>
                  <a:pt x="21600" y="8296"/>
                </a:lnTo>
                <a:cubicBezTo>
                  <a:pt x="21600" y="9194"/>
                  <a:pt x="20270" y="9789"/>
                  <a:pt x="17504" y="10124"/>
                </a:cubicBezTo>
                <a:cubicBezTo>
                  <a:pt x="20217" y="10459"/>
                  <a:pt x="21600" y="11087"/>
                  <a:pt x="21600" y="11984"/>
                </a:cubicBezTo>
                <a:lnTo>
                  <a:pt x="21600" y="12677"/>
                </a:lnTo>
                <a:cubicBezTo>
                  <a:pt x="21547" y="14180"/>
                  <a:pt x="17716" y="15013"/>
                  <a:pt x="10800" y="15013"/>
                </a:cubicBezTo>
                <a:close/>
              </a:path>
            </a:pathLst>
          </a:custGeom>
          <a:solidFill>
            <a:schemeClr val="accent3"/>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nvGrpSpPr>
          <p:cNvPr id="6" name="Group 5">
            <a:extLst>
              <a:ext uri="{FF2B5EF4-FFF2-40B4-BE49-F238E27FC236}">
                <a16:creationId xmlns:a16="http://schemas.microsoft.com/office/drawing/2014/main" id="{C463332D-34C3-4585-9EC3-CA9347518F6B}"/>
              </a:ext>
            </a:extLst>
          </p:cNvPr>
          <p:cNvGrpSpPr/>
          <p:nvPr/>
        </p:nvGrpSpPr>
        <p:grpSpPr>
          <a:xfrm>
            <a:off x="1779704" y="1622318"/>
            <a:ext cx="2036054" cy="1290153"/>
            <a:chOff x="8921976" y="1097393"/>
            <a:chExt cx="2926081" cy="1290153"/>
          </a:xfrm>
        </p:grpSpPr>
        <p:sp>
          <p:nvSpPr>
            <p:cNvPr id="7" name="TextBox 6">
              <a:extLst>
                <a:ext uri="{FF2B5EF4-FFF2-40B4-BE49-F238E27FC236}">
                  <a16:creationId xmlns:a16="http://schemas.microsoft.com/office/drawing/2014/main" id="{B5161AC6-7B0A-4559-BBEF-417C4BAC7CAB}"/>
                </a:ext>
              </a:extLst>
            </p:cNvPr>
            <p:cNvSpPr txBox="1"/>
            <p:nvPr/>
          </p:nvSpPr>
          <p:spPr>
            <a:xfrm>
              <a:off x="8921976" y="1097393"/>
              <a:ext cx="2926079" cy="830997"/>
            </a:xfrm>
            <a:prstGeom prst="rect">
              <a:avLst/>
            </a:prstGeom>
            <a:noFill/>
          </p:spPr>
          <p:txBody>
            <a:bodyPr wrap="square" lIns="0" rIns="0" rtlCol="0" anchor="b">
              <a:spAutoFit/>
            </a:bodyPr>
            <a:lstStyle/>
            <a:p>
              <a:r>
                <a:rPr lang="en-US" sz="2400" dirty="0"/>
                <a:t>Tayan Benson</a:t>
              </a:r>
            </a:p>
          </p:txBody>
        </p:sp>
        <p:sp>
          <p:nvSpPr>
            <p:cNvPr id="8" name="TextBox 7">
              <a:extLst>
                <a:ext uri="{FF2B5EF4-FFF2-40B4-BE49-F238E27FC236}">
                  <a16:creationId xmlns:a16="http://schemas.microsoft.com/office/drawing/2014/main" id="{BD92CBFC-A5B8-41CF-9E45-D52C01B0E01E}"/>
                </a:ext>
              </a:extLst>
            </p:cNvPr>
            <p:cNvSpPr txBox="1"/>
            <p:nvPr/>
          </p:nvSpPr>
          <p:spPr>
            <a:xfrm>
              <a:off x="8921978" y="1925881"/>
              <a:ext cx="2926079" cy="461665"/>
            </a:xfrm>
            <a:prstGeom prst="rect">
              <a:avLst/>
            </a:prstGeom>
            <a:noFill/>
          </p:spPr>
          <p:txBody>
            <a:bodyPr wrap="square" lIns="0" rIns="0" rtlCol="0" anchor="t">
              <a:spAutoFit/>
            </a:bodyPr>
            <a:lstStyle/>
            <a:p>
              <a:pPr>
                <a:spcAft>
                  <a:spcPts val="1200"/>
                </a:spcAft>
              </a:pPr>
              <a:r>
                <a:rPr lang="en-US" sz="1200" dirty="0"/>
                <a:t>Problem Overview and Data Source</a:t>
              </a:r>
              <a:endParaRPr lang="en-US" sz="1200" noProof="1">
                <a:solidFill>
                  <a:schemeClr val="tx1">
                    <a:lumMod val="65000"/>
                    <a:lumOff val="35000"/>
                  </a:schemeClr>
                </a:solidFill>
              </a:endParaRPr>
            </a:p>
          </p:txBody>
        </p:sp>
      </p:grpSp>
      <p:grpSp>
        <p:nvGrpSpPr>
          <p:cNvPr id="15" name="Group 14">
            <a:extLst>
              <a:ext uri="{FF2B5EF4-FFF2-40B4-BE49-F238E27FC236}">
                <a16:creationId xmlns:a16="http://schemas.microsoft.com/office/drawing/2014/main" id="{8717EEF4-F4F1-7074-168E-8A1D383402C5}"/>
              </a:ext>
            </a:extLst>
          </p:cNvPr>
          <p:cNvGrpSpPr/>
          <p:nvPr/>
        </p:nvGrpSpPr>
        <p:grpSpPr>
          <a:xfrm>
            <a:off x="5514364" y="1991650"/>
            <a:ext cx="2358774" cy="736155"/>
            <a:chOff x="8921976" y="1466725"/>
            <a:chExt cx="3389873" cy="736155"/>
          </a:xfrm>
        </p:grpSpPr>
        <p:sp>
          <p:nvSpPr>
            <p:cNvPr id="16" name="TextBox 15">
              <a:extLst>
                <a:ext uri="{FF2B5EF4-FFF2-40B4-BE49-F238E27FC236}">
                  <a16:creationId xmlns:a16="http://schemas.microsoft.com/office/drawing/2014/main" id="{FB6AFB21-E304-5795-8874-5E6CA9D7772C}"/>
                </a:ext>
              </a:extLst>
            </p:cNvPr>
            <p:cNvSpPr txBox="1"/>
            <p:nvPr/>
          </p:nvSpPr>
          <p:spPr>
            <a:xfrm>
              <a:off x="8921976" y="1466725"/>
              <a:ext cx="3389873" cy="461665"/>
            </a:xfrm>
            <a:prstGeom prst="rect">
              <a:avLst/>
            </a:prstGeom>
            <a:noFill/>
          </p:spPr>
          <p:txBody>
            <a:bodyPr wrap="square" lIns="0" rIns="0" rtlCol="0" anchor="b">
              <a:spAutoFit/>
            </a:bodyPr>
            <a:lstStyle/>
            <a:p>
              <a:r>
                <a:rPr lang="en-US" sz="2400" dirty="0"/>
                <a:t>Clancy Crawford</a:t>
              </a:r>
            </a:p>
          </p:txBody>
        </p:sp>
        <p:sp>
          <p:nvSpPr>
            <p:cNvPr id="17" name="TextBox 16">
              <a:extLst>
                <a:ext uri="{FF2B5EF4-FFF2-40B4-BE49-F238E27FC236}">
                  <a16:creationId xmlns:a16="http://schemas.microsoft.com/office/drawing/2014/main" id="{A1214472-B648-6C77-C0B9-848324F5390B}"/>
                </a:ext>
              </a:extLst>
            </p:cNvPr>
            <p:cNvSpPr txBox="1"/>
            <p:nvPr/>
          </p:nvSpPr>
          <p:spPr>
            <a:xfrm>
              <a:off x="8921977" y="1925881"/>
              <a:ext cx="2926078" cy="276999"/>
            </a:xfrm>
            <a:prstGeom prst="rect">
              <a:avLst/>
            </a:prstGeom>
            <a:noFill/>
          </p:spPr>
          <p:txBody>
            <a:bodyPr wrap="square" lIns="0" rIns="0" rtlCol="0" anchor="t">
              <a:spAutoFit/>
            </a:bodyPr>
            <a:lstStyle/>
            <a:p>
              <a:pPr>
                <a:spcAft>
                  <a:spcPts val="1200"/>
                </a:spcAft>
              </a:pPr>
              <a:r>
                <a:rPr lang="en-US" sz="1200" dirty="0"/>
                <a:t>Results Visualization</a:t>
              </a:r>
              <a:endParaRPr lang="en-US" sz="1200" noProof="1">
                <a:solidFill>
                  <a:schemeClr val="tx1">
                    <a:lumMod val="65000"/>
                    <a:lumOff val="35000"/>
                  </a:schemeClr>
                </a:solidFill>
              </a:endParaRPr>
            </a:p>
          </p:txBody>
        </p:sp>
      </p:grpSp>
      <p:grpSp>
        <p:nvGrpSpPr>
          <p:cNvPr id="21" name="Group 20">
            <a:extLst>
              <a:ext uri="{FF2B5EF4-FFF2-40B4-BE49-F238E27FC236}">
                <a16:creationId xmlns:a16="http://schemas.microsoft.com/office/drawing/2014/main" id="{46E92AD3-9829-AFC8-A5F4-013AE5D371FA}"/>
              </a:ext>
            </a:extLst>
          </p:cNvPr>
          <p:cNvGrpSpPr/>
          <p:nvPr/>
        </p:nvGrpSpPr>
        <p:grpSpPr>
          <a:xfrm>
            <a:off x="8891688" y="1991650"/>
            <a:ext cx="2036054" cy="920821"/>
            <a:chOff x="8921976" y="1466725"/>
            <a:chExt cx="2926081" cy="920821"/>
          </a:xfrm>
        </p:grpSpPr>
        <p:sp>
          <p:nvSpPr>
            <p:cNvPr id="22" name="TextBox 21">
              <a:extLst>
                <a:ext uri="{FF2B5EF4-FFF2-40B4-BE49-F238E27FC236}">
                  <a16:creationId xmlns:a16="http://schemas.microsoft.com/office/drawing/2014/main" id="{52A8C08C-0D85-1714-99D2-3B5052A5F66D}"/>
                </a:ext>
              </a:extLst>
            </p:cNvPr>
            <p:cNvSpPr txBox="1"/>
            <p:nvPr/>
          </p:nvSpPr>
          <p:spPr>
            <a:xfrm>
              <a:off x="8921976" y="1466725"/>
              <a:ext cx="2926080" cy="461665"/>
            </a:xfrm>
            <a:prstGeom prst="rect">
              <a:avLst/>
            </a:prstGeom>
            <a:noFill/>
          </p:spPr>
          <p:txBody>
            <a:bodyPr wrap="square" lIns="0" rIns="0" rtlCol="0" anchor="b">
              <a:spAutoFit/>
            </a:bodyPr>
            <a:lstStyle/>
            <a:p>
              <a:r>
                <a:rPr lang="en-US" sz="2400" dirty="0"/>
                <a:t>Brock Decker</a:t>
              </a:r>
            </a:p>
          </p:txBody>
        </p:sp>
        <p:sp>
          <p:nvSpPr>
            <p:cNvPr id="23" name="TextBox 22">
              <a:extLst>
                <a:ext uri="{FF2B5EF4-FFF2-40B4-BE49-F238E27FC236}">
                  <a16:creationId xmlns:a16="http://schemas.microsoft.com/office/drawing/2014/main" id="{4246865E-2A24-0A14-6B16-70EEA503D164}"/>
                </a:ext>
              </a:extLst>
            </p:cNvPr>
            <p:cNvSpPr txBox="1"/>
            <p:nvPr/>
          </p:nvSpPr>
          <p:spPr>
            <a:xfrm>
              <a:off x="8921977" y="1925881"/>
              <a:ext cx="2926080" cy="461665"/>
            </a:xfrm>
            <a:prstGeom prst="rect">
              <a:avLst/>
            </a:prstGeom>
            <a:noFill/>
          </p:spPr>
          <p:txBody>
            <a:bodyPr wrap="square" lIns="0" rIns="0" rtlCol="0" anchor="t">
              <a:spAutoFit/>
            </a:bodyPr>
            <a:lstStyle/>
            <a:p>
              <a:r>
                <a:rPr lang="en-US" sz="1200" dirty="0"/>
                <a:t>Results and Conclusion Author</a:t>
              </a:r>
            </a:p>
          </p:txBody>
        </p:sp>
      </p:grpSp>
      <p:sp>
        <p:nvSpPr>
          <p:cNvPr id="25" name="Shape">
            <a:extLst>
              <a:ext uri="{FF2B5EF4-FFF2-40B4-BE49-F238E27FC236}">
                <a16:creationId xmlns:a16="http://schemas.microsoft.com/office/drawing/2014/main" id="{ECFED2D8-D025-493C-FF66-076054BFE4B7}"/>
              </a:ext>
            </a:extLst>
          </p:cNvPr>
          <p:cNvSpPr/>
          <p:nvPr/>
        </p:nvSpPr>
        <p:spPr>
          <a:xfrm>
            <a:off x="4709106" y="4183795"/>
            <a:ext cx="597524" cy="1837179"/>
          </a:xfrm>
          <a:custGeom>
            <a:avLst/>
            <a:gdLst/>
            <a:ahLst/>
            <a:cxnLst>
              <a:cxn ang="0">
                <a:pos x="wd2" y="hd2"/>
              </a:cxn>
              <a:cxn ang="5400000">
                <a:pos x="wd2" y="hd2"/>
              </a:cxn>
              <a:cxn ang="10800000">
                <a:pos x="wd2" y="hd2"/>
              </a:cxn>
              <a:cxn ang="16200000">
                <a:pos x="wd2" y="hd2"/>
              </a:cxn>
            </a:cxnLst>
            <a:rect l="0" t="0" r="r" b="b"/>
            <a:pathLst>
              <a:path w="21600" h="21600" extrusionOk="0">
                <a:moveTo>
                  <a:pt x="582" y="21600"/>
                </a:moveTo>
                <a:cubicBezTo>
                  <a:pt x="265" y="21600"/>
                  <a:pt x="0" y="21546"/>
                  <a:pt x="0" y="21481"/>
                </a:cubicBezTo>
                <a:lnTo>
                  <a:pt x="0" y="11935"/>
                </a:lnTo>
                <a:cubicBezTo>
                  <a:pt x="0" y="11870"/>
                  <a:pt x="265" y="11816"/>
                  <a:pt x="582" y="11816"/>
                </a:cubicBezTo>
                <a:lnTo>
                  <a:pt x="7041" y="11816"/>
                </a:lnTo>
                <a:cubicBezTo>
                  <a:pt x="7359" y="11816"/>
                  <a:pt x="7623" y="11870"/>
                  <a:pt x="7623" y="11935"/>
                </a:cubicBezTo>
                <a:lnTo>
                  <a:pt x="7623" y="12757"/>
                </a:lnTo>
                <a:cubicBezTo>
                  <a:pt x="7623" y="13416"/>
                  <a:pt x="9212" y="13503"/>
                  <a:pt x="10588" y="13503"/>
                </a:cubicBezTo>
                <a:cubicBezTo>
                  <a:pt x="11965" y="13503"/>
                  <a:pt x="13553" y="13416"/>
                  <a:pt x="13553" y="12757"/>
                </a:cubicBezTo>
                <a:lnTo>
                  <a:pt x="13553" y="10811"/>
                </a:lnTo>
                <a:cubicBezTo>
                  <a:pt x="13553" y="10141"/>
                  <a:pt x="11965" y="10054"/>
                  <a:pt x="10588" y="10054"/>
                </a:cubicBezTo>
                <a:cubicBezTo>
                  <a:pt x="9212" y="10054"/>
                  <a:pt x="7623" y="10141"/>
                  <a:pt x="7623" y="10811"/>
                </a:cubicBezTo>
                <a:lnTo>
                  <a:pt x="7623" y="11081"/>
                </a:lnTo>
                <a:cubicBezTo>
                  <a:pt x="7623" y="11146"/>
                  <a:pt x="7359" y="11200"/>
                  <a:pt x="7041" y="11200"/>
                </a:cubicBezTo>
                <a:lnTo>
                  <a:pt x="582" y="11200"/>
                </a:lnTo>
                <a:cubicBezTo>
                  <a:pt x="424" y="11200"/>
                  <a:pt x="265" y="11189"/>
                  <a:pt x="159" y="11168"/>
                </a:cubicBezTo>
                <a:cubicBezTo>
                  <a:pt x="53" y="11146"/>
                  <a:pt x="0" y="11113"/>
                  <a:pt x="0" y="11081"/>
                </a:cubicBezTo>
                <a:lnTo>
                  <a:pt x="1218" y="5957"/>
                </a:lnTo>
                <a:cubicBezTo>
                  <a:pt x="1218" y="5892"/>
                  <a:pt x="1482" y="5849"/>
                  <a:pt x="1800" y="5849"/>
                </a:cubicBezTo>
                <a:lnTo>
                  <a:pt x="12123" y="5849"/>
                </a:lnTo>
                <a:cubicBezTo>
                  <a:pt x="12441" y="5849"/>
                  <a:pt x="12706" y="5903"/>
                  <a:pt x="12706" y="5968"/>
                </a:cubicBezTo>
                <a:cubicBezTo>
                  <a:pt x="12706" y="6032"/>
                  <a:pt x="12441" y="6086"/>
                  <a:pt x="12123" y="6086"/>
                </a:cubicBezTo>
                <a:lnTo>
                  <a:pt x="2329" y="6086"/>
                </a:lnTo>
                <a:lnTo>
                  <a:pt x="1165" y="10984"/>
                </a:lnTo>
                <a:lnTo>
                  <a:pt x="6459" y="10984"/>
                </a:lnTo>
                <a:lnTo>
                  <a:pt x="6459" y="10832"/>
                </a:lnTo>
                <a:cubicBezTo>
                  <a:pt x="6459" y="10022"/>
                  <a:pt x="8682" y="9849"/>
                  <a:pt x="10535" y="9849"/>
                </a:cubicBezTo>
                <a:cubicBezTo>
                  <a:pt x="12388" y="9849"/>
                  <a:pt x="14612" y="10022"/>
                  <a:pt x="14612" y="10832"/>
                </a:cubicBezTo>
                <a:lnTo>
                  <a:pt x="14612" y="12778"/>
                </a:lnTo>
                <a:cubicBezTo>
                  <a:pt x="14612" y="13427"/>
                  <a:pt x="13235" y="13751"/>
                  <a:pt x="10535" y="13751"/>
                </a:cubicBezTo>
                <a:cubicBezTo>
                  <a:pt x="7835" y="13751"/>
                  <a:pt x="6459" y="13427"/>
                  <a:pt x="6459" y="12778"/>
                </a:cubicBezTo>
                <a:lnTo>
                  <a:pt x="6459" y="12076"/>
                </a:lnTo>
                <a:lnTo>
                  <a:pt x="1165" y="12076"/>
                </a:lnTo>
                <a:lnTo>
                  <a:pt x="1165" y="21503"/>
                </a:lnTo>
                <a:cubicBezTo>
                  <a:pt x="1165" y="21546"/>
                  <a:pt x="900" y="21600"/>
                  <a:pt x="582" y="21600"/>
                </a:cubicBezTo>
                <a:close/>
                <a:moveTo>
                  <a:pt x="10747" y="15005"/>
                </a:moveTo>
                <a:cubicBezTo>
                  <a:pt x="10429" y="15005"/>
                  <a:pt x="10165" y="14951"/>
                  <a:pt x="10165" y="14886"/>
                </a:cubicBezTo>
                <a:cubicBezTo>
                  <a:pt x="10165" y="14822"/>
                  <a:pt x="10429" y="14768"/>
                  <a:pt x="10747" y="14768"/>
                </a:cubicBezTo>
                <a:cubicBezTo>
                  <a:pt x="16994" y="14768"/>
                  <a:pt x="20329" y="14043"/>
                  <a:pt x="20329" y="12659"/>
                </a:cubicBezTo>
                <a:lnTo>
                  <a:pt x="20329" y="10692"/>
                </a:lnTo>
                <a:cubicBezTo>
                  <a:pt x="20329" y="9427"/>
                  <a:pt x="18000" y="8789"/>
                  <a:pt x="13341" y="8789"/>
                </a:cubicBezTo>
                <a:cubicBezTo>
                  <a:pt x="10853" y="8789"/>
                  <a:pt x="9053" y="8984"/>
                  <a:pt x="7888" y="9373"/>
                </a:cubicBezTo>
                <a:cubicBezTo>
                  <a:pt x="7729" y="9416"/>
                  <a:pt x="7465" y="9438"/>
                  <a:pt x="7253" y="9427"/>
                </a:cubicBezTo>
                <a:cubicBezTo>
                  <a:pt x="6988" y="9416"/>
                  <a:pt x="6829" y="9362"/>
                  <a:pt x="6882" y="9308"/>
                </a:cubicBezTo>
                <a:lnTo>
                  <a:pt x="7465" y="7200"/>
                </a:lnTo>
                <a:cubicBezTo>
                  <a:pt x="7465" y="7135"/>
                  <a:pt x="7730" y="7092"/>
                  <a:pt x="8047" y="7092"/>
                </a:cubicBezTo>
                <a:lnTo>
                  <a:pt x="19324" y="7092"/>
                </a:lnTo>
                <a:lnTo>
                  <a:pt x="19324" y="119"/>
                </a:lnTo>
                <a:cubicBezTo>
                  <a:pt x="19324" y="54"/>
                  <a:pt x="19588" y="0"/>
                  <a:pt x="19906" y="0"/>
                </a:cubicBezTo>
                <a:cubicBezTo>
                  <a:pt x="20224" y="0"/>
                  <a:pt x="20488" y="54"/>
                  <a:pt x="20488" y="119"/>
                </a:cubicBezTo>
                <a:lnTo>
                  <a:pt x="20488" y="7211"/>
                </a:lnTo>
                <a:cubicBezTo>
                  <a:pt x="20488" y="7276"/>
                  <a:pt x="20224" y="7330"/>
                  <a:pt x="19906" y="7330"/>
                </a:cubicBezTo>
                <a:lnTo>
                  <a:pt x="8630" y="7330"/>
                </a:lnTo>
                <a:lnTo>
                  <a:pt x="8206" y="8973"/>
                </a:lnTo>
                <a:cubicBezTo>
                  <a:pt x="9530" y="8703"/>
                  <a:pt x="11330" y="8573"/>
                  <a:pt x="13500" y="8573"/>
                </a:cubicBezTo>
                <a:cubicBezTo>
                  <a:pt x="18741" y="8573"/>
                  <a:pt x="21600" y="9330"/>
                  <a:pt x="21600" y="10714"/>
                </a:cubicBezTo>
                <a:lnTo>
                  <a:pt x="21600" y="12681"/>
                </a:lnTo>
                <a:cubicBezTo>
                  <a:pt x="21441" y="14184"/>
                  <a:pt x="17629" y="15005"/>
                  <a:pt x="10747" y="15005"/>
                </a:cubicBezTo>
                <a:close/>
              </a:path>
            </a:pathLst>
          </a:custGeom>
          <a:solidFill>
            <a:schemeClr val="accent5"/>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26" name="Shape">
            <a:extLst>
              <a:ext uri="{FF2B5EF4-FFF2-40B4-BE49-F238E27FC236}">
                <a16:creationId xmlns:a16="http://schemas.microsoft.com/office/drawing/2014/main" id="{DCACE784-651E-7F87-757B-DE4214E83D0E}"/>
              </a:ext>
            </a:extLst>
          </p:cNvPr>
          <p:cNvSpPr/>
          <p:nvPr/>
        </p:nvSpPr>
        <p:spPr>
          <a:xfrm>
            <a:off x="8195420" y="4183795"/>
            <a:ext cx="600284" cy="1837179"/>
          </a:xfrm>
          <a:custGeom>
            <a:avLst/>
            <a:gdLst/>
            <a:ahLst/>
            <a:cxnLst>
              <a:cxn ang="0">
                <a:pos x="wd2" y="hd2"/>
              </a:cxn>
              <a:cxn ang="5400000">
                <a:pos x="wd2" y="hd2"/>
              </a:cxn>
              <a:cxn ang="10800000">
                <a:pos x="wd2" y="hd2"/>
              </a:cxn>
              <a:cxn ang="16200000">
                <a:pos x="wd2" y="hd2"/>
              </a:cxn>
            </a:cxnLst>
            <a:rect l="0" t="0" r="r" b="b"/>
            <a:pathLst>
              <a:path w="21490" h="21600" extrusionOk="0">
                <a:moveTo>
                  <a:pt x="21023" y="21600"/>
                </a:moveTo>
                <a:cubicBezTo>
                  <a:pt x="20709" y="21600"/>
                  <a:pt x="20447" y="21546"/>
                  <a:pt x="20447" y="21481"/>
                </a:cubicBezTo>
                <a:lnTo>
                  <a:pt x="20447" y="11049"/>
                </a:lnTo>
                <a:cubicBezTo>
                  <a:pt x="20447" y="9784"/>
                  <a:pt x="18140" y="9146"/>
                  <a:pt x="13526" y="9146"/>
                </a:cubicBezTo>
                <a:cubicBezTo>
                  <a:pt x="10800" y="9146"/>
                  <a:pt x="8860" y="9384"/>
                  <a:pt x="7759" y="9859"/>
                </a:cubicBezTo>
                <a:cubicBezTo>
                  <a:pt x="7654" y="9903"/>
                  <a:pt x="7392" y="9935"/>
                  <a:pt x="7130" y="9924"/>
                </a:cubicBezTo>
                <a:cubicBezTo>
                  <a:pt x="6868" y="9914"/>
                  <a:pt x="6711" y="9870"/>
                  <a:pt x="6711" y="9816"/>
                </a:cubicBezTo>
                <a:lnTo>
                  <a:pt x="6711" y="8195"/>
                </a:lnTo>
                <a:cubicBezTo>
                  <a:pt x="6711" y="7362"/>
                  <a:pt x="8021" y="6995"/>
                  <a:pt x="11010" y="6995"/>
                </a:cubicBezTo>
                <a:cubicBezTo>
                  <a:pt x="12845" y="6995"/>
                  <a:pt x="15047" y="7168"/>
                  <a:pt x="15047" y="7978"/>
                </a:cubicBezTo>
                <a:lnTo>
                  <a:pt x="15047" y="8184"/>
                </a:lnTo>
                <a:lnTo>
                  <a:pt x="20289" y="8184"/>
                </a:lnTo>
                <a:lnTo>
                  <a:pt x="20289" y="8076"/>
                </a:lnTo>
                <a:cubicBezTo>
                  <a:pt x="20289" y="6692"/>
                  <a:pt x="16986" y="5968"/>
                  <a:pt x="10800" y="5968"/>
                </a:cubicBezTo>
                <a:cubicBezTo>
                  <a:pt x="10485" y="5968"/>
                  <a:pt x="10223" y="5914"/>
                  <a:pt x="10223" y="5849"/>
                </a:cubicBezTo>
                <a:cubicBezTo>
                  <a:pt x="10223" y="5784"/>
                  <a:pt x="10485" y="5730"/>
                  <a:pt x="10800" y="5730"/>
                </a:cubicBezTo>
                <a:cubicBezTo>
                  <a:pt x="17615" y="5730"/>
                  <a:pt x="21390" y="6562"/>
                  <a:pt x="21390" y="8065"/>
                </a:cubicBezTo>
                <a:lnTo>
                  <a:pt x="21390" y="8292"/>
                </a:lnTo>
                <a:cubicBezTo>
                  <a:pt x="21390" y="8357"/>
                  <a:pt x="21128" y="8411"/>
                  <a:pt x="20813" y="8411"/>
                </a:cubicBezTo>
                <a:lnTo>
                  <a:pt x="14417" y="8411"/>
                </a:lnTo>
                <a:cubicBezTo>
                  <a:pt x="14103" y="8411"/>
                  <a:pt x="13841" y="8357"/>
                  <a:pt x="13841" y="8292"/>
                </a:cubicBezTo>
                <a:lnTo>
                  <a:pt x="13841" y="7978"/>
                </a:lnTo>
                <a:cubicBezTo>
                  <a:pt x="13841" y="7308"/>
                  <a:pt x="12268" y="7222"/>
                  <a:pt x="10905" y="7222"/>
                </a:cubicBezTo>
                <a:cubicBezTo>
                  <a:pt x="8965" y="7222"/>
                  <a:pt x="7707" y="7384"/>
                  <a:pt x="7707" y="8195"/>
                </a:cubicBezTo>
                <a:lnTo>
                  <a:pt x="7707" y="9416"/>
                </a:lnTo>
                <a:cubicBezTo>
                  <a:pt x="9070" y="9081"/>
                  <a:pt x="11009" y="8908"/>
                  <a:pt x="13421" y="8908"/>
                </a:cubicBezTo>
                <a:cubicBezTo>
                  <a:pt x="18611" y="8908"/>
                  <a:pt x="21442" y="9665"/>
                  <a:pt x="21442" y="11049"/>
                </a:cubicBezTo>
                <a:lnTo>
                  <a:pt x="21442" y="21481"/>
                </a:lnTo>
                <a:cubicBezTo>
                  <a:pt x="21600" y="21546"/>
                  <a:pt x="21338" y="21600"/>
                  <a:pt x="21023" y="21600"/>
                </a:cubicBezTo>
                <a:close/>
                <a:moveTo>
                  <a:pt x="10800" y="15005"/>
                </a:moveTo>
                <a:cubicBezTo>
                  <a:pt x="3932" y="15005"/>
                  <a:pt x="0" y="14151"/>
                  <a:pt x="0" y="12670"/>
                </a:cubicBezTo>
                <a:lnTo>
                  <a:pt x="0" y="119"/>
                </a:lnTo>
                <a:cubicBezTo>
                  <a:pt x="0" y="54"/>
                  <a:pt x="262" y="0"/>
                  <a:pt x="577" y="0"/>
                </a:cubicBezTo>
                <a:cubicBezTo>
                  <a:pt x="891" y="0"/>
                  <a:pt x="1154" y="54"/>
                  <a:pt x="1154" y="119"/>
                </a:cubicBezTo>
                <a:lnTo>
                  <a:pt x="1154" y="12670"/>
                </a:lnTo>
                <a:cubicBezTo>
                  <a:pt x="1154" y="14032"/>
                  <a:pt x="4614" y="14778"/>
                  <a:pt x="10853" y="14778"/>
                </a:cubicBezTo>
                <a:cubicBezTo>
                  <a:pt x="11167" y="14778"/>
                  <a:pt x="11429" y="14832"/>
                  <a:pt x="11429" y="14897"/>
                </a:cubicBezTo>
                <a:cubicBezTo>
                  <a:pt x="11429" y="14962"/>
                  <a:pt x="11115" y="15005"/>
                  <a:pt x="10800" y="15005"/>
                </a:cubicBezTo>
                <a:close/>
                <a:moveTo>
                  <a:pt x="10800" y="13730"/>
                </a:moveTo>
                <a:cubicBezTo>
                  <a:pt x="8126" y="13730"/>
                  <a:pt x="6763" y="13405"/>
                  <a:pt x="6763" y="12757"/>
                </a:cubicBezTo>
                <a:lnTo>
                  <a:pt x="6763" y="11168"/>
                </a:lnTo>
                <a:cubicBezTo>
                  <a:pt x="6763" y="10357"/>
                  <a:pt x="8965" y="10184"/>
                  <a:pt x="10800" y="10184"/>
                </a:cubicBezTo>
                <a:cubicBezTo>
                  <a:pt x="12635" y="10184"/>
                  <a:pt x="14837" y="10357"/>
                  <a:pt x="14837" y="11168"/>
                </a:cubicBezTo>
                <a:lnTo>
                  <a:pt x="14837" y="12757"/>
                </a:lnTo>
                <a:cubicBezTo>
                  <a:pt x="14837" y="13405"/>
                  <a:pt x="13474" y="13730"/>
                  <a:pt x="10800" y="13730"/>
                </a:cubicBezTo>
                <a:close/>
                <a:moveTo>
                  <a:pt x="10800" y="10411"/>
                </a:moveTo>
                <a:cubicBezTo>
                  <a:pt x="9437" y="10411"/>
                  <a:pt x="7864" y="10497"/>
                  <a:pt x="7864" y="11168"/>
                </a:cubicBezTo>
                <a:lnTo>
                  <a:pt x="7864" y="12757"/>
                </a:lnTo>
                <a:cubicBezTo>
                  <a:pt x="7864" y="13416"/>
                  <a:pt x="9437" y="13503"/>
                  <a:pt x="10800" y="13503"/>
                </a:cubicBezTo>
                <a:cubicBezTo>
                  <a:pt x="12163" y="13503"/>
                  <a:pt x="13736" y="13416"/>
                  <a:pt x="13736" y="12757"/>
                </a:cubicBezTo>
                <a:lnTo>
                  <a:pt x="13736" y="11168"/>
                </a:lnTo>
                <a:cubicBezTo>
                  <a:pt x="13736" y="10497"/>
                  <a:pt x="12163" y="10411"/>
                  <a:pt x="10800" y="10411"/>
                </a:cubicBezTo>
                <a:close/>
              </a:path>
            </a:pathLst>
          </a:custGeom>
          <a:solidFill>
            <a:schemeClr val="accent6"/>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27" name="Shape">
            <a:extLst>
              <a:ext uri="{FF2B5EF4-FFF2-40B4-BE49-F238E27FC236}">
                <a16:creationId xmlns:a16="http://schemas.microsoft.com/office/drawing/2014/main" id="{F92D42C0-4CD4-E640-6F22-55565882BD11}"/>
              </a:ext>
            </a:extLst>
          </p:cNvPr>
          <p:cNvSpPr/>
          <p:nvPr/>
        </p:nvSpPr>
        <p:spPr>
          <a:xfrm>
            <a:off x="1104339" y="4185119"/>
            <a:ext cx="669269" cy="1838099"/>
          </a:xfrm>
          <a:custGeom>
            <a:avLst/>
            <a:gdLst/>
            <a:ahLst/>
            <a:cxnLst>
              <a:cxn ang="0">
                <a:pos x="wd2" y="hd2"/>
              </a:cxn>
              <a:cxn ang="5400000">
                <a:pos x="wd2" y="hd2"/>
              </a:cxn>
              <a:cxn ang="10800000">
                <a:pos x="wd2" y="hd2"/>
              </a:cxn>
              <a:cxn ang="16200000">
                <a:pos x="wd2" y="hd2"/>
              </a:cxn>
            </a:cxnLst>
            <a:rect l="0" t="0" r="r" b="b"/>
            <a:pathLst>
              <a:path w="21600" h="21600" extrusionOk="0">
                <a:moveTo>
                  <a:pt x="12242" y="21600"/>
                </a:moveTo>
                <a:cubicBezTo>
                  <a:pt x="11958" y="21600"/>
                  <a:pt x="11722" y="21546"/>
                  <a:pt x="11722" y="21481"/>
                </a:cubicBezTo>
                <a:lnTo>
                  <a:pt x="11722" y="13312"/>
                </a:lnTo>
                <a:lnTo>
                  <a:pt x="520" y="13312"/>
                </a:lnTo>
                <a:cubicBezTo>
                  <a:pt x="236" y="13312"/>
                  <a:pt x="0" y="13258"/>
                  <a:pt x="0" y="13193"/>
                </a:cubicBezTo>
                <a:lnTo>
                  <a:pt x="0" y="11929"/>
                </a:lnTo>
                <a:cubicBezTo>
                  <a:pt x="0" y="11918"/>
                  <a:pt x="0" y="11897"/>
                  <a:pt x="47" y="11886"/>
                </a:cubicBezTo>
                <a:lnTo>
                  <a:pt x="11107" y="5911"/>
                </a:lnTo>
                <a:cubicBezTo>
                  <a:pt x="11202" y="5857"/>
                  <a:pt x="11485" y="5824"/>
                  <a:pt x="11769" y="5846"/>
                </a:cubicBezTo>
                <a:cubicBezTo>
                  <a:pt x="12005" y="5867"/>
                  <a:pt x="12147" y="5943"/>
                  <a:pt x="12053" y="5997"/>
                </a:cubicBezTo>
                <a:lnTo>
                  <a:pt x="1040" y="11951"/>
                </a:lnTo>
                <a:lnTo>
                  <a:pt x="1040" y="13075"/>
                </a:lnTo>
                <a:lnTo>
                  <a:pt x="12242" y="13075"/>
                </a:lnTo>
                <a:cubicBezTo>
                  <a:pt x="12525" y="13075"/>
                  <a:pt x="12761" y="13129"/>
                  <a:pt x="12761" y="13193"/>
                </a:cubicBezTo>
                <a:lnTo>
                  <a:pt x="12761" y="21481"/>
                </a:lnTo>
                <a:cubicBezTo>
                  <a:pt x="12761" y="21546"/>
                  <a:pt x="12525" y="21600"/>
                  <a:pt x="12242" y="21600"/>
                </a:cubicBezTo>
                <a:close/>
                <a:moveTo>
                  <a:pt x="18197" y="14911"/>
                </a:moveTo>
                <a:cubicBezTo>
                  <a:pt x="17913" y="14911"/>
                  <a:pt x="17677" y="14857"/>
                  <a:pt x="17677" y="14793"/>
                </a:cubicBezTo>
                <a:lnTo>
                  <a:pt x="17677" y="13193"/>
                </a:lnTo>
                <a:cubicBezTo>
                  <a:pt x="17677" y="13129"/>
                  <a:pt x="17913" y="13075"/>
                  <a:pt x="18197" y="13075"/>
                </a:cubicBezTo>
                <a:lnTo>
                  <a:pt x="20560" y="13075"/>
                </a:lnTo>
                <a:lnTo>
                  <a:pt x="20560" y="12037"/>
                </a:lnTo>
                <a:lnTo>
                  <a:pt x="18197" y="12037"/>
                </a:lnTo>
                <a:cubicBezTo>
                  <a:pt x="17913" y="12037"/>
                  <a:pt x="17677" y="11983"/>
                  <a:pt x="17677" y="11918"/>
                </a:cubicBezTo>
                <a:lnTo>
                  <a:pt x="17677" y="119"/>
                </a:lnTo>
                <a:cubicBezTo>
                  <a:pt x="17677" y="54"/>
                  <a:pt x="17913" y="0"/>
                  <a:pt x="18197" y="0"/>
                </a:cubicBezTo>
                <a:cubicBezTo>
                  <a:pt x="18481" y="0"/>
                  <a:pt x="18717" y="54"/>
                  <a:pt x="18717" y="119"/>
                </a:cubicBezTo>
                <a:lnTo>
                  <a:pt x="18717" y="11800"/>
                </a:lnTo>
                <a:lnTo>
                  <a:pt x="21080" y="11800"/>
                </a:lnTo>
                <a:cubicBezTo>
                  <a:pt x="21364" y="11800"/>
                  <a:pt x="21600" y="11854"/>
                  <a:pt x="21600" y="11918"/>
                </a:cubicBezTo>
                <a:lnTo>
                  <a:pt x="21600" y="13183"/>
                </a:lnTo>
                <a:cubicBezTo>
                  <a:pt x="21600" y="13247"/>
                  <a:pt x="21364" y="13301"/>
                  <a:pt x="21080" y="13301"/>
                </a:cubicBezTo>
                <a:lnTo>
                  <a:pt x="18717" y="13301"/>
                </a:lnTo>
                <a:lnTo>
                  <a:pt x="18717" y="14793"/>
                </a:lnTo>
                <a:cubicBezTo>
                  <a:pt x="18717" y="14857"/>
                  <a:pt x="18481" y="14911"/>
                  <a:pt x="18197" y="14911"/>
                </a:cubicBezTo>
                <a:close/>
                <a:moveTo>
                  <a:pt x="12242" y="12048"/>
                </a:moveTo>
                <a:lnTo>
                  <a:pt x="6097" y="12048"/>
                </a:lnTo>
                <a:cubicBezTo>
                  <a:pt x="5908" y="12048"/>
                  <a:pt x="5766" y="12026"/>
                  <a:pt x="5672" y="11994"/>
                </a:cubicBezTo>
                <a:cubicBezTo>
                  <a:pt x="5577" y="11962"/>
                  <a:pt x="5577" y="11918"/>
                  <a:pt x="5624" y="11886"/>
                </a:cubicBezTo>
                <a:lnTo>
                  <a:pt x="11769" y="8569"/>
                </a:lnTo>
                <a:cubicBezTo>
                  <a:pt x="11863" y="8515"/>
                  <a:pt x="12100" y="8493"/>
                  <a:pt x="12336" y="8504"/>
                </a:cubicBezTo>
                <a:cubicBezTo>
                  <a:pt x="12572" y="8515"/>
                  <a:pt x="12714" y="8558"/>
                  <a:pt x="12714" y="8612"/>
                </a:cubicBezTo>
                <a:lnTo>
                  <a:pt x="12714" y="11929"/>
                </a:lnTo>
                <a:cubicBezTo>
                  <a:pt x="12761" y="11994"/>
                  <a:pt x="12525" y="12048"/>
                  <a:pt x="12242" y="12048"/>
                </a:cubicBezTo>
                <a:close/>
                <a:moveTo>
                  <a:pt x="6853" y="11821"/>
                </a:moveTo>
                <a:lnTo>
                  <a:pt x="11722" y="11821"/>
                </a:lnTo>
                <a:lnTo>
                  <a:pt x="11722" y="9185"/>
                </a:lnTo>
                <a:lnTo>
                  <a:pt x="6853" y="11821"/>
                </a:lnTo>
                <a:close/>
              </a:path>
            </a:pathLst>
          </a:custGeom>
          <a:solidFill>
            <a:schemeClr val="accent4"/>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nvGrpSpPr>
          <p:cNvPr id="28" name="Group 27">
            <a:extLst>
              <a:ext uri="{FF2B5EF4-FFF2-40B4-BE49-F238E27FC236}">
                <a16:creationId xmlns:a16="http://schemas.microsoft.com/office/drawing/2014/main" id="{9F3B8087-E78A-0AF1-5910-24600A6C50FD}"/>
              </a:ext>
            </a:extLst>
          </p:cNvPr>
          <p:cNvGrpSpPr/>
          <p:nvPr/>
        </p:nvGrpSpPr>
        <p:grpSpPr>
          <a:xfrm>
            <a:off x="1905344" y="4617799"/>
            <a:ext cx="2232696" cy="736155"/>
            <a:chOff x="8921976" y="1466725"/>
            <a:chExt cx="3208682" cy="736155"/>
          </a:xfrm>
        </p:grpSpPr>
        <p:sp>
          <p:nvSpPr>
            <p:cNvPr id="29" name="TextBox 28">
              <a:extLst>
                <a:ext uri="{FF2B5EF4-FFF2-40B4-BE49-F238E27FC236}">
                  <a16:creationId xmlns:a16="http://schemas.microsoft.com/office/drawing/2014/main" id="{A837F76D-5B8A-9988-0630-D30EB42403C7}"/>
                </a:ext>
              </a:extLst>
            </p:cNvPr>
            <p:cNvSpPr txBox="1"/>
            <p:nvPr/>
          </p:nvSpPr>
          <p:spPr>
            <a:xfrm>
              <a:off x="8921976" y="1466725"/>
              <a:ext cx="3208682" cy="461665"/>
            </a:xfrm>
            <a:prstGeom prst="rect">
              <a:avLst/>
            </a:prstGeom>
            <a:noFill/>
          </p:spPr>
          <p:txBody>
            <a:bodyPr wrap="square" lIns="0" rIns="0" rtlCol="0" anchor="b">
              <a:spAutoFit/>
            </a:bodyPr>
            <a:lstStyle/>
            <a:p>
              <a:r>
                <a:rPr lang="en-US" sz="2400" dirty="0"/>
                <a:t>Jordan </a:t>
              </a:r>
              <a:r>
                <a:rPr lang="en-US" sz="2400" dirty="0" err="1"/>
                <a:t>Kalisher</a:t>
              </a:r>
              <a:endParaRPr lang="en-US" sz="2400" dirty="0"/>
            </a:p>
          </p:txBody>
        </p:sp>
        <p:sp>
          <p:nvSpPr>
            <p:cNvPr id="30" name="TextBox 29">
              <a:extLst>
                <a:ext uri="{FF2B5EF4-FFF2-40B4-BE49-F238E27FC236}">
                  <a16:creationId xmlns:a16="http://schemas.microsoft.com/office/drawing/2014/main" id="{08CB131D-0640-9F48-C18E-84DBB233AE32}"/>
                </a:ext>
              </a:extLst>
            </p:cNvPr>
            <p:cNvSpPr txBox="1"/>
            <p:nvPr/>
          </p:nvSpPr>
          <p:spPr>
            <a:xfrm>
              <a:off x="8921977" y="1925881"/>
              <a:ext cx="2926080" cy="276999"/>
            </a:xfrm>
            <a:prstGeom prst="rect">
              <a:avLst/>
            </a:prstGeom>
            <a:noFill/>
          </p:spPr>
          <p:txBody>
            <a:bodyPr wrap="square" lIns="0" rIns="0" rtlCol="0" anchor="t">
              <a:spAutoFit/>
            </a:bodyPr>
            <a:lstStyle/>
            <a:p>
              <a:pPr>
                <a:spcAft>
                  <a:spcPts val="1200"/>
                </a:spcAft>
              </a:pPr>
              <a:r>
                <a:rPr lang="en-US" sz="1200" dirty="0"/>
                <a:t>Background Research</a:t>
              </a:r>
              <a:endParaRPr lang="en-US" sz="1200" noProof="1">
                <a:solidFill>
                  <a:schemeClr val="tx1">
                    <a:lumMod val="65000"/>
                    <a:lumOff val="35000"/>
                  </a:schemeClr>
                </a:solidFill>
              </a:endParaRPr>
            </a:p>
          </p:txBody>
        </p:sp>
      </p:grpSp>
      <p:grpSp>
        <p:nvGrpSpPr>
          <p:cNvPr id="31" name="Group 30">
            <a:extLst>
              <a:ext uri="{FF2B5EF4-FFF2-40B4-BE49-F238E27FC236}">
                <a16:creationId xmlns:a16="http://schemas.microsoft.com/office/drawing/2014/main" id="{11FCFAD4-FE92-0E9F-8C0D-7D4D1ACCABB5}"/>
              </a:ext>
            </a:extLst>
          </p:cNvPr>
          <p:cNvGrpSpPr/>
          <p:nvPr/>
        </p:nvGrpSpPr>
        <p:grpSpPr>
          <a:xfrm>
            <a:off x="5640004" y="4617799"/>
            <a:ext cx="2358774" cy="920821"/>
            <a:chOff x="8921976" y="1466725"/>
            <a:chExt cx="3389873" cy="920821"/>
          </a:xfrm>
        </p:grpSpPr>
        <p:sp>
          <p:nvSpPr>
            <p:cNvPr id="32" name="TextBox 31">
              <a:extLst>
                <a:ext uri="{FF2B5EF4-FFF2-40B4-BE49-F238E27FC236}">
                  <a16:creationId xmlns:a16="http://schemas.microsoft.com/office/drawing/2014/main" id="{4E69023C-0F1C-7143-709D-B01A78A40CF5}"/>
                </a:ext>
              </a:extLst>
            </p:cNvPr>
            <p:cNvSpPr txBox="1"/>
            <p:nvPr/>
          </p:nvSpPr>
          <p:spPr>
            <a:xfrm>
              <a:off x="8921976" y="1466725"/>
              <a:ext cx="3389873" cy="461665"/>
            </a:xfrm>
            <a:prstGeom prst="rect">
              <a:avLst/>
            </a:prstGeom>
            <a:noFill/>
          </p:spPr>
          <p:txBody>
            <a:bodyPr wrap="square" lIns="0" rIns="0" rtlCol="0" anchor="b">
              <a:spAutoFit/>
            </a:bodyPr>
            <a:lstStyle/>
            <a:p>
              <a:r>
                <a:rPr lang="en-US" sz="2400" dirty="0"/>
                <a:t>Timothy </a:t>
              </a:r>
              <a:r>
                <a:rPr lang="en-US" sz="2400" dirty="0" err="1"/>
                <a:t>Mascal</a:t>
              </a:r>
              <a:endParaRPr lang="en-US" sz="2400" dirty="0"/>
            </a:p>
          </p:txBody>
        </p:sp>
        <p:sp>
          <p:nvSpPr>
            <p:cNvPr id="33" name="TextBox 32">
              <a:extLst>
                <a:ext uri="{FF2B5EF4-FFF2-40B4-BE49-F238E27FC236}">
                  <a16:creationId xmlns:a16="http://schemas.microsoft.com/office/drawing/2014/main" id="{895ADA82-C8E7-1E34-0C3B-2C91B7B88F12}"/>
                </a:ext>
              </a:extLst>
            </p:cNvPr>
            <p:cNvSpPr txBox="1"/>
            <p:nvPr/>
          </p:nvSpPr>
          <p:spPr>
            <a:xfrm>
              <a:off x="8921977" y="1925881"/>
              <a:ext cx="2926078" cy="461665"/>
            </a:xfrm>
            <a:prstGeom prst="rect">
              <a:avLst/>
            </a:prstGeom>
            <a:noFill/>
          </p:spPr>
          <p:txBody>
            <a:bodyPr wrap="square" lIns="0" rIns="0" rtlCol="0" anchor="t">
              <a:spAutoFit/>
            </a:bodyPr>
            <a:lstStyle/>
            <a:p>
              <a:pPr>
                <a:spcAft>
                  <a:spcPts val="1200"/>
                </a:spcAft>
              </a:pPr>
              <a:r>
                <a:rPr lang="en-US" sz="1200" dirty="0"/>
                <a:t>Causal Discovery Model Architect</a:t>
              </a:r>
              <a:endParaRPr lang="en-US" sz="1200" noProof="1">
                <a:solidFill>
                  <a:schemeClr val="tx1">
                    <a:lumMod val="65000"/>
                    <a:lumOff val="35000"/>
                  </a:schemeClr>
                </a:solidFill>
              </a:endParaRPr>
            </a:p>
          </p:txBody>
        </p:sp>
      </p:grpSp>
      <p:grpSp>
        <p:nvGrpSpPr>
          <p:cNvPr id="34" name="Group 33">
            <a:extLst>
              <a:ext uri="{FF2B5EF4-FFF2-40B4-BE49-F238E27FC236}">
                <a16:creationId xmlns:a16="http://schemas.microsoft.com/office/drawing/2014/main" id="{F105A019-E3BD-E0BC-D62D-F6358CB49105}"/>
              </a:ext>
            </a:extLst>
          </p:cNvPr>
          <p:cNvGrpSpPr/>
          <p:nvPr/>
        </p:nvGrpSpPr>
        <p:grpSpPr>
          <a:xfrm>
            <a:off x="9017328" y="4617799"/>
            <a:ext cx="2036054" cy="736155"/>
            <a:chOff x="8921976" y="1466725"/>
            <a:chExt cx="2926081" cy="736155"/>
          </a:xfrm>
        </p:grpSpPr>
        <p:sp>
          <p:nvSpPr>
            <p:cNvPr id="35" name="TextBox 34">
              <a:extLst>
                <a:ext uri="{FF2B5EF4-FFF2-40B4-BE49-F238E27FC236}">
                  <a16:creationId xmlns:a16="http://schemas.microsoft.com/office/drawing/2014/main" id="{99E22E5A-F5C1-38E1-EF75-FB7494700644}"/>
                </a:ext>
              </a:extLst>
            </p:cNvPr>
            <p:cNvSpPr txBox="1"/>
            <p:nvPr/>
          </p:nvSpPr>
          <p:spPr>
            <a:xfrm>
              <a:off x="8921976" y="1466725"/>
              <a:ext cx="2926080" cy="461665"/>
            </a:xfrm>
            <a:prstGeom prst="rect">
              <a:avLst/>
            </a:prstGeom>
            <a:noFill/>
          </p:spPr>
          <p:txBody>
            <a:bodyPr wrap="square" lIns="0" rIns="0" rtlCol="0" anchor="b">
              <a:spAutoFit/>
            </a:bodyPr>
            <a:lstStyle/>
            <a:p>
              <a:r>
                <a:rPr lang="en-US" sz="2400" dirty="0"/>
                <a:t>Seth Webster</a:t>
              </a:r>
            </a:p>
          </p:txBody>
        </p:sp>
        <p:sp>
          <p:nvSpPr>
            <p:cNvPr id="36" name="TextBox 35">
              <a:extLst>
                <a:ext uri="{FF2B5EF4-FFF2-40B4-BE49-F238E27FC236}">
                  <a16:creationId xmlns:a16="http://schemas.microsoft.com/office/drawing/2014/main" id="{B8DB8DAD-837A-584E-2B13-177B636AB268}"/>
                </a:ext>
              </a:extLst>
            </p:cNvPr>
            <p:cNvSpPr txBox="1"/>
            <p:nvPr/>
          </p:nvSpPr>
          <p:spPr>
            <a:xfrm>
              <a:off x="8921977" y="1925881"/>
              <a:ext cx="2926080" cy="276999"/>
            </a:xfrm>
            <a:prstGeom prst="rect">
              <a:avLst/>
            </a:prstGeom>
            <a:noFill/>
          </p:spPr>
          <p:txBody>
            <a:bodyPr wrap="square" lIns="0" rIns="0" rtlCol="0" anchor="t">
              <a:spAutoFit/>
            </a:bodyPr>
            <a:lstStyle/>
            <a:p>
              <a:r>
                <a:rPr lang="en-US" sz="1200" dirty="0"/>
                <a:t>Work Support (IT)</a:t>
              </a:r>
            </a:p>
          </p:txBody>
        </p:sp>
      </p:grpSp>
    </p:spTree>
    <p:extLst>
      <p:ext uri="{BB962C8B-B14F-4D97-AF65-F5344CB8AC3E}">
        <p14:creationId xmlns:p14="http://schemas.microsoft.com/office/powerpoint/2010/main" val="3649868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A4CB4-1795-EB6B-98E1-7C2FE1F16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DA512-F082-4833-94C8-6841725ECEE6}"/>
              </a:ext>
            </a:extLst>
          </p:cNvPr>
          <p:cNvSpPr>
            <a:spLocks noGrp="1"/>
          </p:cNvSpPr>
          <p:nvPr>
            <p:ph type="title"/>
          </p:nvPr>
        </p:nvSpPr>
        <p:spPr/>
        <p:txBody>
          <a:bodyPr>
            <a:normAutofit/>
          </a:bodyPr>
          <a:lstStyle/>
          <a:p>
            <a:r>
              <a:rPr lang="en-US" sz="3600"/>
              <a:t>Why Statistics are Important</a:t>
            </a:r>
            <a:endParaRPr lang="en-US"/>
          </a:p>
        </p:txBody>
      </p:sp>
      <p:sp>
        <p:nvSpPr>
          <p:cNvPr id="3" name="Content Placeholder 2">
            <a:extLst>
              <a:ext uri="{FF2B5EF4-FFF2-40B4-BE49-F238E27FC236}">
                <a16:creationId xmlns:a16="http://schemas.microsoft.com/office/drawing/2014/main" id="{921CE213-1828-FD47-4526-34FDA8D6419D}"/>
              </a:ext>
            </a:extLst>
          </p:cNvPr>
          <p:cNvSpPr>
            <a:spLocks noGrp="1"/>
          </p:cNvSpPr>
          <p:nvPr>
            <p:ph type="body" idx="1"/>
          </p:nvPr>
        </p:nvSpPr>
        <p:spPr/>
        <p:txBody>
          <a:bodyPr vert="horz" lIns="91440" tIns="45720" rIns="91440" bIns="45720" rtlCol="0" anchor="t">
            <a:normAutofit/>
          </a:bodyPr>
          <a:lstStyle/>
          <a:p>
            <a:r>
              <a:rPr lang="en-US"/>
              <a:t>Vital to understand causes of lethal outcomes of aviation accidents</a:t>
            </a:r>
          </a:p>
          <a:p>
            <a:r>
              <a:rPr lang="en-US" sz="1600"/>
              <a:t>General aviation had a 19% crash fatality rate between 1987 and 2007, still at 16% in 2024</a:t>
            </a:r>
          </a:p>
          <a:p>
            <a:pPr marL="493395" lvl="1">
              <a:buFont typeface="Courier New" panose="020B0604020202020204" pitchFamily="34" charset="0"/>
              <a:buChar char="o"/>
            </a:pPr>
            <a:r>
              <a:rPr lang="en-US"/>
              <a:t>Engineering shortcomings</a:t>
            </a:r>
          </a:p>
          <a:p>
            <a:pPr lvl="2"/>
            <a:r>
              <a:rPr lang="en-US"/>
              <a:t>Fire occurs 13% of the time with 40% of crash related deaths</a:t>
            </a:r>
          </a:p>
          <a:p>
            <a:pPr lvl="2"/>
            <a:r>
              <a:rPr lang="en-US"/>
              <a:t>Crash without fire has 15% chance of fatality</a:t>
            </a:r>
          </a:p>
          <a:p>
            <a:pPr lvl="2"/>
            <a:r>
              <a:rPr lang="en-US"/>
              <a:t>Crash with fire has 69% chance of fatality</a:t>
            </a:r>
          </a:p>
          <a:p>
            <a:pPr lvl="2"/>
            <a:r>
              <a:rPr lang="en-US"/>
              <a:t>Due to outdated/lacking fire suppression methods</a:t>
            </a:r>
          </a:p>
          <a:p>
            <a:pPr marL="493395" lvl="1">
              <a:buFont typeface="Courier New" panose="020B0604020202020204" pitchFamily="34" charset="0"/>
              <a:buChar char="o"/>
            </a:pPr>
            <a:r>
              <a:rPr lang="en-US"/>
              <a:t>Human Factors shortcomings</a:t>
            </a:r>
          </a:p>
          <a:p>
            <a:pPr lvl="2"/>
            <a:r>
              <a:rPr lang="en-US"/>
              <a:t>Not wearing harnesses increases the percentage of lethal incidents</a:t>
            </a:r>
          </a:p>
        </p:txBody>
      </p:sp>
    </p:spTree>
    <p:extLst>
      <p:ext uri="{BB962C8B-B14F-4D97-AF65-F5344CB8AC3E}">
        <p14:creationId xmlns:p14="http://schemas.microsoft.com/office/powerpoint/2010/main" val="2676505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E9944-50F7-1F7E-572B-136012DF3753}"/>
              </a:ext>
            </a:extLst>
          </p:cNvPr>
          <p:cNvSpPr>
            <a:spLocks noGrp="1"/>
          </p:cNvSpPr>
          <p:nvPr>
            <p:ph type="title"/>
          </p:nvPr>
        </p:nvSpPr>
        <p:spPr/>
        <p:txBody>
          <a:bodyPr>
            <a:normAutofit fontScale="90000"/>
          </a:bodyPr>
          <a:lstStyle/>
          <a:p>
            <a:r>
              <a:rPr lang="en-US"/>
              <a:t>What Drives Aviation Fatalities in Fatal Crashes?</a:t>
            </a:r>
          </a:p>
        </p:txBody>
      </p:sp>
      <p:sp>
        <p:nvSpPr>
          <p:cNvPr id="3" name="Content Placeholder 2">
            <a:extLst>
              <a:ext uri="{FF2B5EF4-FFF2-40B4-BE49-F238E27FC236}">
                <a16:creationId xmlns:a16="http://schemas.microsoft.com/office/drawing/2014/main" id="{E9B1A193-2D1D-AFA7-CE63-D8D73663B685}"/>
              </a:ext>
            </a:extLst>
          </p:cNvPr>
          <p:cNvSpPr>
            <a:spLocks noGrp="1"/>
          </p:cNvSpPr>
          <p:nvPr>
            <p:ph type="body" idx="1"/>
          </p:nvPr>
        </p:nvSpPr>
        <p:spPr/>
        <p:txBody>
          <a:bodyPr vert="horz" lIns="91440" tIns="45720" rIns="91440" bIns="45720" rtlCol="0" anchor="t">
            <a:normAutofit/>
          </a:bodyPr>
          <a:lstStyle/>
          <a:p>
            <a:r>
              <a:rPr lang="en-US">
                <a:ea typeface="+mn-lt"/>
                <a:cs typeface="+mn-lt"/>
              </a:rPr>
              <a:t>5,000+ aviation accidents (1908–2009) </a:t>
            </a:r>
          </a:p>
          <a:p>
            <a:r>
              <a:rPr lang="en-US">
                <a:ea typeface="+mn-lt"/>
                <a:cs typeface="+mn-lt"/>
              </a:rPr>
              <a:t>Real-world data + crash summaries </a:t>
            </a:r>
          </a:p>
          <a:p>
            <a:r>
              <a:rPr lang="en-US">
                <a:ea typeface="+mn-lt"/>
                <a:cs typeface="+mn-lt"/>
              </a:rPr>
              <a:t>Includes: </a:t>
            </a:r>
          </a:p>
          <a:p>
            <a:pPr marL="493395" lvl="1">
              <a:buFont typeface="Courier New" panose="020B0604020202020204" pitchFamily="34" charset="0"/>
              <a:buChar char="o"/>
            </a:pPr>
            <a:r>
              <a:rPr lang="en-US">
                <a:ea typeface="+mn-lt"/>
                <a:cs typeface="+mn-lt"/>
              </a:rPr>
              <a:t>fatalities, passengers, location </a:t>
            </a:r>
            <a:endParaRPr lang="en-US" sz="2000"/>
          </a:p>
          <a:p>
            <a:pPr marL="493395" lvl="1">
              <a:buFont typeface="Courier New" panose="020B0604020202020204" pitchFamily="34" charset="0"/>
              <a:buChar char="o"/>
            </a:pPr>
            <a:r>
              <a:rPr lang="en-US">
                <a:ea typeface="+mn-lt"/>
                <a:cs typeface="+mn-lt"/>
              </a:rPr>
              <a:t>cause descriptions from reports </a:t>
            </a:r>
          </a:p>
          <a:p>
            <a:r>
              <a:rPr lang="en-US" b="1">
                <a:ea typeface="+mn-lt"/>
                <a:cs typeface="+mn-lt"/>
              </a:rPr>
              <a:t>Correlation ≠ causation</a:t>
            </a:r>
            <a:r>
              <a:rPr lang="en-US">
                <a:ea typeface="+mn-lt"/>
                <a:cs typeface="+mn-lt"/>
              </a:rPr>
              <a:t> </a:t>
            </a:r>
            <a:endParaRPr lang="en-US"/>
          </a:p>
          <a:p>
            <a:r>
              <a:rPr lang="en-US">
                <a:ea typeface="+mn-lt"/>
                <a:cs typeface="+mn-lt"/>
              </a:rPr>
              <a:t>Goal: identify </a:t>
            </a:r>
            <a:r>
              <a:rPr lang="en-US" b="1">
                <a:ea typeface="+mn-lt"/>
                <a:cs typeface="+mn-lt"/>
              </a:rPr>
              <a:t>causal drivers of high-lethality crashes</a:t>
            </a:r>
            <a:endParaRPr lang="en-US">
              <a:ea typeface="+mn-lt"/>
              <a:cs typeface="+mn-lt"/>
            </a:endParaRPr>
          </a:p>
          <a:p>
            <a:pPr marL="0" indent="0">
              <a:buNone/>
            </a:pPr>
            <a:endParaRPr lang="en-US"/>
          </a:p>
        </p:txBody>
      </p:sp>
      <p:sp>
        <p:nvSpPr>
          <p:cNvPr id="6" name="Slide Number Placeholder 5">
            <a:extLst>
              <a:ext uri="{FF2B5EF4-FFF2-40B4-BE49-F238E27FC236}">
                <a16:creationId xmlns:a16="http://schemas.microsoft.com/office/drawing/2014/main" id="{9B2A9C92-FF3E-6560-1E5A-A09B9CEA800E}"/>
              </a:ext>
            </a:extLst>
          </p:cNvPr>
          <p:cNvSpPr>
            <a:spLocks noGrp="1"/>
          </p:cNvSpPr>
          <p:nvPr>
            <p:ph type="sldNum" sz="quarter" idx="4294967295"/>
          </p:nvPr>
        </p:nvSpPr>
        <p:spPr>
          <a:xfrm>
            <a:off x="0" y="0"/>
            <a:ext cx="0" cy="0"/>
          </a:xfrm>
        </p:spPr>
        <p:txBody>
          <a:bodyPr/>
          <a:lstStyle/>
          <a:p>
            <a:fld id="{70C12960-6E85-460F-B6E3-5B82CB31AF3D}" type="slidenum">
              <a:rPr lang="en-US" smtClean="0"/>
              <a:t>4</a:t>
            </a:fld>
            <a:endParaRPr lang="en-US"/>
          </a:p>
        </p:txBody>
      </p:sp>
      <p:sp>
        <p:nvSpPr>
          <p:cNvPr id="5" name="Footer Placeholder 4">
            <a:extLst>
              <a:ext uri="{FF2B5EF4-FFF2-40B4-BE49-F238E27FC236}">
                <a16:creationId xmlns:a16="http://schemas.microsoft.com/office/drawing/2014/main" id="{4383C72C-CF36-9859-A6F9-34D0D357A419}"/>
              </a:ext>
            </a:extLst>
          </p:cNvPr>
          <p:cNvSpPr>
            <a:spLocks noGrp="1"/>
          </p:cNvSpPr>
          <p:nvPr>
            <p:ph type="ftr" sz="quarter" idx="4294967295"/>
          </p:nvPr>
        </p:nvSpPr>
        <p:spPr>
          <a:xfrm>
            <a:off x="0" y="0"/>
            <a:ext cx="0" cy="0"/>
          </a:xfrm>
        </p:spPr>
        <p:txBody>
          <a:bodyPr/>
          <a:lstStyle/>
          <a:p>
            <a:r>
              <a:rPr lang="en-US"/>
              <a:t>
              </a:t>
            </a:r>
          </a:p>
        </p:txBody>
      </p:sp>
      <p:sp>
        <p:nvSpPr>
          <p:cNvPr id="4" name="Date Placeholder 3">
            <a:extLst>
              <a:ext uri="{FF2B5EF4-FFF2-40B4-BE49-F238E27FC236}">
                <a16:creationId xmlns:a16="http://schemas.microsoft.com/office/drawing/2014/main" id="{ADD865E1-AA14-345F-18D0-478A904421BA}"/>
              </a:ext>
            </a:extLst>
          </p:cNvPr>
          <p:cNvSpPr>
            <a:spLocks noGrp="1"/>
          </p:cNvSpPr>
          <p:nvPr>
            <p:ph type="dt" sz="half" idx="4294967295"/>
          </p:nvPr>
        </p:nvSpPr>
        <p:spPr>
          <a:xfrm>
            <a:off x="0" y="0"/>
            <a:ext cx="0" cy="0"/>
          </a:xfrm>
        </p:spPr>
        <p:txBody>
          <a:bodyPr/>
          <a:lstStyle/>
          <a:p>
            <a:fld id="{B36D1340-4D7A-4F1C-B752-3A31CD99E3D3}" type="datetime1">
              <a:rPr lang="en-US" smtClean="0"/>
              <a:t>4/15/2026</a:t>
            </a:fld>
            <a:endParaRPr lang="en-US"/>
          </a:p>
        </p:txBody>
      </p:sp>
    </p:spTree>
    <p:extLst>
      <p:ext uri="{BB962C8B-B14F-4D97-AF65-F5344CB8AC3E}">
        <p14:creationId xmlns:p14="http://schemas.microsoft.com/office/powerpoint/2010/main" val="39069603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2D1A7-FC59-3A60-C309-AE98ADAA2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E3C52B-089B-2AEF-635B-5762869EA8CD}"/>
              </a:ext>
            </a:extLst>
          </p:cNvPr>
          <p:cNvSpPr>
            <a:spLocks noGrp="1"/>
          </p:cNvSpPr>
          <p:nvPr>
            <p:ph type="title"/>
          </p:nvPr>
        </p:nvSpPr>
        <p:spPr/>
        <p:txBody>
          <a:bodyPr>
            <a:normAutofit/>
          </a:bodyPr>
          <a:lstStyle/>
          <a:p>
            <a:r>
              <a:rPr lang="en-US">
                <a:ea typeface="+mj-lt"/>
                <a:cs typeface="+mj-lt"/>
              </a:rPr>
              <a:t>From Raw Data to a Causal Problem</a:t>
            </a:r>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F01DF64-C699-B692-5659-8FF420B367D7}"/>
                  </a:ext>
                </a:extLst>
              </p:cNvPr>
              <p:cNvSpPr>
                <a:spLocks noGrp="1"/>
              </p:cNvSpPr>
              <p:nvPr>
                <p:ph type="body" idx="1"/>
              </p:nvPr>
            </p:nvSpPr>
            <p:spPr/>
            <p:txBody>
              <a:bodyPr vert="horz" lIns="91440" tIns="45720" rIns="91440" bIns="45720" rtlCol="0" anchor="t">
                <a:normAutofit/>
              </a:bodyPr>
              <a:lstStyle/>
              <a:p>
                <a:r>
                  <a:rPr lang="en-US">
                    <a:ea typeface="+mn-lt"/>
                    <a:cs typeface="+mn-lt"/>
                  </a:rPr>
                  <a:t>Extracted causes from summaries using keyword classification </a:t>
                </a:r>
              </a:p>
              <a:p>
                <a:pPr marL="493395" lvl="1">
                  <a:buFont typeface="Courier New" panose="020B0604020202020204" pitchFamily="34" charset="0"/>
                  <a:buChar char="o"/>
                </a:pPr>
                <a:r>
                  <a:rPr lang="en-US">
                    <a:ea typeface="+mn-lt"/>
                    <a:cs typeface="+mn-lt"/>
                  </a:rPr>
                  <a:t>weather, mechanical, pilot error, CFIT, etc. </a:t>
                </a:r>
                <a:endParaRPr lang="en-US"/>
              </a:p>
              <a:p>
                <a:r>
                  <a:rPr lang="en-US">
                    <a:ea typeface="+mn-lt"/>
                    <a:cs typeface="+mn-lt"/>
                  </a:rPr>
                  <a:t>Converted into </a:t>
                </a:r>
                <a:r>
                  <a:rPr lang="en-US" b="1">
                    <a:ea typeface="+mn-lt"/>
                    <a:cs typeface="+mn-lt"/>
                  </a:rPr>
                  <a:t>binary variables (yes/no)</a:t>
                </a:r>
                <a:r>
                  <a:rPr lang="en-US">
                    <a:ea typeface="+mn-lt"/>
                    <a:cs typeface="+mn-lt"/>
                  </a:rPr>
                  <a:t> </a:t>
                </a:r>
              </a:p>
              <a:p>
                <a:r>
                  <a:rPr lang="en-US">
                    <a:ea typeface="+mn-lt"/>
                    <a:cs typeface="+mn-lt"/>
                  </a:rPr>
                  <a:t>Defined outcome: </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𝑓</m:t>
                          </m:r>
                        </m:e>
                      </m:acc>
                      <m:r>
                        <a:rPr lang="en-US" i="1">
                          <a:latin typeface="Cambria Math" panose="02040503050406030204" pitchFamily="18" charset="0"/>
                        </a:rPr>
                        <m:t>=</m:t>
                      </m:r>
                      <m:f>
                        <m:fPr>
                          <m:ctrlPr>
                            <a:rPr lang="en-US" i="1">
                              <a:latin typeface="Cambria Math" panose="02040503050406030204" pitchFamily="18" charset="0"/>
                            </a:rPr>
                          </m:ctrlPr>
                        </m:fPr>
                        <m:num>
                          <m:r>
                            <m:rPr>
                              <m:nor/>
                            </m:rPr>
                            <a:rPr lang="en-US"/>
                            <m:t>Aircraft</m:t>
                          </m:r>
                          <m:r>
                            <m:rPr>
                              <m:nor/>
                            </m:rPr>
                            <a:rPr lang="en-US"/>
                            <m:t> </m:t>
                          </m:r>
                          <m:r>
                            <m:rPr>
                              <m:nor/>
                            </m:rPr>
                            <a:rPr lang="en-US"/>
                            <m:t>Fatalities</m:t>
                          </m:r>
                          <m:r>
                            <m:rPr>
                              <m:nor/>
                            </m:rPr>
                            <a:rPr lang="en-US"/>
                            <m:t> </m:t>
                          </m:r>
                          <m:r>
                            <a:rPr lang="en-US" i="1">
                              <a:latin typeface="Cambria Math" panose="02040503050406030204" pitchFamily="18" charset="0"/>
                            </a:rPr>
                            <m:t>+</m:t>
                          </m:r>
                          <m:r>
                            <m:rPr>
                              <m:nor/>
                            </m:rPr>
                            <a:rPr lang="en-US"/>
                            <m:t> </m:t>
                          </m:r>
                          <m:r>
                            <m:rPr>
                              <m:nor/>
                            </m:rPr>
                            <a:rPr lang="en-US"/>
                            <m:t>Ground</m:t>
                          </m:r>
                          <m:r>
                            <m:rPr>
                              <m:nor/>
                            </m:rPr>
                            <a:rPr lang="en-US"/>
                            <m:t> </m:t>
                          </m:r>
                          <m:r>
                            <m:rPr>
                              <m:nor/>
                            </m:rPr>
                            <a:rPr lang="en-US"/>
                            <m:t>Fatalities</m:t>
                          </m:r>
                        </m:num>
                        <m:den>
                          <m:r>
                            <m:rPr>
                              <m:nor/>
                            </m:rPr>
                            <a:rPr lang="en-US"/>
                            <m:t>Souls</m:t>
                          </m:r>
                          <m:r>
                            <m:rPr>
                              <m:nor/>
                            </m:rPr>
                            <a:rPr lang="en-US"/>
                            <m:t> </m:t>
                          </m:r>
                          <m:r>
                            <m:rPr>
                              <m:nor/>
                            </m:rPr>
                            <a:rPr lang="en-US"/>
                            <m:t>Aboard</m:t>
                          </m:r>
                        </m:den>
                      </m:f>
                    </m:oMath>
                  </m:oMathPara>
                </a14:m>
                <a:endParaRPr lang="en-US"/>
              </a:p>
              <a:p>
                <a:pPr marL="0" indent="0">
                  <a:buNone/>
                </a:pPr>
                <a:endParaRPr lang="en-US">
                  <a:ea typeface="+mn-lt"/>
                  <a:cs typeface="+mn-lt"/>
                </a:endParaRPr>
              </a:p>
            </p:txBody>
          </p:sp>
        </mc:Choice>
        <mc:Fallback>
          <p:sp>
            <p:nvSpPr>
              <p:cNvPr id="3" name="Content Placeholder 2">
                <a:extLst>
                  <a:ext uri="{FF2B5EF4-FFF2-40B4-BE49-F238E27FC236}">
                    <a16:creationId xmlns:a16="http://schemas.microsoft.com/office/drawing/2014/main" id="{1F01DF64-C699-B692-5659-8FF420B367D7}"/>
                  </a:ext>
                </a:extLst>
              </p:cNvPr>
              <p:cNvSpPr>
                <a:spLocks noGrp="1" noRot="1" noChangeAspect="1" noMove="1" noResize="1" noEditPoints="1" noAdjustHandles="1" noChangeArrowheads="1" noChangeShapeType="1" noTextEdit="1"/>
              </p:cNvSpPr>
              <p:nvPr>
                <p:ph type="body" idx="1"/>
              </p:nvPr>
            </p:nvSpPr>
            <p:spPr>
              <a:blipFill>
                <a:blip r:embed="rId4"/>
                <a:stretch>
                  <a:fillRect t="-402"/>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B1A0C705-D37D-7EB7-C237-284335AC2D87}"/>
              </a:ext>
            </a:extLst>
          </p:cNvPr>
          <p:cNvSpPr>
            <a:spLocks noGrp="1"/>
          </p:cNvSpPr>
          <p:nvPr>
            <p:ph type="sldNum" sz="quarter" idx="4294967295"/>
          </p:nvPr>
        </p:nvSpPr>
        <p:spPr>
          <a:xfrm>
            <a:off x="0" y="0"/>
            <a:ext cx="0" cy="0"/>
          </a:xfrm>
        </p:spPr>
        <p:txBody>
          <a:bodyPr/>
          <a:lstStyle/>
          <a:p>
            <a:fld id="{70C12960-6E85-460F-B6E3-5B82CB31AF3D}" type="slidenum">
              <a:rPr lang="en-US" smtClean="0"/>
              <a:t>5</a:t>
            </a:fld>
            <a:endParaRPr lang="en-US"/>
          </a:p>
        </p:txBody>
      </p:sp>
      <p:sp>
        <p:nvSpPr>
          <p:cNvPr id="5" name="Footer Placeholder 4">
            <a:extLst>
              <a:ext uri="{FF2B5EF4-FFF2-40B4-BE49-F238E27FC236}">
                <a16:creationId xmlns:a16="http://schemas.microsoft.com/office/drawing/2014/main" id="{DE59B441-5E9E-28B3-DEE3-B8E6C91099C8}"/>
              </a:ext>
            </a:extLst>
          </p:cNvPr>
          <p:cNvSpPr>
            <a:spLocks noGrp="1"/>
          </p:cNvSpPr>
          <p:nvPr>
            <p:ph type="ftr" sz="quarter" idx="4294967295"/>
          </p:nvPr>
        </p:nvSpPr>
        <p:spPr>
          <a:xfrm>
            <a:off x="0" y="0"/>
            <a:ext cx="0" cy="0"/>
          </a:xfrm>
        </p:spPr>
        <p:txBody>
          <a:bodyPr/>
          <a:lstStyle/>
          <a:p>
            <a:r>
              <a:rPr lang="en-US"/>
              <a:t>
              </a:t>
            </a:r>
          </a:p>
        </p:txBody>
      </p:sp>
      <p:sp>
        <p:nvSpPr>
          <p:cNvPr id="4" name="Date Placeholder 3">
            <a:extLst>
              <a:ext uri="{FF2B5EF4-FFF2-40B4-BE49-F238E27FC236}">
                <a16:creationId xmlns:a16="http://schemas.microsoft.com/office/drawing/2014/main" id="{D55E20D4-6FEC-2FD5-1E61-C01BF5D3693E}"/>
              </a:ext>
            </a:extLst>
          </p:cNvPr>
          <p:cNvSpPr>
            <a:spLocks noGrp="1"/>
          </p:cNvSpPr>
          <p:nvPr>
            <p:ph type="dt" sz="half" idx="4294967295"/>
          </p:nvPr>
        </p:nvSpPr>
        <p:spPr>
          <a:xfrm>
            <a:off x="0" y="0"/>
            <a:ext cx="0" cy="0"/>
          </a:xfrm>
        </p:spPr>
        <p:txBody>
          <a:bodyPr/>
          <a:lstStyle/>
          <a:p>
            <a:fld id="{B36D1340-4D7A-4F1C-B752-3A31CD99E3D3}" type="datetime1">
              <a:rPr lang="en-US" smtClean="0"/>
              <a:t>4/15/2026</a:t>
            </a:fld>
            <a:endParaRPr lang="en-US"/>
          </a:p>
        </p:txBody>
      </p:sp>
    </p:spTree>
    <p:extLst>
      <p:ext uri="{BB962C8B-B14F-4D97-AF65-F5344CB8AC3E}">
        <p14:creationId xmlns:p14="http://schemas.microsoft.com/office/powerpoint/2010/main" val="15661508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 Data Preparation &amp; Classification</a:t>
            </a:r>
          </a:p>
        </p:txBody>
      </p:sp>
      <p:sp>
        <p:nvSpPr>
          <p:cNvPr id="3" name="Content Placeholder 2"/>
          <p:cNvSpPr>
            <a:spLocks noGrp="1"/>
          </p:cNvSpPr>
          <p:nvPr>
            <p:ph idx="4294967295"/>
          </p:nvPr>
        </p:nvSpPr>
        <p:spPr>
          <a:xfrm>
            <a:off x="960000" y="1401748"/>
            <a:ext cx="3729475" cy="5264165"/>
          </a:xfrm>
        </p:spPr>
        <p:txBody>
          <a:bodyPr vert="horz" lIns="91440" tIns="45720" rIns="91440" bIns="45720" numCol="1" rtlCol="0" anchor="t">
            <a:noAutofit/>
          </a:bodyPr>
          <a:lstStyle/>
          <a:p>
            <a:r>
              <a:rPr lang="en-US" sz="1400" dirty="0"/>
              <a:t>Dataset &amp; Processing</a:t>
            </a:r>
          </a:p>
          <a:p>
            <a:pPr lvl="1"/>
            <a:r>
              <a:rPr lang="en-US" sz="1200" dirty="0"/>
              <a:t>5,268 aviation accidents (1908–2009)</a:t>
            </a:r>
          </a:p>
          <a:p>
            <a:pPr lvl="1"/>
            <a:r>
              <a:rPr lang="en-US" sz="1200" dirty="0"/>
              <a:t>Extracted causes from crash summaries (unstructured text)</a:t>
            </a:r>
          </a:p>
          <a:p>
            <a:pPr lvl="1"/>
            <a:r>
              <a:rPr lang="en-US" sz="1200" dirty="0"/>
              <a:t>Classified into 11 contributing factor categories</a:t>
            </a:r>
          </a:p>
          <a:p>
            <a:endParaRPr lang="en-US" sz="1400" dirty="0"/>
          </a:p>
          <a:p>
            <a:r>
              <a:rPr lang="en-US" sz="1400" dirty="0"/>
              <a:t>Model Performance</a:t>
            </a:r>
          </a:p>
          <a:p>
            <a:pPr lvl="1"/>
            <a:r>
              <a:rPr lang="en-US" sz="1200" dirty="0"/>
              <a:t>Strong classification accuracy for major categories:</a:t>
            </a:r>
          </a:p>
          <a:p>
            <a:pPr lvl="1"/>
            <a:r>
              <a:rPr lang="en-US" sz="1200" dirty="0"/>
              <a:t>Weather (F1 ≈ 0.96)</a:t>
            </a:r>
          </a:p>
          <a:p>
            <a:pPr lvl="1"/>
            <a:r>
              <a:rPr lang="en-US" sz="1200" dirty="0"/>
              <a:t>CFIT (F1 ≈ 0.93)</a:t>
            </a:r>
          </a:p>
          <a:p>
            <a:pPr lvl="1"/>
            <a:endParaRPr lang="en-US" sz="1200" dirty="0"/>
          </a:p>
          <a:p>
            <a:r>
              <a:rPr lang="en-US" sz="1400" dirty="0"/>
              <a:t> Fire (F1 ≈ 0.91)</a:t>
            </a:r>
          </a:p>
          <a:p>
            <a:pPr lvl="1"/>
            <a:r>
              <a:rPr lang="en-US" sz="1200" dirty="0"/>
              <a:t>Lower accuracy in ambiguous categories (e.g., sabotage)</a:t>
            </a:r>
            <a:endParaRPr lang="en-US" sz="1400" dirty="0"/>
          </a:p>
          <a:p>
            <a:r>
              <a:rPr lang="en-US" sz="1400" dirty="0"/>
              <a:t>Validated using 358 Manually Labeled Subset</a:t>
            </a:r>
          </a:p>
          <a:p>
            <a:pPr lvl="1"/>
            <a:r>
              <a:rPr lang="en-US" sz="1200" dirty="0"/>
              <a:t>95% confidence interval sample size using Cochran's Sample Size Formula for Finite Populations</a:t>
            </a:r>
          </a:p>
        </p:txBody>
      </p:sp>
      <p:graphicFrame>
        <p:nvGraphicFramePr>
          <p:cNvPr id="7" name="Table 6">
            <a:extLst>
              <a:ext uri="{FF2B5EF4-FFF2-40B4-BE49-F238E27FC236}">
                <a16:creationId xmlns:a16="http://schemas.microsoft.com/office/drawing/2014/main" id="{0EBE8FF9-BEE9-2FA5-8E4E-E7AF581EA97A}"/>
              </a:ext>
            </a:extLst>
          </p:cNvPr>
          <p:cNvGraphicFramePr>
            <a:graphicFrameLocks noGrp="1"/>
          </p:cNvGraphicFramePr>
          <p:nvPr>
            <p:extLst>
              <p:ext uri="{D42A27DB-BD31-4B8C-83A1-F6EECF244321}">
                <p14:modId xmlns:p14="http://schemas.microsoft.com/office/powerpoint/2010/main" val="3571972781"/>
              </p:ext>
            </p:extLst>
          </p:nvPr>
        </p:nvGraphicFramePr>
        <p:xfrm>
          <a:off x="5348749" y="1401748"/>
          <a:ext cx="6587612" cy="4597402"/>
        </p:xfrm>
        <a:graphic>
          <a:graphicData uri="http://schemas.openxmlformats.org/drawingml/2006/table">
            <a:tbl>
              <a:tblPr firstRow="1" bandRow="1">
                <a:tableStyleId>{5C22544A-7EE6-4342-B048-85BDC9FD1C3A}</a:tableStyleId>
              </a:tblPr>
              <a:tblGrid>
                <a:gridCol w="869851">
                  <a:extLst>
                    <a:ext uri="{9D8B030D-6E8A-4147-A177-3AD203B41FA5}">
                      <a16:colId xmlns:a16="http://schemas.microsoft.com/office/drawing/2014/main" val="20000"/>
                    </a:ext>
                  </a:extLst>
                </a:gridCol>
                <a:gridCol w="869851">
                  <a:extLst>
                    <a:ext uri="{9D8B030D-6E8A-4147-A177-3AD203B41FA5}">
                      <a16:colId xmlns:a16="http://schemas.microsoft.com/office/drawing/2014/main" val="20001"/>
                    </a:ext>
                  </a:extLst>
                </a:gridCol>
                <a:gridCol w="869851">
                  <a:extLst>
                    <a:ext uri="{9D8B030D-6E8A-4147-A177-3AD203B41FA5}">
                      <a16:colId xmlns:a16="http://schemas.microsoft.com/office/drawing/2014/main" val="20002"/>
                    </a:ext>
                  </a:extLst>
                </a:gridCol>
                <a:gridCol w="869851">
                  <a:extLst>
                    <a:ext uri="{9D8B030D-6E8A-4147-A177-3AD203B41FA5}">
                      <a16:colId xmlns:a16="http://schemas.microsoft.com/office/drawing/2014/main" val="20003"/>
                    </a:ext>
                  </a:extLst>
                </a:gridCol>
                <a:gridCol w="869851">
                  <a:extLst>
                    <a:ext uri="{9D8B030D-6E8A-4147-A177-3AD203B41FA5}">
                      <a16:colId xmlns:a16="http://schemas.microsoft.com/office/drawing/2014/main" val="20004"/>
                    </a:ext>
                  </a:extLst>
                </a:gridCol>
                <a:gridCol w="869851">
                  <a:extLst>
                    <a:ext uri="{9D8B030D-6E8A-4147-A177-3AD203B41FA5}">
                      <a16:colId xmlns:a16="http://schemas.microsoft.com/office/drawing/2014/main" val="20005"/>
                    </a:ext>
                  </a:extLst>
                </a:gridCol>
                <a:gridCol w="498655">
                  <a:extLst>
                    <a:ext uri="{9D8B030D-6E8A-4147-A177-3AD203B41FA5}">
                      <a16:colId xmlns:a16="http://schemas.microsoft.com/office/drawing/2014/main" val="20006"/>
                    </a:ext>
                  </a:extLst>
                </a:gridCol>
                <a:gridCol w="869851">
                  <a:extLst>
                    <a:ext uri="{9D8B030D-6E8A-4147-A177-3AD203B41FA5}">
                      <a16:colId xmlns:a16="http://schemas.microsoft.com/office/drawing/2014/main" val="20007"/>
                    </a:ext>
                  </a:extLst>
                </a:gridCol>
              </a:tblGrid>
              <a:tr h="474336">
                <a:tc>
                  <a:txBody>
                    <a:bodyPr/>
                    <a:lstStyle/>
                    <a:p>
                      <a:r>
                        <a:rPr sz="1000"/>
                        <a:t>Category</a:t>
                      </a:r>
                    </a:p>
                  </a:txBody>
                  <a:tcPr/>
                </a:tc>
                <a:tc>
                  <a:txBody>
                    <a:bodyPr/>
                    <a:lstStyle/>
                    <a:p>
                      <a:r>
                        <a:rPr sz="1000"/>
                        <a:t>TP</a:t>
                      </a:r>
                    </a:p>
                  </a:txBody>
                  <a:tcPr/>
                </a:tc>
                <a:tc>
                  <a:txBody>
                    <a:bodyPr/>
                    <a:lstStyle/>
                    <a:p>
                      <a:r>
                        <a:rPr sz="1000"/>
                        <a:t>TN</a:t>
                      </a:r>
                    </a:p>
                  </a:txBody>
                  <a:tcPr/>
                </a:tc>
                <a:tc>
                  <a:txBody>
                    <a:bodyPr/>
                    <a:lstStyle/>
                    <a:p>
                      <a:r>
                        <a:rPr sz="1000"/>
                        <a:t>FP</a:t>
                      </a:r>
                    </a:p>
                  </a:txBody>
                  <a:tcPr/>
                </a:tc>
                <a:tc>
                  <a:txBody>
                    <a:bodyPr/>
                    <a:lstStyle/>
                    <a:p>
                      <a:r>
                        <a:rPr sz="1000"/>
                        <a:t>FN</a:t>
                      </a:r>
                    </a:p>
                  </a:txBody>
                  <a:tcPr/>
                </a:tc>
                <a:tc>
                  <a:txBody>
                    <a:bodyPr/>
                    <a:lstStyle/>
                    <a:p>
                      <a:r>
                        <a:rPr sz="1000"/>
                        <a:t>Precision</a:t>
                      </a:r>
                    </a:p>
                  </a:txBody>
                  <a:tcPr/>
                </a:tc>
                <a:tc>
                  <a:txBody>
                    <a:bodyPr/>
                    <a:lstStyle/>
                    <a:p>
                      <a:r>
                        <a:rPr sz="1000"/>
                        <a:t>Recall</a:t>
                      </a:r>
                    </a:p>
                  </a:txBody>
                  <a:tcPr/>
                </a:tc>
                <a:tc>
                  <a:txBody>
                    <a:bodyPr/>
                    <a:lstStyle/>
                    <a:p>
                      <a:r>
                        <a:rPr sz="1000"/>
                        <a:t>F1</a:t>
                      </a:r>
                    </a:p>
                  </a:txBody>
                  <a:tcPr/>
                </a:tc>
                <a:extLst>
                  <a:ext uri="{0D108BD9-81ED-4DB2-BD59-A6C34878D82A}">
                    <a16:rowId xmlns:a16="http://schemas.microsoft.com/office/drawing/2014/main" val="10000"/>
                  </a:ext>
                </a:extLst>
              </a:tr>
              <a:tr h="364873">
                <a:tc>
                  <a:txBody>
                    <a:bodyPr/>
                    <a:lstStyle/>
                    <a:p>
                      <a:r>
                        <a:rPr sz="1000"/>
                        <a:t>sabotage</a:t>
                      </a:r>
                    </a:p>
                  </a:txBody>
                  <a:tcPr/>
                </a:tc>
                <a:tc>
                  <a:txBody>
                    <a:bodyPr/>
                    <a:lstStyle/>
                    <a:p>
                      <a:r>
                        <a:rPr sz="1000"/>
                        <a:t>2</a:t>
                      </a:r>
                    </a:p>
                  </a:txBody>
                  <a:tcPr/>
                </a:tc>
                <a:tc>
                  <a:txBody>
                    <a:bodyPr/>
                    <a:lstStyle/>
                    <a:p>
                      <a:r>
                        <a:rPr sz="1000"/>
                        <a:t>353</a:t>
                      </a:r>
                    </a:p>
                  </a:txBody>
                  <a:tcPr/>
                </a:tc>
                <a:tc>
                  <a:txBody>
                    <a:bodyPr/>
                    <a:lstStyle/>
                    <a:p>
                      <a:r>
                        <a:rPr sz="1000"/>
                        <a:t>2</a:t>
                      </a:r>
                    </a:p>
                  </a:txBody>
                  <a:tcPr/>
                </a:tc>
                <a:tc>
                  <a:txBody>
                    <a:bodyPr/>
                    <a:lstStyle/>
                    <a:p>
                      <a:r>
                        <a:rPr sz="1000"/>
                        <a:t>1</a:t>
                      </a:r>
                    </a:p>
                  </a:txBody>
                  <a:tcPr/>
                </a:tc>
                <a:tc>
                  <a:txBody>
                    <a:bodyPr/>
                    <a:lstStyle/>
                    <a:p>
                      <a:r>
                        <a:rPr sz="1000"/>
                        <a:t>0.5</a:t>
                      </a:r>
                    </a:p>
                  </a:txBody>
                  <a:tcPr/>
                </a:tc>
                <a:tc>
                  <a:txBody>
                    <a:bodyPr/>
                    <a:lstStyle/>
                    <a:p>
                      <a:r>
                        <a:rPr sz="1000"/>
                        <a:t>0.667</a:t>
                      </a:r>
                    </a:p>
                  </a:txBody>
                  <a:tcPr/>
                </a:tc>
                <a:tc>
                  <a:txBody>
                    <a:bodyPr/>
                    <a:lstStyle/>
                    <a:p>
                      <a:r>
                        <a:rPr sz="1000"/>
                        <a:t>0.571</a:t>
                      </a:r>
                    </a:p>
                  </a:txBody>
                  <a:tcPr/>
                </a:tc>
                <a:extLst>
                  <a:ext uri="{0D108BD9-81ED-4DB2-BD59-A6C34878D82A}">
                    <a16:rowId xmlns:a16="http://schemas.microsoft.com/office/drawing/2014/main" val="10001"/>
                  </a:ext>
                </a:extLst>
              </a:tr>
              <a:tr h="364873">
                <a:tc>
                  <a:txBody>
                    <a:bodyPr/>
                    <a:lstStyle/>
                    <a:p>
                      <a:r>
                        <a:rPr sz="1000"/>
                        <a:t>shot down</a:t>
                      </a:r>
                    </a:p>
                  </a:txBody>
                  <a:tcPr/>
                </a:tc>
                <a:tc>
                  <a:txBody>
                    <a:bodyPr/>
                    <a:lstStyle/>
                    <a:p>
                      <a:r>
                        <a:rPr sz="1000"/>
                        <a:t>9</a:t>
                      </a:r>
                    </a:p>
                  </a:txBody>
                  <a:tcPr/>
                </a:tc>
                <a:tc>
                  <a:txBody>
                    <a:bodyPr/>
                    <a:lstStyle/>
                    <a:p>
                      <a:r>
                        <a:rPr sz="1000"/>
                        <a:t>345</a:t>
                      </a:r>
                    </a:p>
                  </a:txBody>
                  <a:tcPr/>
                </a:tc>
                <a:tc>
                  <a:txBody>
                    <a:bodyPr/>
                    <a:lstStyle/>
                    <a:p>
                      <a:r>
                        <a:rPr sz="1000"/>
                        <a:t>1</a:t>
                      </a:r>
                    </a:p>
                  </a:txBody>
                  <a:tcPr/>
                </a:tc>
                <a:tc>
                  <a:txBody>
                    <a:bodyPr/>
                    <a:lstStyle/>
                    <a:p>
                      <a:r>
                        <a:rPr sz="1000"/>
                        <a:t>3</a:t>
                      </a:r>
                    </a:p>
                  </a:txBody>
                  <a:tcPr/>
                </a:tc>
                <a:tc>
                  <a:txBody>
                    <a:bodyPr/>
                    <a:lstStyle/>
                    <a:p>
                      <a:r>
                        <a:rPr sz="1000"/>
                        <a:t>0.9</a:t>
                      </a:r>
                    </a:p>
                  </a:txBody>
                  <a:tcPr/>
                </a:tc>
                <a:tc>
                  <a:txBody>
                    <a:bodyPr/>
                    <a:lstStyle/>
                    <a:p>
                      <a:r>
                        <a:rPr sz="1000"/>
                        <a:t>0.75</a:t>
                      </a:r>
                    </a:p>
                  </a:txBody>
                  <a:tcPr/>
                </a:tc>
                <a:tc>
                  <a:txBody>
                    <a:bodyPr/>
                    <a:lstStyle/>
                    <a:p>
                      <a:r>
                        <a:rPr sz="1000"/>
                        <a:t>0.818</a:t>
                      </a:r>
                    </a:p>
                  </a:txBody>
                  <a:tcPr/>
                </a:tc>
                <a:extLst>
                  <a:ext uri="{0D108BD9-81ED-4DB2-BD59-A6C34878D82A}">
                    <a16:rowId xmlns:a16="http://schemas.microsoft.com/office/drawing/2014/main" val="10002"/>
                  </a:ext>
                </a:extLst>
              </a:tr>
              <a:tr h="364873">
                <a:tc>
                  <a:txBody>
                    <a:bodyPr/>
                    <a:lstStyle/>
                    <a:p>
                      <a:r>
                        <a:rPr sz="1000"/>
                        <a:t>fire</a:t>
                      </a:r>
                    </a:p>
                  </a:txBody>
                  <a:tcPr/>
                </a:tc>
                <a:tc>
                  <a:txBody>
                    <a:bodyPr/>
                    <a:lstStyle/>
                    <a:p>
                      <a:r>
                        <a:rPr sz="1000"/>
                        <a:t>44</a:t>
                      </a:r>
                    </a:p>
                  </a:txBody>
                  <a:tcPr/>
                </a:tc>
                <a:tc>
                  <a:txBody>
                    <a:bodyPr/>
                    <a:lstStyle/>
                    <a:p>
                      <a:r>
                        <a:rPr sz="1000"/>
                        <a:t>305</a:t>
                      </a:r>
                    </a:p>
                  </a:txBody>
                  <a:tcPr/>
                </a:tc>
                <a:tc>
                  <a:txBody>
                    <a:bodyPr/>
                    <a:lstStyle/>
                    <a:p>
                      <a:r>
                        <a:rPr sz="1000"/>
                        <a:t>9</a:t>
                      </a:r>
                    </a:p>
                  </a:txBody>
                  <a:tcPr/>
                </a:tc>
                <a:tc>
                  <a:txBody>
                    <a:bodyPr/>
                    <a:lstStyle/>
                    <a:p>
                      <a:r>
                        <a:rPr sz="1000"/>
                        <a:t>0</a:t>
                      </a:r>
                    </a:p>
                  </a:txBody>
                  <a:tcPr/>
                </a:tc>
                <a:tc>
                  <a:txBody>
                    <a:bodyPr/>
                    <a:lstStyle/>
                    <a:p>
                      <a:r>
                        <a:rPr sz="1000"/>
                        <a:t>0.83</a:t>
                      </a:r>
                    </a:p>
                  </a:txBody>
                  <a:tcPr/>
                </a:tc>
                <a:tc>
                  <a:txBody>
                    <a:bodyPr/>
                    <a:lstStyle/>
                    <a:p>
                      <a:r>
                        <a:rPr sz="1000"/>
                        <a:t>1.0</a:t>
                      </a:r>
                    </a:p>
                  </a:txBody>
                  <a:tcPr/>
                </a:tc>
                <a:tc>
                  <a:txBody>
                    <a:bodyPr/>
                    <a:lstStyle/>
                    <a:p>
                      <a:r>
                        <a:rPr sz="1000"/>
                        <a:t>0.907</a:t>
                      </a:r>
                    </a:p>
                  </a:txBody>
                  <a:tcPr/>
                </a:tc>
                <a:extLst>
                  <a:ext uri="{0D108BD9-81ED-4DB2-BD59-A6C34878D82A}">
                    <a16:rowId xmlns:a16="http://schemas.microsoft.com/office/drawing/2014/main" val="10003"/>
                  </a:ext>
                </a:extLst>
              </a:tr>
              <a:tr h="364873">
                <a:tc>
                  <a:txBody>
                    <a:bodyPr/>
                    <a:lstStyle/>
                    <a:p>
                      <a:r>
                        <a:rPr sz="1000"/>
                        <a:t>fuel</a:t>
                      </a:r>
                    </a:p>
                  </a:txBody>
                  <a:tcPr/>
                </a:tc>
                <a:tc>
                  <a:txBody>
                    <a:bodyPr/>
                    <a:lstStyle/>
                    <a:p>
                      <a:r>
                        <a:rPr sz="1000"/>
                        <a:t>8</a:t>
                      </a:r>
                    </a:p>
                  </a:txBody>
                  <a:tcPr/>
                </a:tc>
                <a:tc>
                  <a:txBody>
                    <a:bodyPr/>
                    <a:lstStyle/>
                    <a:p>
                      <a:r>
                        <a:rPr sz="1000"/>
                        <a:t>350</a:t>
                      </a:r>
                    </a:p>
                  </a:txBody>
                  <a:tcPr/>
                </a:tc>
                <a:tc>
                  <a:txBody>
                    <a:bodyPr/>
                    <a:lstStyle/>
                    <a:p>
                      <a:r>
                        <a:rPr sz="1000"/>
                        <a:t>0</a:t>
                      </a:r>
                    </a:p>
                  </a:txBody>
                  <a:tcPr/>
                </a:tc>
                <a:tc>
                  <a:txBody>
                    <a:bodyPr/>
                    <a:lstStyle/>
                    <a:p>
                      <a:r>
                        <a:rPr sz="1000"/>
                        <a:t>0</a:t>
                      </a:r>
                    </a:p>
                  </a:txBody>
                  <a:tcPr/>
                </a:tc>
                <a:tc>
                  <a:txBody>
                    <a:bodyPr/>
                    <a:lstStyle/>
                    <a:p>
                      <a:r>
                        <a:rPr sz="1000"/>
                        <a:t>1.0</a:t>
                      </a:r>
                    </a:p>
                  </a:txBody>
                  <a:tcPr/>
                </a:tc>
                <a:tc>
                  <a:txBody>
                    <a:bodyPr/>
                    <a:lstStyle/>
                    <a:p>
                      <a:r>
                        <a:rPr sz="1000"/>
                        <a:t>1.0</a:t>
                      </a:r>
                    </a:p>
                  </a:txBody>
                  <a:tcPr/>
                </a:tc>
                <a:tc>
                  <a:txBody>
                    <a:bodyPr/>
                    <a:lstStyle/>
                    <a:p>
                      <a:r>
                        <a:rPr sz="1000"/>
                        <a:t>1.0</a:t>
                      </a:r>
                    </a:p>
                  </a:txBody>
                  <a:tcPr/>
                </a:tc>
                <a:extLst>
                  <a:ext uri="{0D108BD9-81ED-4DB2-BD59-A6C34878D82A}">
                    <a16:rowId xmlns:a16="http://schemas.microsoft.com/office/drawing/2014/main" val="10004"/>
                  </a:ext>
                </a:extLst>
              </a:tr>
              <a:tr h="364873">
                <a:tc>
                  <a:txBody>
                    <a:bodyPr/>
                    <a:lstStyle/>
                    <a:p>
                      <a:r>
                        <a:rPr sz="1000"/>
                        <a:t>weather</a:t>
                      </a:r>
                    </a:p>
                  </a:txBody>
                  <a:tcPr/>
                </a:tc>
                <a:tc>
                  <a:txBody>
                    <a:bodyPr/>
                    <a:lstStyle/>
                    <a:p>
                      <a:r>
                        <a:rPr sz="1000"/>
                        <a:t>101</a:t>
                      </a:r>
                    </a:p>
                  </a:txBody>
                  <a:tcPr/>
                </a:tc>
                <a:tc>
                  <a:txBody>
                    <a:bodyPr/>
                    <a:lstStyle/>
                    <a:p>
                      <a:r>
                        <a:rPr sz="1000"/>
                        <a:t>249</a:t>
                      </a:r>
                    </a:p>
                  </a:txBody>
                  <a:tcPr/>
                </a:tc>
                <a:tc>
                  <a:txBody>
                    <a:bodyPr/>
                    <a:lstStyle/>
                    <a:p>
                      <a:r>
                        <a:rPr sz="1000"/>
                        <a:t>3</a:t>
                      </a:r>
                    </a:p>
                  </a:txBody>
                  <a:tcPr/>
                </a:tc>
                <a:tc>
                  <a:txBody>
                    <a:bodyPr/>
                    <a:lstStyle/>
                    <a:p>
                      <a:r>
                        <a:rPr sz="1000"/>
                        <a:t>5</a:t>
                      </a:r>
                    </a:p>
                  </a:txBody>
                  <a:tcPr/>
                </a:tc>
                <a:tc>
                  <a:txBody>
                    <a:bodyPr/>
                    <a:lstStyle/>
                    <a:p>
                      <a:r>
                        <a:rPr sz="1000"/>
                        <a:t>0.971</a:t>
                      </a:r>
                    </a:p>
                  </a:txBody>
                  <a:tcPr/>
                </a:tc>
                <a:tc>
                  <a:txBody>
                    <a:bodyPr/>
                    <a:lstStyle/>
                    <a:p>
                      <a:r>
                        <a:rPr sz="1000"/>
                        <a:t>0.953</a:t>
                      </a:r>
                    </a:p>
                  </a:txBody>
                  <a:tcPr/>
                </a:tc>
                <a:tc>
                  <a:txBody>
                    <a:bodyPr/>
                    <a:lstStyle/>
                    <a:p>
                      <a:r>
                        <a:rPr sz="1000"/>
                        <a:t>0.962</a:t>
                      </a:r>
                    </a:p>
                  </a:txBody>
                  <a:tcPr/>
                </a:tc>
                <a:extLst>
                  <a:ext uri="{0D108BD9-81ED-4DB2-BD59-A6C34878D82A}">
                    <a16:rowId xmlns:a16="http://schemas.microsoft.com/office/drawing/2014/main" val="10005"/>
                  </a:ext>
                </a:extLst>
              </a:tr>
              <a:tr h="364873">
                <a:tc>
                  <a:txBody>
                    <a:bodyPr/>
                    <a:lstStyle/>
                    <a:p>
                      <a:r>
                        <a:rPr sz="1000"/>
                        <a:t>collision</a:t>
                      </a:r>
                    </a:p>
                  </a:txBody>
                  <a:tcPr/>
                </a:tc>
                <a:tc>
                  <a:txBody>
                    <a:bodyPr/>
                    <a:lstStyle/>
                    <a:p>
                      <a:r>
                        <a:rPr sz="1000"/>
                        <a:t>11</a:t>
                      </a:r>
                    </a:p>
                  </a:txBody>
                  <a:tcPr/>
                </a:tc>
                <a:tc>
                  <a:txBody>
                    <a:bodyPr/>
                    <a:lstStyle/>
                    <a:p>
                      <a:r>
                        <a:rPr sz="1000"/>
                        <a:t>341</a:t>
                      </a:r>
                    </a:p>
                  </a:txBody>
                  <a:tcPr/>
                </a:tc>
                <a:tc>
                  <a:txBody>
                    <a:bodyPr/>
                    <a:lstStyle/>
                    <a:p>
                      <a:r>
                        <a:rPr sz="1000"/>
                        <a:t>4</a:t>
                      </a:r>
                    </a:p>
                  </a:txBody>
                  <a:tcPr/>
                </a:tc>
                <a:tc>
                  <a:txBody>
                    <a:bodyPr/>
                    <a:lstStyle/>
                    <a:p>
                      <a:r>
                        <a:rPr sz="1000"/>
                        <a:t>2</a:t>
                      </a:r>
                    </a:p>
                  </a:txBody>
                  <a:tcPr/>
                </a:tc>
                <a:tc>
                  <a:txBody>
                    <a:bodyPr/>
                    <a:lstStyle/>
                    <a:p>
                      <a:r>
                        <a:rPr sz="1000"/>
                        <a:t>0.733</a:t>
                      </a:r>
                    </a:p>
                  </a:txBody>
                  <a:tcPr/>
                </a:tc>
                <a:tc>
                  <a:txBody>
                    <a:bodyPr/>
                    <a:lstStyle/>
                    <a:p>
                      <a:r>
                        <a:rPr sz="1000"/>
                        <a:t>0.846</a:t>
                      </a:r>
                    </a:p>
                  </a:txBody>
                  <a:tcPr/>
                </a:tc>
                <a:tc>
                  <a:txBody>
                    <a:bodyPr/>
                    <a:lstStyle/>
                    <a:p>
                      <a:r>
                        <a:rPr sz="1000"/>
                        <a:t>0.786</a:t>
                      </a:r>
                    </a:p>
                  </a:txBody>
                  <a:tcPr/>
                </a:tc>
                <a:extLst>
                  <a:ext uri="{0D108BD9-81ED-4DB2-BD59-A6C34878D82A}">
                    <a16:rowId xmlns:a16="http://schemas.microsoft.com/office/drawing/2014/main" val="10006"/>
                  </a:ext>
                </a:extLst>
              </a:tr>
              <a:tr h="364873">
                <a:tc>
                  <a:txBody>
                    <a:bodyPr/>
                    <a:lstStyle/>
                    <a:p>
                      <a:r>
                        <a:rPr sz="1000"/>
                        <a:t>CFIT</a:t>
                      </a:r>
                    </a:p>
                  </a:txBody>
                  <a:tcPr/>
                </a:tc>
                <a:tc>
                  <a:txBody>
                    <a:bodyPr/>
                    <a:lstStyle/>
                    <a:p>
                      <a:r>
                        <a:rPr sz="1000"/>
                        <a:t>133</a:t>
                      </a:r>
                    </a:p>
                  </a:txBody>
                  <a:tcPr/>
                </a:tc>
                <a:tc>
                  <a:txBody>
                    <a:bodyPr/>
                    <a:lstStyle/>
                    <a:p>
                      <a:r>
                        <a:rPr sz="1000"/>
                        <a:t>204</a:t>
                      </a:r>
                    </a:p>
                  </a:txBody>
                  <a:tcPr/>
                </a:tc>
                <a:tc>
                  <a:txBody>
                    <a:bodyPr/>
                    <a:lstStyle/>
                    <a:p>
                      <a:r>
                        <a:rPr sz="1000"/>
                        <a:t>14</a:t>
                      </a:r>
                    </a:p>
                  </a:txBody>
                  <a:tcPr/>
                </a:tc>
                <a:tc>
                  <a:txBody>
                    <a:bodyPr/>
                    <a:lstStyle/>
                    <a:p>
                      <a:r>
                        <a:rPr sz="1000"/>
                        <a:t>7</a:t>
                      </a:r>
                    </a:p>
                  </a:txBody>
                  <a:tcPr/>
                </a:tc>
                <a:tc>
                  <a:txBody>
                    <a:bodyPr/>
                    <a:lstStyle/>
                    <a:p>
                      <a:r>
                        <a:rPr sz="1000"/>
                        <a:t>0.905</a:t>
                      </a:r>
                    </a:p>
                  </a:txBody>
                  <a:tcPr/>
                </a:tc>
                <a:tc>
                  <a:txBody>
                    <a:bodyPr/>
                    <a:lstStyle/>
                    <a:p>
                      <a:r>
                        <a:rPr sz="1000"/>
                        <a:t>0.95</a:t>
                      </a:r>
                    </a:p>
                  </a:txBody>
                  <a:tcPr/>
                </a:tc>
                <a:tc>
                  <a:txBody>
                    <a:bodyPr/>
                    <a:lstStyle/>
                    <a:p>
                      <a:r>
                        <a:rPr sz="1000"/>
                        <a:t>0.927</a:t>
                      </a:r>
                    </a:p>
                  </a:txBody>
                  <a:tcPr/>
                </a:tc>
                <a:extLst>
                  <a:ext uri="{0D108BD9-81ED-4DB2-BD59-A6C34878D82A}">
                    <a16:rowId xmlns:a16="http://schemas.microsoft.com/office/drawing/2014/main" val="10007"/>
                  </a:ext>
                </a:extLst>
              </a:tr>
              <a:tr h="364873">
                <a:tc>
                  <a:txBody>
                    <a:bodyPr/>
                    <a:lstStyle/>
                    <a:p>
                      <a:r>
                        <a:rPr sz="1000"/>
                        <a:t>mechanical</a:t>
                      </a:r>
                    </a:p>
                  </a:txBody>
                  <a:tcPr/>
                </a:tc>
                <a:tc>
                  <a:txBody>
                    <a:bodyPr/>
                    <a:lstStyle/>
                    <a:p>
                      <a:r>
                        <a:rPr sz="1000"/>
                        <a:t>73</a:t>
                      </a:r>
                    </a:p>
                  </a:txBody>
                  <a:tcPr/>
                </a:tc>
                <a:tc>
                  <a:txBody>
                    <a:bodyPr/>
                    <a:lstStyle/>
                    <a:p>
                      <a:r>
                        <a:rPr sz="1000"/>
                        <a:t>244</a:t>
                      </a:r>
                    </a:p>
                  </a:txBody>
                  <a:tcPr/>
                </a:tc>
                <a:tc>
                  <a:txBody>
                    <a:bodyPr/>
                    <a:lstStyle/>
                    <a:p>
                      <a:r>
                        <a:rPr sz="1000"/>
                        <a:t>28</a:t>
                      </a:r>
                    </a:p>
                  </a:txBody>
                  <a:tcPr/>
                </a:tc>
                <a:tc>
                  <a:txBody>
                    <a:bodyPr/>
                    <a:lstStyle/>
                    <a:p>
                      <a:r>
                        <a:rPr sz="1000"/>
                        <a:t>13</a:t>
                      </a:r>
                    </a:p>
                  </a:txBody>
                  <a:tcPr/>
                </a:tc>
                <a:tc>
                  <a:txBody>
                    <a:bodyPr/>
                    <a:lstStyle/>
                    <a:p>
                      <a:r>
                        <a:rPr sz="1000"/>
                        <a:t>0.723</a:t>
                      </a:r>
                    </a:p>
                  </a:txBody>
                  <a:tcPr/>
                </a:tc>
                <a:tc>
                  <a:txBody>
                    <a:bodyPr/>
                    <a:lstStyle/>
                    <a:p>
                      <a:r>
                        <a:rPr sz="1000"/>
                        <a:t>0.849</a:t>
                      </a:r>
                    </a:p>
                  </a:txBody>
                  <a:tcPr/>
                </a:tc>
                <a:tc>
                  <a:txBody>
                    <a:bodyPr/>
                    <a:lstStyle/>
                    <a:p>
                      <a:r>
                        <a:rPr sz="1000"/>
                        <a:t>0.781</a:t>
                      </a:r>
                    </a:p>
                  </a:txBody>
                  <a:tcPr/>
                </a:tc>
                <a:extLst>
                  <a:ext uri="{0D108BD9-81ED-4DB2-BD59-A6C34878D82A}">
                    <a16:rowId xmlns:a16="http://schemas.microsoft.com/office/drawing/2014/main" val="10008"/>
                  </a:ext>
                </a:extLst>
              </a:tr>
              <a:tr h="364873">
                <a:tc>
                  <a:txBody>
                    <a:bodyPr/>
                    <a:lstStyle/>
                    <a:p>
                      <a:r>
                        <a:rPr sz="1000"/>
                        <a:t>pilot error</a:t>
                      </a:r>
                    </a:p>
                  </a:txBody>
                  <a:tcPr/>
                </a:tc>
                <a:tc>
                  <a:txBody>
                    <a:bodyPr/>
                    <a:lstStyle/>
                    <a:p>
                      <a:r>
                        <a:rPr sz="1000"/>
                        <a:t>73</a:t>
                      </a:r>
                    </a:p>
                  </a:txBody>
                  <a:tcPr/>
                </a:tc>
                <a:tc>
                  <a:txBody>
                    <a:bodyPr/>
                    <a:lstStyle/>
                    <a:p>
                      <a:r>
                        <a:rPr sz="1000"/>
                        <a:t>249</a:t>
                      </a:r>
                    </a:p>
                  </a:txBody>
                  <a:tcPr/>
                </a:tc>
                <a:tc>
                  <a:txBody>
                    <a:bodyPr/>
                    <a:lstStyle/>
                    <a:p>
                      <a:r>
                        <a:rPr sz="1000"/>
                        <a:t>8</a:t>
                      </a:r>
                    </a:p>
                  </a:txBody>
                  <a:tcPr/>
                </a:tc>
                <a:tc>
                  <a:txBody>
                    <a:bodyPr/>
                    <a:lstStyle/>
                    <a:p>
                      <a:r>
                        <a:rPr sz="1000"/>
                        <a:t>28</a:t>
                      </a:r>
                    </a:p>
                  </a:txBody>
                  <a:tcPr/>
                </a:tc>
                <a:tc>
                  <a:txBody>
                    <a:bodyPr/>
                    <a:lstStyle/>
                    <a:p>
                      <a:r>
                        <a:rPr sz="1000"/>
                        <a:t>0.901</a:t>
                      </a:r>
                    </a:p>
                  </a:txBody>
                  <a:tcPr/>
                </a:tc>
                <a:tc>
                  <a:txBody>
                    <a:bodyPr/>
                    <a:lstStyle/>
                    <a:p>
                      <a:r>
                        <a:rPr sz="1000"/>
                        <a:t>0.723</a:t>
                      </a:r>
                    </a:p>
                  </a:txBody>
                  <a:tcPr/>
                </a:tc>
                <a:tc>
                  <a:txBody>
                    <a:bodyPr/>
                    <a:lstStyle/>
                    <a:p>
                      <a:r>
                        <a:rPr sz="1000"/>
                        <a:t>0.802</a:t>
                      </a:r>
                    </a:p>
                  </a:txBody>
                  <a:tcPr/>
                </a:tc>
                <a:extLst>
                  <a:ext uri="{0D108BD9-81ED-4DB2-BD59-A6C34878D82A}">
                    <a16:rowId xmlns:a16="http://schemas.microsoft.com/office/drawing/2014/main" val="10009"/>
                  </a:ext>
                </a:extLst>
              </a:tr>
              <a:tr h="474336">
                <a:tc>
                  <a:txBody>
                    <a:bodyPr/>
                    <a:lstStyle/>
                    <a:p>
                      <a:r>
                        <a:rPr sz="1000"/>
                        <a:t>undetermined</a:t>
                      </a:r>
                    </a:p>
                  </a:txBody>
                  <a:tcPr/>
                </a:tc>
                <a:tc>
                  <a:txBody>
                    <a:bodyPr/>
                    <a:lstStyle/>
                    <a:p>
                      <a:r>
                        <a:rPr sz="1000"/>
                        <a:t>6</a:t>
                      </a:r>
                    </a:p>
                  </a:txBody>
                  <a:tcPr/>
                </a:tc>
                <a:tc>
                  <a:txBody>
                    <a:bodyPr/>
                    <a:lstStyle/>
                    <a:p>
                      <a:r>
                        <a:rPr sz="1000"/>
                        <a:t>351</a:t>
                      </a:r>
                    </a:p>
                  </a:txBody>
                  <a:tcPr/>
                </a:tc>
                <a:tc>
                  <a:txBody>
                    <a:bodyPr/>
                    <a:lstStyle/>
                    <a:p>
                      <a:r>
                        <a:rPr sz="1000"/>
                        <a:t>0</a:t>
                      </a:r>
                    </a:p>
                  </a:txBody>
                  <a:tcPr/>
                </a:tc>
                <a:tc>
                  <a:txBody>
                    <a:bodyPr/>
                    <a:lstStyle/>
                    <a:p>
                      <a:r>
                        <a:rPr sz="1000"/>
                        <a:t>1</a:t>
                      </a:r>
                    </a:p>
                  </a:txBody>
                  <a:tcPr/>
                </a:tc>
                <a:tc>
                  <a:txBody>
                    <a:bodyPr/>
                    <a:lstStyle/>
                    <a:p>
                      <a:r>
                        <a:rPr sz="1000"/>
                        <a:t>1.0</a:t>
                      </a:r>
                    </a:p>
                  </a:txBody>
                  <a:tcPr/>
                </a:tc>
                <a:tc>
                  <a:txBody>
                    <a:bodyPr/>
                    <a:lstStyle/>
                    <a:p>
                      <a:r>
                        <a:rPr sz="1000"/>
                        <a:t>0.857</a:t>
                      </a:r>
                    </a:p>
                  </a:txBody>
                  <a:tcPr/>
                </a:tc>
                <a:tc>
                  <a:txBody>
                    <a:bodyPr/>
                    <a:lstStyle/>
                    <a:p>
                      <a:r>
                        <a:rPr sz="1000"/>
                        <a:t>0.923</a:t>
                      </a:r>
                    </a:p>
                  </a:txBody>
                  <a:tcPr/>
                </a:tc>
                <a:extLst>
                  <a:ext uri="{0D108BD9-81ED-4DB2-BD59-A6C34878D82A}">
                    <a16:rowId xmlns:a16="http://schemas.microsoft.com/office/drawing/2014/main" val="10010"/>
                  </a:ext>
                </a:extLst>
              </a:tr>
              <a:tr h="364873">
                <a:tc>
                  <a:txBody>
                    <a:bodyPr/>
                    <a:lstStyle/>
                    <a:p>
                      <a:r>
                        <a:rPr sz="1000"/>
                        <a:t>unknown</a:t>
                      </a:r>
                    </a:p>
                  </a:txBody>
                  <a:tcPr/>
                </a:tc>
                <a:tc>
                  <a:txBody>
                    <a:bodyPr/>
                    <a:lstStyle/>
                    <a:p>
                      <a:r>
                        <a:rPr sz="1000"/>
                        <a:t>50</a:t>
                      </a:r>
                    </a:p>
                  </a:txBody>
                  <a:tcPr/>
                </a:tc>
                <a:tc>
                  <a:txBody>
                    <a:bodyPr/>
                    <a:lstStyle/>
                    <a:p>
                      <a:r>
                        <a:rPr sz="1000"/>
                        <a:t>288</a:t>
                      </a:r>
                    </a:p>
                  </a:txBody>
                  <a:tcPr/>
                </a:tc>
                <a:tc>
                  <a:txBody>
                    <a:bodyPr/>
                    <a:lstStyle/>
                    <a:p>
                      <a:r>
                        <a:rPr sz="1000"/>
                        <a:t>19</a:t>
                      </a:r>
                    </a:p>
                  </a:txBody>
                  <a:tcPr/>
                </a:tc>
                <a:tc>
                  <a:txBody>
                    <a:bodyPr/>
                    <a:lstStyle/>
                    <a:p>
                      <a:r>
                        <a:rPr sz="1000"/>
                        <a:t>1</a:t>
                      </a:r>
                    </a:p>
                  </a:txBody>
                  <a:tcPr/>
                </a:tc>
                <a:tc>
                  <a:txBody>
                    <a:bodyPr/>
                    <a:lstStyle/>
                    <a:p>
                      <a:r>
                        <a:rPr sz="1000"/>
                        <a:t>0.725</a:t>
                      </a:r>
                    </a:p>
                  </a:txBody>
                  <a:tcPr/>
                </a:tc>
                <a:tc>
                  <a:txBody>
                    <a:bodyPr/>
                    <a:lstStyle/>
                    <a:p>
                      <a:r>
                        <a:rPr sz="1000"/>
                        <a:t>0.98</a:t>
                      </a:r>
                    </a:p>
                  </a:txBody>
                  <a:tcPr/>
                </a:tc>
                <a:tc>
                  <a:txBody>
                    <a:bodyPr/>
                    <a:lstStyle/>
                    <a:p>
                      <a:r>
                        <a:rPr sz="1000"/>
                        <a:t>0.833</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0004830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9A92F55C-3C37-14F9-88C1-D68F9989782F}"/>
              </a:ext>
            </a:extLst>
          </p:cNvPr>
          <p:cNvSpPr>
            <a:spLocks noGrp="1"/>
          </p:cNvSpPr>
          <p:nvPr>
            <p:ph type="title"/>
          </p:nvPr>
        </p:nvSpPr>
        <p:spPr/>
        <p:txBody>
          <a:bodyPr/>
          <a:lstStyle/>
          <a:p>
            <a:r>
              <a:rPr lang="en-US">
                <a:ea typeface="+mj-lt"/>
                <a:cs typeface="+mj-lt"/>
              </a:rPr>
              <a:t>Causal Modeling Approach</a:t>
            </a:r>
            <a:endParaRPr lang="en-US"/>
          </a:p>
        </p:txBody>
      </p:sp>
      <p:sp>
        <p:nvSpPr>
          <p:cNvPr id="6" name="Slide Number Placeholder 5">
            <a:extLst>
              <a:ext uri="{FF2B5EF4-FFF2-40B4-BE49-F238E27FC236}">
                <a16:creationId xmlns:a16="http://schemas.microsoft.com/office/drawing/2014/main" id="{A935F354-79EB-3951-7A27-86A724977146}"/>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70C12960-6E85-460F-B6E3-5B82CB31AF3D}" type="slidenum">
              <a:rPr lang="en-US" smtClean="0"/>
              <a:pPr>
                <a:spcAft>
                  <a:spcPts val="600"/>
                </a:spcAft>
              </a:pPr>
              <a:t>7</a:t>
            </a:fld>
            <a:endParaRPr lang="en-US"/>
          </a:p>
        </p:txBody>
      </p:sp>
      <p:sp>
        <p:nvSpPr>
          <p:cNvPr id="5" name="Footer Placeholder 4">
            <a:extLst>
              <a:ext uri="{FF2B5EF4-FFF2-40B4-BE49-F238E27FC236}">
                <a16:creationId xmlns:a16="http://schemas.microsoft.com/office/drawing/2014/main" id="{4F576495-92D4-5DF7-AA0F-740B23002DFC}"/>
              </a:ext>
            </a:extLst>
          </p:cNvPr>
          <p:cNvSpPr>
            <a:spLocks noGrp="1"/>
          </p:cNvSpPr>
          <p:nvPr>
            <p:ph type="ftr" sz="quarter" idx="4294967295"/>
          </p:nvPr>
        </p:nvSpPr>
        <p:spPr>
          <a:xfrm>
            <a:off x="0" y="0"/>
            <a:ext cx="0" cy="0"/>
          </a:xfrm>
        </p:spPr>
        <p:txBody>
          <a:bodyPr anchor="ctr">
            <a:normAutofit fontScale="25000" lnSpcReduction="20000"/>
          </a:bodyPr>
          <a:lstStyle/>
          <a:p>
            <a:pPr>
              <a:lnSpc>
                <a:spcPct val="90000"/>
              </a:lnSpc>
              <a:spcAft>
                <a:spcPts val="600"/>
              </a:spcAft>
            </a:pPr>
            <a:r>
              <a:rPr lang="en-US" sz="700"/>
              <a:t>
              </a:t>
            </a:r>
          </a:p>
        </p:txBody>
      </p:sp>
      <p:sp>
        <p:nvSpPr>
          <p:cNvPr id="4" name="Date Placeholder 3">
            <a:extLst>
              <a:ext uri="{FF2B5EF4-FFF2-40B4-BE49-F238E27FC236}">
                <a16:creationId xmlns:a16="http://schemas.microsoft.com/office/drawing/2014/main" id="{E80F73A6-89EF-AA4C-0A16-6EF7FD4979B0}"/>
              </a:ext>
            </a:extLst>
          </p:cNvPr>
          <p:cNvSpPr>
            <a:spLocks noGrp="1"/>
          </p:cNvSpPr>
          <p:nvPr>
            <p:ph type="dt" sz="half" idx="4294967295"/>
          </p:nvPr>
        </p:nvSpPr>
        <p:spPr>
          <a:xfrm>
            <a:off x="0" y="0"/>
            <a:ext cx="0" cy="0"/>
          </a:xfrm>
        </p:spPr>
        <p:txBody>
          <a:bodyPr anchor="ctr">
            <a:normAutofit fontScale="25000" lnSpcReduction="20000"/>
          </a:bodyPr>
          <a:lstStyle/>
          <a:p>
            <a:pPr>
              <a:spcAft>
                <a:spcPts val="600"/>
              </a:spcAft>
            </a:pPr>
            <a:fld id="{8C573B9C-2128-4DA1-8609-217BB89FAC47}" type="datetime1">
              <a:rPr lang="en-US" smtClean="0"/>
              <a:pPr>
                <a:spcAft>
                  <a:spcPts val="600"/>
                </a:spcAft>
              </a:pPr>
              <a:t>4/15/2026</a:t>
            </a:fld>
            <a:endParaRPr lang="en-US"/>
          </a:p>
        </p:txBody>
      </p:sp>
      <p:pic>
        <p:nvPicPr>
          <p:cNvPr id="8" name="Content Placeholder 7" descr="A diagram of a fire engine&#10;&#10;AI-generated content may be incorrect.">
            <a:extLst>
              <a:ext uri="{FF2B5EF4-FFF2-40B4-BE49-F238E27FC236}">
                <a16:creationId xmlns:a16="http://schemas.microsoft.com/office/drawing/2014/main" id="{B6BBAB70-EFBC-A547-B7B1-23443820A961}"/>
              </a:ext>
            </a:extLst>
          </p:cNvPr>
          <p:cNvPicPr>
            <a:picLocks noGrp="1" noChangeAspect="1"/>
          </p:cNvPicPr>
          <p:nvPr>
            <p:ph sz="quarter" idx="4294967295"/>
          </p:nvPr>
        </p:nvPicPr>
        <p:blipFill>
          <a:blip r:embed="rId4"/>
          <a:stretch>
            <a:fillRect/>
          </a:stretch>
        </p:blipFill>
        <p:spPr>
          <a:xfrm>
            <a:off x="7008813" y="2414588"/>
            <a:ext cx="5183187" cy="3194050"/>
          </a:xfrm>
          <a:prstGeom prst="rect">
            <a:avLst/>
          </a:prstGeom>
        </p:spPr>
      </p:pic>
      <p:graphicFrame>
        <p:nvGraphicFramePr>
          <p:cNvPr id="7" name="Content Placeholder 6">
            <a:extLst>
              <a:ext uri="{FF2B5EF4-FFF2-40B4-BE49-F238E27FC236}">
                <a16:creationId xmlns:a16="http://schemas.microsoft.com/office/drawing/2014/main" id="{4DD0D469-06D2-F473-570D-B4D356724336}"/>
              </a:ext>
            </a:extLst>
          </p:cNvPr>
          <p:cNvGraphicFramePr>
            <a:graphicFrameLocks noGrp="1"/>
          </p:cNvGraphicFramePr>
          <p:nvPr>
            <p:ph sz="half" idx="4294967295"/>
            <p:extLst>
              <p:ext uri="{D42A27DB-BD31-4B8C-83A1-F6EECF244321}">
                <p14:modId xmlns:p14="http://schemas.microsoft.com/office/powerpoint/2010/main" val="1142208635"/>
              </p:ext>
            </p:extLst>
          </p:nvPr>
        </p:nvGraphicFramePr>
        <p:xfrm>
          <a:off x="1575661" y="2414588"/>
          <a:ext cx="5084763" cy="38782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9" name="Arrow: Curved Down 8">
            <a:extLst>
              <a:ext uri="{FF2B5EF4-FFF2-40B4-BE49-F238E27FC236}">
                <a16:creationId xmlns:a16="http://schemas.microsoft.com/office/drawing/2014/main" id="{F2A2ECB9-15CF-736D-F4A4-8D14F13A382D}"/>
              </a:ext>
            </a:extLst>
          </p:cNvPr>
          <p:cNvSpPr/>
          <p:nvPr/>
        </p:nvSpPr>
        <p:spPr>
          <a:xfrm flipH="1">
            <a:off x="3061252" y="2643304"/>
            <a:ext cx="2232681" cy="716122"/>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79A647F6-56FA-5567-24C4-3D25EA67C9D2}"/>
              </a:ext>
            </a:extLst>
          </p:cNvPr>
          <p:cNvSpPr txBox="1"/>
          <p:nvPr/>
        </p:nvSpPr>
        <p:spPr>
          <a:xfrm>
            <a:off x="2065751" y="1996811"/>
            <a:ext cx="3190461" cy="338554"/>
          </a:xfrm>
          <a:prstGeom prst="rect">
            <a:avLst/>
          </a:prstGeom>
          <a:noFill/>
        </p:spPr>
        <p:txBody>
          <a:bodyPr wrap="square" rtlCol="0">
            <a:spAutoFit/>
          </a:bodyPr>
          <a:lstStyle/>
          <a:p>
            <a:pPr algn="ctr"/>
            <a:r>
              <a:rPr lang="en-US" sz="1600"/>
              <a:t>Update Assumptions in Model</a:t>
            </a:r>
          </a:p>
        </p:txBody>
      </p:sp>
    </p:spTree>
    <p:extLst>
      <p:ext uri="{BB962C8B-B14F-4D97-AF65-F5344CB8AC3E}">
        <p14:creationId xmlns:p14="http://schemas.microsoft.com/office/powerpoint/2010/main" val="23631092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A2CD3-BB58-207F-368E-DA31F803250C}"/>
              </a:ext>
            </a:extLst>
          </p:cNvPr>
          <p:cNvSpPr>
            <a:spLocks noGrp="1"/>
          </p:cNvSpPr>
          <p:nvPr>
            <p:ph type="title"/>
          </p:nvPr>
        </p:nvSpPr>
        <p:spPr/>
        <p:txBody>
          <a:bodyPr>
            <a:normAutofit/>
          </a:bodyPr>
          <a:lstStyle/>
          <a:p>
            <a:r>
              <a:rPr lang="en-US"/>
              <a:t>Why FCI vs PC Algorithm for Causal Discovery</a:t>
            </a:r>
          </a:p>
        </p:txBody>
      </p:sp>
      <p:sp>
        <p:nvSpPr>
          <p:cNvPr id="3" name="Text Placeholder 2">
            <a:extLst>
              <a:ext uri="{FF2B5EF4-FFF2-40B4-BE49-F238E27FC236}">
                <a16:creationId xmlns:a16="http://schemas.microsoft.com/office/drawing/2014/main" id="{E7AA9F4E-1C13-C340-25FC-CC7EEE2635D3}"/>
              </a:ext>
            </a:extLst>
          </p:cNvPr>
          <p:cNvSpPr>
            <a:spLocks noGrp="1"/>
          </p:cNvSpPr>
          <p:nvPr>
            <p:ph type="body" idx="1"/>
          </p:nvPr>
        </p:nvSpPr>
        <p:spPr/>
        <p:txBody>
          <a:bodyPr/>
          <a:lstStyle/>
          <a:p>
            <a:r>
              <a:rPr lang="en-US"/>
              <a:t>FCI vs KCI</a:t>
            </a:r>
          </a:p>
        </p:txBody>
      </p:sp>
      <p:sp>
        <p:nvSpPr>
          <p:cNvPr id="9" name="Slide Number Placeholder 8">
            <a:extLst>
              <a:ext uri="{FF2B5EF4-FFF2-40B4-BE49-F238E27FC236}">
                <a16:creationId xmlns:a16="http://schemas.microsoft.com/office/drawing/2014/main" id="{FDCDD569-06DC-2804-D5A5-9EBA0B610190}"/>
              </a:ext>
            </a:extLst>
          </p:cNvPr>
          <p:cNvSpPr>
            <a:spLocks noGrp="1"/>
          </p:cNvSpPr>
          <p:nvPr>
            <p:ph type="sldNum" sz="quarter" idx="4294967295"/>
          </p:nvPr>
        </p:nvSpPr>
        <p:spPr>
          <a:xfrm>
            <a:off x="0" y="0"/>
            <a:ext cx="0" cy="0"/>
          </a:xfrm>
        </p:spPr>
        <p:txBody>
          <a:bodyPr/>
          <a:lstStyle/>
          <a:p>
            <a:fld id="{70C12960-6E85-460F-B6E3-5B82CB31AF3D}" type="slidenum">
              <a:rPr lang="en-US" smtClean="0"/>
              <a:t>8</a:t>
            </a:fld>
            <a:endParaRPr lang="en-US"/>
          </a:p>
        </p:txBody>
      </p:sp>
      <p:sp>
        <p:nvSpPr>
          <p:cNvPr id="8" name="Footer Placeholder 7">
            <a:extLst>
              <a:ext uri="{FF2B5EF4-FFF2-40B4-BE49-F238E27FC236}">
                <a16:creationId xmlns:a16="http://schemas.microsoft.com/office/drawing/2014/main" id="{0FEA6B2F-529D-3AAA-E6C8-3977E4490192}"/>
              </a:ext>
            </a:extLst>
          </p:cNvPr>
          <p:cNvSpPr>
            <a:spLocks noGrp="1"/>
          </p:cNvSpPr>
          <p:nvPr>
            <p:ph type="ftr" sz="quarter" idx="4294967295"/>
          </p:nvPr>
        </p:nvSpPr>
        <p:spPr>
          <a:xfrm>
            <a:off x="0" y="0"/>
            <a:ext cx="0" cy="0"/>
          </a:xfrm>
        </p:spPr>
        <p:txBody>
          <a:bodyPr/>
          <a:lstStyle/>
          <a:p>
            <a:r>
              <a:rPr lang="en-US"/>
              <a:t>
              </a:t>
            </a:r>
          </a:p>
        </p:txBody>
      </p:sp>
      <p:sp>
        <p:nvSpPr>
          <p:cNvPr id="7" name="Date Placeholder 6">
            <a:extLst>
              <a:ext uri="{FF2B5EF4-FFF2-40B4-BE49-F238E27FC236}">
                <a16:creationId xmlns:a16="http://schemas.microsoft.com/office/drawing/2014/main" id="{397FB4A3-17C1-F4C5-E232-E7BD56AEAF48}"/>
              </a:ext>
            </a:extLst>
          </p:cNvPr>
          <p:cNvSpPr>
            <a:spLocks noGrp="1"/>
          </p:cNvSpPr>
          <p:nvPr>
            <p:ph type="dt" sz="half" idx="4294967295"/>
          </p:nvPr>
        </p:nvSpPr>
        <p:spPr>
          <a:xfrm>
            <a:off x="0" y="0"/>
            <a:ext cx="0" cy="0"/>
          </a:xfrm>
        </p:spPr>
        <p:txBody>
          <a:bodyPr/>
          <a:lstStyle/>
          <a:p>
            <a:fld id="{8BBF3D0C-86A4-4D2B-BE37-7A5A94C71394}" type="datetime1">
              <a:rPr lang="en-US" smtClean="0"/>
              <a:t>4/15/2026</a:t>
            </a:fld>
            <a:endParaRPr lang="en-US"/>
          </a:p>
        </p:txBody>
      </p:sp>
      <p:sp>
        <p:nvSpPr>
          <p:cNvPr id="4" name="Content Placeholder 3">
            <a:extLst>
              <a:ext uri="{FF2B5EF4-FFF2-40B4-BE49-F238E27FC236}">
                <a16:creationId xmlns:a16="http://schemas.microsoft.com/office/drawing/2014/main" id="{2F58DE29-6F99-2A40-8F67-1187B541D2BE}"/>
              </a:ext>
            </a:extLst>
          </p:cNvPr>
          <p:cNvSpPr>
            <a:spLocks noGrp="1"/>
          </p:cNvSpPr>
          <p:nvPr>
            <p:ph sz="half" idx="4294967295"/>
          </p:nvPr>
        </p:nvSpPr>
        <p:spPr>
          <a:xfrm>
            <a:off x="1011237" y="2443620"/>
            <a:ext cx="5084763" cy="3182938"/>
          </a:xfrm>
        </p:spPr>
        <p:txBody>
          <a:bodyPr/>
          <a:lstStyle/>
          <a:p>
            <a:r>
              <a:rPr lang="en-US"/>
              <a:t>Used FCI with Chi-Square Algorithm to find PAG</a:t>
            </a:r>
          </a:p>
          <a:p>
            <a:pPr lvl="1"/>
            <a:r>
              <a:rPr lang="en-US"/>
              <a:t>Chi-Square algorithm, works with binary system used to process data.</a:t>
            </a:r>
          </a:p>
          <a:p>
            <a:pPr lvl="1"/>
            <a:r>
              <a:rPr lang="en-US"/>
              <a:t>KCI would allow for non-binary values but is prohibitively expensive to compute.</a:t>
            </a:r>
          </a:p>
          <a:p>
            <a:pPr lvl="1"/>
            <a:r>
              <a:rPr lang="en-US"/>
              <a:t>O(n*k) vs O(n)^3</a:t>
            </a:r>
          </a:p>
        </p:txBody>
      </p:sp>
    </p:spTree>
    <p:extLst>
      <p:ext uri="{BB962C8B-B14F-4D97-AF65-F5344CB8AC3E}">
        <p14:creationId xmlns:p14="http://schemas.microsoft.com/office/powerpoint/2010/main" val="13291235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5B25-C581-E6EA-1A1E-7BB05BA5A739}"/>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22526D72-F309-E940-7225-2D069C0261B0}"/>
              </a:ext>
            </a:extLst>
          </p:cNvPr>
          <p:cNvSpPr>
            <a:spLocks noGrp="1"/>
          </p:cNvSpPr>
          <p:nvPr>
            <p:ph type="title"/>
          </p:nvPr>
        </p:nvSpPr>
        <p:spPr/>
        <p:txBody>
          <a:bodyPr anchor="t">
            <a:normAutofit/>
          </a:bodyPr>
          <a:lstStyle/>
          <a:p>
            <a:r>
              <a:rPr lang="en-US"/>
              <a:t>Assumptions</a:t>
            </a:r>
          </a:p>
        </p:txBody>
      </p:sp>
      <p:sp>
        <p:nvSpPr>
          <p:cNvPr id="6" name="Slide Number Placeholder 5">
            <a:extLst>
              <a:ext uri="{FF2B5EF4-FFF2-40B4-BE49-F238E27FC236}">
                <a16:creationId xmlns:a16="http://schemas.microsoft.com/office/drawing/2014/main" id="{A327DCDE-9447-BEA8-C93A-C22276BE6406}"/>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70C12960-6E85-460F-B6E3-5B82CB31AF3D}" type="slidenum">
              <a:rPr lang="en-US" smtClean="0"/>
              <a:pPr>
                <a:spcAft>
                  <a:spcPts val="600"/>
                </a:spcAft>
              </a:pPr>
              <a:t>9</a:t>
            </a:fld>
            <a:endParaRPr lang="en-US"/>
          </a:p>
        </p:txBody>
      </p:sp>
      <p:sp>
        <p:nvSpPr>
          <p:cNvPr id="5" name="Footer Placeholder 4">
            <a:extLst>
              <a:ext uri="{FF2B5EF4-FFF2-40B4-BE49-F238E27FC236}">
                <a16:creationId xmlns:a16="http://schemas.microsoft.com/office/drawing/2014/main" id="{B773E2DC-C6FF-D946-B5AF-74E4B041F899}"/>
              </a:ext>
            </a:extLst>
          </p:cNvPr>
          <p:cNvSpPr>
            <a:spLocks noGrp="1"/>
          </p:cNvSpPr>
          <p:nvPr>
            <p:ph type="ftr" sz="quarter" idx="4294967295"/>
          </p:nvPr>
        </p:nvSpPr>
        <p:spPr>
          <a:xfrm>
            <a:off x="0" y="0"/>
            <a:ext cx="0" cy="0"/>
          </a:xfrm>
        </p:spPr>
        <p:txBody>
          <a:bodyPr anchor="ctr">
            <a:normAutofit fontScale="25000" lnSpcReduction="20000"/>
          </a:bodyPr>
          <a:lstStyle/>
          <a:p>
            <a:pPr>
              <a:lnSpc>
                <a:spcPct val="90000"/>
              </a:lnSpc>
              <a:spcAft>
                <a:spcPts val="600"/>
              </a:spcAft>
            </a:pPr>
            <a:r>
              <a:rPr lang="en-US" sz="700"/>
              <a:t>
              </a:t>
            </a:r>
          </a:p>
        </p:txBody>
      </p:sp>
      <p:sp>
        <p:nvSpPr>
          <p:cNvPr id="4" name="Date Placeholder 3">
            <a:extLst>
              <a:ext uri="{FF2B5EF4-FFF2-40B4-BE49-F238E27FC236}">
                <a16:creationId xmlns:a16="http://schemas.microsoft.com/office/drawing/2014/main" id="{C28D773E-7EB1-8A89-0D8B-7C13D9A9E7A1}"/>
              </a:ext>
            </a:extLst>
          </p:cNvPr>
          <p:cNvSpPr>
            <a:spLocks noGrp="1"/>
          </p:cNvSpPr>
          <p:nvPr>
            <p:ph type="dt" sz="half" idx="4294967295"/>
          </p:nvPr>
        </p:nvSpPr>
        <p:spPr>
          <a:xfrm>
            <a:off x="0" y="0"/>
            <a:ext cx="0" cy="0"/>
          </a:xfrm>
        </p:spPr>
        <p:txBody>
          <a:bodyPr anchor="ctr">
            <a:normAutofit fontScale="25000" lnSpcReduction="20000"/>
          </a:bodyPr>
          <a:lstStyle/>
          <a:p>
            <a:pPr>
              <a:spcAft>
                <a:spcPts val="600"/>
              </a:spcAft>
            </a:pPr>
            <a:fld id="{8C573B9C-2128-4DA1-8609-217BB89FAC47}" type="datetime1">
              <a:rPr lang="en-US" smtClean="0"/>
              <a:pPr>
                <a:spcAft>
                  <a:spcPts val="600"/>
                </a:spcAft>
              </a:pPr>
              <a:t>4/15/2026</a:t>
            </a:fld>
            <a:endParaRPr lang="en-US"/>
          </a:p>
        </p:txBody>
      </p:sp>
      <p:graphicFrame>
        <p:nvGraphicFramePr>
          <p:cNvPr id="15" name="Content Placeholder 14">
            <a:extLst>
              <a:ext uri="{FF2B5EF4-FFF2-40B4-BE49-F238E27FC236}">
                <a16:creationId xmlns:a16="http://schemas.microsoft.com/office/drawing/2014/main" id="{399CFC90-917D-1A3C-0096-8D42993B0C7A}"/>
              </a:ext>
            </a:extLst>
          </p:cNvPr>
          <p:cNvGraphicFramePr>
            <a:graphicFrameLocks noGrp="1"/>
          </p:cNvGraphicFramePr>
          <p:nvPr>
            <p:ph idx="4294967295"/>
            <p:extLst>
              <p:ext uri="{D42A27DB-BD31-4B8C-83A1-F6EECF244321}">
                <p14:modId xmlns:p14="http://schemas.microsoft.com/office/powerpoint/2010/main" val="2947428635"/>
              </p:ext>
            </p:extLst>
          </p:nvPr>
        </p:nvGraphicFramePr>
        <p:xfrm>
          <a:off x="811078" y="1484124"/>
          <a:ext cx="10363200" cy="4313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3568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44827-45C3-C31B-32D9-6DA405F6A5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07174-351E-DF15-CE0D-28C71689519E}"/>
              </a:ext>
            </a:extLst>
          </p:cNvPr>
          <p:cNvSpPr>
            <a:spLocks noGrp="1"/>
          </p:cNvSpPr>
          <p:nvPr>
            <p:ph type="title"/>
          </p:nvPr>
        </p:nvSpPr>
        <p:spPr/>
        <p:txBody>
          <a:bodyPr>
            <a:normAutofit/>
          </a:bodyPr>
          <a:lstStyle/>
          <a:p>
            <a:r>
              <a:rPr lang="en-US" b="1">
                <a:ea typeface="+mj-lt"/>
                <a:cs typeface="+mj-lt"/>
              </a:rPr>
              <a:t>Quantifying Causal Effects</a:t>
            </a:r>
            <a:endParaRPr lang="en-US"/>
          </a:p>
          <a:p>
            <a:endParaRPr lang="en-US"/>
          </a:p>
        </p:txBody>
      </p:sp>
      <p:sp>
        <p:nvSpPr>
          <p:cNvPr id="3" name="Content Placeholder 2">
            <a:extLst>
              <a:ext uri="{FF2B5EF4-FFF2-40B4-BE49-F238E27FC236}">
                <a16:creationId xmlns:a16="http://schemas.microsoft.com/office/drawing/2014/main" id="{BA0963F5-2954-ACD4-5D37-67C13A140E47}"/>
              </a:ext>
            </a:extLst>
          </p:cNvPr>
          <p:cNvSpPr>
            <a:spLocks noGrp="1"/>
          </p:cNvSpPr>
          <p:nvPr>
            <p:ph type="body" idx="1"/>
          </p:nvPr>
        </p:nvSpPr>
        <p:spPr/>
        <p:txBody>
          <a:bodyPr vert="horz" lIns="91440" tIns="45720" rIns="91440" bIns="45720" rtlCol="0" anchor="t">
            <a:normAutofit/>
          </a:bodyPr>
          <a:lstStyle/>
          <a:p>
            <a:pPr>
              <a:buFont typeface="Arial"/>
              <a:buChar char="•"/>
            </a:pPr>
            <a:r>
              <a:rPr lang="en-US">
                <a:ea typeface="+mn-lt"/>
                <a:cs typeface="+mn-lt"/>
              </a:rPr>
              <a:t>Used </a:t>
            </a:r>
            <a:r>
              <a:rPr lang="en-US" err="1">
                <a:ea typeface="+mn-lt"/>
                <a:cs typeface="+mn-lt"/>
              </a:rPr>
              <a:t>DoWhy</a:t>
            </a:r>
            <a:r>
              <a:rPr lang="en-US">
                <a:ea typeface="+mn-lt"/>
                <a:cs typeface="+mn-lt"/>
              </a:rPr>
              <a:t> framework </a:t>
            </a:r>
            <a:endParaRPr lang="en-US"/>
          </a:p>
          <a:p>
            <a:pPr>
              <a:buFont typeface="Arial"/>
            </a:pPr>
            <a:r>
              <a:rPr lang="en-US">
                <a:ea typeface="+mn-lt"/>
                <a:cs typeface="+mn-lt"/>
              </a:rPr>
              <a:t>Estimated </a:t>
            </a:r>
            <a:r>
              <a:rPr lang="en-US" b="1">
                <a:ea typeface="+mn-lt"/>
                <a:cs typeface="+mn-lt"/>
              </a:rPr>
              <a:t>Average Treatment Effects (ATE)</a:t>
            </a:r>
          </a:p>
          <a:p>
            <a:pPr lvl="1">
              <a:buFont typeface="Arial"/>
            </a:pPr>
            <a:r>
              <a:rPr lang="en-US">
                <a:ea typeface="+mn-lt"/>
                <a:cs typeface="+mn-lt"/>
              </a:rPr>
              <a:t>Equivalent to Total Causal Effect for Discrete Binary Inputs </a:t>
            </a:r>
          </a:p>
          <a:p>
            <a:pPr>
              <a:buFont typeface="Arial"/>
            </a:pPr>
            <a:r>
              <a:rPr lang="en-US">
                <a:ea typeface="+mn-lt"/>
                <a:cs typeface="+mn-lt"/>
              </a:rPr>
              <a:t>Identifies Unobserved Unknown Confounders in the DAG</a:t>
            </a:r>
          </a:p>
          <a:p>
            <a:pPr>
              <a:buFont typeface="Arial"/>
              <a:buChar char="•"/>
            </a:pPr>
            <a:r>
              <a:rPr lang="en-US">
                <a:ea typeface="+mn-lt"/>
                <a:cs typeface="+mn-lt"/>
              </a:rPr>
              <a:t>Measures impact of each factor on lethality</a:t>
            </a:r>
          </a:p>
          <a:p>
            <a:pPr>
              <a:buFont typeface="Arial"/>
              <a:buChar char="•"/>
            </a:pPr>
            <a:r>
              <a:rPr lang="en-US">
                <a:ea typeface="+mn-lt"/>
                <a:cs typeface="+mn-lt"/>
              </a:rPr>
              <a:t>Then used </a:t>
            </a:r>
            <a:r>
              <a:rPr lang="en-US" err="1">
                <a:ea typeface="+mn-lt"/>
                <a:cs typeface="+mn-lt"/>
              </a:rPr>
              <a:t>DoWhy</a:t>
            </a:r>
            <a:r>
              <a:rPr lang="en-US">
                <a:ea typeface="+mn-lt"/>
                <a:cs typeface="+mn-lt"/>
              </a:rPr>
              <a:t> to Identify Treatment Sets and Causal Impact of each Contributing Factor</a:t>
            </a:r>
          </a:p>
        </p:txBody>
      </p:sp>
      <p:sp>
        <p:nvSpPr>
          <p:cNvPr id="6" name="Slide Number Placeholder 5">
            <a:extLst>
              <a:ext uri="{FF2B5EF4-FFF2-40B4-BE49-F238E27FC236}">
                <a16:creationId xmlns:a16="http://schemas.microsoft.com/office/drawing/2014/main" id="{648553D9-9262-C52B-C8B5-65633F3354CF}"/>
              </a:ext>
            </a:extLst>
          </p:cNvPr>
          <p:cNvSpPr>
            <a:spLocks noGrp="1"/>
          </p:cNvSpPr>
          <p:nvPr>
            <p:ph type="sldNum" sz="quarter" idx="4294967295"/>
          </p:nvPr>
        </p:nvSpPr>
        <p:spPr>
          <a:xfrm>
            <a:off x="0" y="0"/>
            <a:ext cx="0" cy="0"/>
          </a:xfrm>
        </p:spPr>
        <p:txBody>
          <a:bodyPr/>
          <a:lstStyle/>
          <a:p>
            <a:fld id="{70C12960-6E85-460F-B6E3-5B82CB31AF3D}" type="slidenum">
              <a:rPr lang="en-US" smtClean="0"/>
              <a:t>10</a:t>
            </a:fld>
            <a:endParaRPr lang="en-US"/>
          </a:p>
        </p:txBody>
      </p:sp>
      <p:sp>
        <p:nvSpPr>
          <p:cNvPr id="5" name="Footer Placeholder 4">
            <a:extLst>
              <a:ext uri="{FF2B5EF4-FFF2-40B4-BE49-F238E27FC236}">
                <a16:creationId xmlns:a16="http://schemas.microsoft.com/office/drawing/2014/main" id="{218551B9-176B-A4A1-5C38-5739C430836D}"/>
              </a:ext>
            </a:extLst>
          </p:cNvPr>
          <p:cNvSpPr>
            <a:spLocks noGrp="1"/>
          </p:cNvSpPr>
          <p:nvPr>
            <p:ph type="ftr" sz="quarter" idx="4294967295"/>
          </p:nvPr>
        </p:nvSpPr>
        <p:spPr>
          <a:xfrm>
            <a:off x="0" y="0"/>
            <a:ext cx="0" cy="0"/>
          </a:xfrm>
        </p:spPr>
        <p:txBody>
          <a:bodyPr/>
          <a:lstStyle/>
          <a:p>
            <a:r>
              <a:rPr lang="en-US"/>
              <a:t>
              </a:t>
            </a:r>
          </a:p>
        </p:txBody>
      </p:sp>
      <p:sp>
        <p:nvSpPr>
          <p:cNvPr id="4" name="Date Placeholder 3">
            <a:extLst>
              <a:ext uri="{FF2B5EF4-FFF2-40B4-BE49-F238E27FC236}">
                <a16:creationId xmlns:a16="http://schemas.microsoft.com/office/drawing/2014/main" id="{6EB475FC-2DDD-DC20-36A9-9CF1FD1D4134}"/>
              </a:ext>
            </a:extLst>
          </p:cNvPr>
          <p:cNvSpPr>
            <a:spLocks noGrp="1"/>
          </p:cNvSpPr>
          <p:nvPr>
            <p:ph type="dt" sz="half" idx="4294967295"/>
          </p:nvPr>
        </p:nvSpPr>
        <p:spPr>
          <a:xfrm>
            <a:off x="0" y="0"/>
            <a:ext cx="0" cy="0"/>
          </a:xfrm>
        </p:spPr>
        <p:txBody>
          <a:bodyPr/>
          <a:lstStyle/>
          <a:p>
            <a:fld id="{B36D1340-4D7A-4F1C-B752-3A31CD99E3D3}" type="datetime1">
              <a:rPr lang="en-US" smtClean="0"/>
              <a:t>4/15/2026</a:t>
            </a:fld>
            <a:endParaRPr lang="en-US"/>
          </a:p>
        </p:txBody>
      </p:sp>
    </p:spTree>
    <p:extLst>
      <p:ext uri="{BB962C8B-B14F-4D97-AF65-F5344CB8AC3E}">
        <p14:creationId xmlns:p14="http://schemas.microsoft.com/office/powerpoint/2010/main" val="30097920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12D8BC59-89B8-114F-B08B-59F72A4E24C1}"/>
              </a:ext>
            </a:extLst>
          </p:cNvPr>
          <p:cNvSpPr>
            <a:spLocks noGrp="1"/>
          </p:cNvSpPr>
          <p:nvPr>
            <p:ph type="title"/>
          </p:nvPr>
        </p:nvSpPr>
        <p:spPr>
          <a:xfrm>
            <a:off x="960000" y="593367"/>
            <a:ext cx="3715322" cy="763600"/>
          </a:xfrm>
        </p:spPr>
        <p:txBody>
          <a:bodyPr>
            <a:normAutofit fontScale="90000"/>
          </a:bodyPr>
          <a:lstStyle/>
          <a:p>
            <a:r>
              <a:rPr lang="en-US" dirty="0"/>
              <a:t>Isolation of Causal Effect</a:t>
            </a:r>
          </a:p>
        </p:txBody>
      </p:sp>
      <p:sp>
        <p:nvSpPr>
          <p:cNvPr id="9" name="Slide Number Placeholder 8">
            <a:extLst>
              <a:ext uri="{FF2B5EF4-FFF2-40B4-BE49-F238E27FC236}">
                <a16:creationId xmlns:a16="http://schemas.microsoft.com/office/drawing/2014/main" id="{BC1EEA5C-558E-AC4B-D1B8-27B7CB9363FC}"/>
              </a:ext>
            </a:extLst>
          </p:cNvPr>
          <p:cNvSpPr>
            <a:spLocks noGrp="1"/>
          </p:cNvSpPr>
          <p:nvPr>
            <p:ph type="sldNum" sz="quarter" idx="4294967295"/>
          </p:nvPr>
        </p:nvSpPr>
        <p:spPr>
          <a:xfrm>
            <a:off x="0" y="0"/>
            <a:ext cx="0" cy="0"/>
          </a:xfrm>
        </p:spPr>
        <p:txBody>
          <a:bodyPr anchor="ctr">
            <a:normAutofit fontScale="25000" lnSpcReduction="20000"/>
          </a:bodyPr>
          <a:lstStyle/>
          <a:p>
            <a:pPr>
              <a:spcAft>
                <a:spcPts val="600"/>
              </a:spcAft>
            </a:pPr>
            <a:fld id="{70C12960-6E85-460F-B6E3-5B82CB31AF3D}" type="slidenum">
              <a:rPr lang="en-US" smtClean="0"/>
              <a:pPr>
                <a:spcAft>
                  <a:spcPts val="600"/>
                </a:spcAft>
              </a:pPr>
              <a:t>11</a:t>
            </a:fld>
            <a:endParaRPr lang="en-US"/>
          </a:p>
        </p:txBody>
      </p:sp>
      <p:sp>
        <p:nvSpPr>
          <p:cNvPr id="8" name="Footer Placeholder 7">
            <a:extLst>
              <a:ext uri="{FF2B5EF4-FFF2-40B4-BE49-F238E27FC236}">
                <a16:creationId xmlns:a16="http://schemas.microsoft.com/office/drawing/2014/main" id="{DEF810FE-F07E-83A3-6979-02C4DB625347}"/>
              </a:ext>
            </a:extLst>
          </p:cNvPr>
          <p:cNvSpPr>
            <a:spLocks noGrp="1"/>
          </p:cNvSpPr>
          <p:nvPr>
            <p:ph type="ftr" sz="quarter" idx="4294967295"/>
          </p:nvPr>
        </p:nvSpPr>
        <p:spPr>
          <a:xfrm>
            <a:off x="0" y="0"/>
            <a:ext cx="0" cy="0"/>
          </a:xfrm>
        </p:spPr>
        <p:txBody>
          <a:bodyPr anchor="ctr">
            <a:normAutofit fontScale="25000" lnSpcReduction="20000"/>
          </a:bodyPr>
          <a:lstStyle/>
          <a:p>
            <a:pPr>
              <a:lnSpc>
                <a:spcPct val="90000"/>
              </a:lnSpc>
              <a:spcAft>
                <a:spcPts val="600"/>
              </a:spcAft>
            </a:pPr>
            <a:r>
              <a:rPr lang="en-US" sz="700"/>
              <a:t>
              </a:t>
            </a:r>
          </a:p>
        </p:txBody>
      </p:sp>
      <p:sp>
        <p:nvSpPr>
          <p:cNvPr id="7" name="Date Placeholder 6">
            <a:extLst>
              <a:ext uri="{FF2B5EF4-FFF2-40B4-BE49-F238E27FC236}">
                <a16:creationId xmlns:a16="http://schemas.microsoft.com/office/drawing/2014/main" id="{8200A952-1A37-4FFB-C575-46CFC8D59360}"/>
              </a:ext>
            </a:extLst>
          </p:cNvPr>
          <p:cNvSpPr>
            <a:spLocks noGrp="1"/>
          </p:cNvSpPr>
          <p:nvPr>
            <p:ph type="dt" sz="half" idx="4294967295"/>
          </p:nvPr>
        </p:nvSpPr>
        <p:spPr>
          <a:xfrm>
            <a:off x="0" y="0"/>
            <a:ext cx="0" cy="0"/>
          </a:xfrm>
        </p:spPr>
        <p:txBody>
          <a:bodyPr anchor="ctr">
            <a:normAutofit fontScale="25000" lnSpcReduction="20000"/>
          </a:bodyPr>
          <a:lstStyle/>
          <a:p>
            <a:pPr>
              <a:spcAft>
                <a:spcPts val="600"/>
              </a:spcAft>
            </a:pPr>
            <a:fld id="{F8D2C9B4-4DC2-40C6-8B51-32AB95F39E21}" type="datetime1">
              <a:rPr lang="en-US" smtClean="0"/>
              <a:pPr>
                <a:spcAft>
                  <a:spcPts val="600"/>
                </a:spcAft>
              </a:pPr>
              <a:t>4/15/2026</a:t>
            </a:fld>
            <a:endParaRPr lang="en-US"/>
          </a:p>
        </p:txBody>
      </p:sp>
      <p:graphicFrame>
        <p:nvGraphicFramePr>
          <p:cNvPr id="5" name="Content Placeholder 4">
            <a:extLst>
              <a:ext uri="{FF2B5EF4-FFF2-40B4-BE49-F238E27FC236}">
                <a16:creationId xmlns:a16="http://schemas.microsoft.com/office/drawing/2014/main" id="{A7779359-D6CF-4CEB-DE15-6E4F27E0F819}"/>
              </a:ext>
            </a:extLst>
          </p:cNvPr>
          <p:cNvGraphicFramePr>
            <a:graphicFrameLocks noGrp="1"/>
          </p:cNvGraphicFramePr>
          <p:nvPr>
            <p:ph idx="4294967295"/>
            <p:extLst>
              <p:ext uri="{D42A27DB-BD31-4B8C-83A1-F6EECF244321}">
                <p14:modId xmlns:p14="http://schemas.microsoft.com/office/powerpoint/2010/main" val="1179376429"/>
              </p:ext>
            </p:extLst>
          </p:nvPr>
        </p:nvGraphicFramePr>
        <p:xfrm>
          <a:off x="4492625" y="0"/>
          <a:ext cx="7698657" cy="4237700"/>
        </p:xfrm>
        <a:graphic>
          <a:graphicData uri="http://schemas.openxmlformats.org/drawingml/2006/table">
            <a:tbl>
              <a:tblPr/>
              <a:tblGrid>
                <a:gridCol w="1546405">
                  <a:extLst>
                    <a:ext uri="{9D8B030D-6E8A-4147-A177-3AD203B41FA5}">
                      <a16:colId xmlns:a16="http://schemas.microsoft.com/office/drawing/2014/main" val="507365704"/>
                    </a:ext>
                  </a:extLst>
                </a:gridCol>
                <a:gridCol w="2322475">
                  <a:extLst>
                    <a:ext uri="{9D8B030D-6E8A-4147-A177-3AD203B41FA5}">
                      <a16:colId xmlns:a16="http://schemas.microsoft.com/office/drawing/2014/main" val="2756421121"/>
                    </a:ext>
                  </a:extLst>
                </a:gridCol>
                <a:gridCol w="3829777">
                  <a:extLst>
                    <a:ext uri="{9D8B030D-6E8A-4147-A177-3AD203B41FA5}">
                      <a16:colId xmlns:a16="http://schemas.microsoft.com/office/drawing/2014/main" val="3760568603"/>
                    </a:ext>
                  </a:extLst>
                </a:gridCol>
              </a:tblGrid>
              <a:tr h="423770">
                <a:tc>
                  <a:txBody>
                    <a:bodyPr/>
                    <a:lstStyle/>
                    <a:p>
                      <a:pPr algn="ctr" fontAlgn="ctr">
                        <a:buNone/>
                      </a:pPr>
                      <a:r>
                        <a:rPr lang="en-US" sz="2000" b="1" i="0" u="none" strike="noStrike">
                          <a:solidFill>
                            <a:srgbClr val="FFFFFF"/>
                          </a:solidFill>
                          <a:effectLst/>
                          <a:latin typeface="Aptos Narrow" panose="020B0004020202020204" pitchFamily="34" charset="0"/>
                        </a:rPr>
                        <a:t>Treatment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US" sz="2000" b="1" i="0" u="none" strike="noStrike">
                          <a:solidFill>
                            <a:srgbClr val="FFFFFF"/>
                          </a:solidFill>
                          <a:effectLst/>
                          <a:latin typeface="Aptos Narrow" panose="020B0004020202020204" pitchFamily="34" charset="0"/>
                        </a:rPr>
                        <a:t>Adjustment set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US" sz="2000" b="1" i="0" u="none" strike="noStrike">
                          <a:solidFill>
                            <a:srgbClr val="FFFFFF"/>
                          </a:solidFill>
                          <a:effectLst/>
                          <a:latin typeface="Aptos Narrow" panose="020B0004020202020204" pitchFamily="34" charset="0"/>
                        </a:rPr>
                        <a:t>Method</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142657618"/>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cfit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{mechanical}</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Backdoor Adjustment</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169589682"/>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fuel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 (empty)</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No spurious paths present</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47725310"/>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mechanical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{subregion}</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Backdoor Adjustment</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733281011"/>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pilot_error</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{subregion}</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Backdoor Adjustment</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8497030"/>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weather</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{subregion}</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Backdoor Adjustment</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67560232"/>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collision</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No directed path → effect set to 0</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0814188"/>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fire</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No directed path → effect set to 0</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69128003"/>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sabotage</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2000" b="0" i="0" u="none" strike="noStrike">
                          <a:solidFill>
                            <a:srgbClr val="000000"/>
                          </a:solidFill>
                          <a:effectLst/>
                          <a:latin typeface="Aptos Narrow" panose="020B0004020202020204" pitchFamily="34" charset="0"/>
                        </a:rPr>
                        <a:t>No directed path  → effect set to 0</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8682695"/>
                  </a:ext>
                </a:extLst>
              </a:tr>
              <a:tr h="423770">
                <a:tc>
                  <a:txBody>
                    <a:bodyPr/>
                    <a:lstStyle/>
                    <a:p>
                      <a:pPr algn="ctr" fontAlgn="ctr">
                        <a:buNone/>
                      </a:pPr>
                      <a:r>
                        <a:rPr lang="en-US" sz="2000" b="1" i="0" u="none" strike="noStrike">
                          <a:solidFill>
                            <a:srgbClr val="000000"/>
                          </a:solidFill>
                          <a:effectLst/>
                          <a:latin typeface="Aptos Narrow" panose="020B0004020202020204" pitchFamily="34" charset="0"/>
                        </a:rPr>
                        <a:t>shot_down</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fontAlgn="ctr">
                        <a:buNone/>
                      </a:pPr>
                      <a:r>
                        <a:rPr lang="en-US" sz="2000" b="0" i="0" u="none" strike="noStrike">
                          <a:solidFill>
                            <a:srgbClr val="000000"/>
                          </a:solidFill>
                          <a:effectLst/>
                          <a:latin typeface="Aptos Narrow" panose="020B0004020202020204" pitchFamily="34" charset="0"/>
                        </a:rPr>
                        <a:t>No directed path → effect set to 0</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909121397"/>
                  </a:ext>
                </a:extLst>
              </a:tr>
            </a:tbl>
          </a:graphicData>
        </a:graphic>
      </p:graphicFrame>
      <p:pic>
        <p:nvPicPr>
          <p:cNvPr id="12" name="Picture 11">
            <a:extLst>
              <a:ext uri="{FF2B5EF4-FFF2-40B4-BE49-F238E27FC236}">
                <a16:creationId xmlns:a16="http://schemas.microsoft.com/office/drawing/2014/main" id="{E410F7A4-AA43-1DA8-F2CC-B29AFBA073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122" y="3090069"/>
            <a:ext cx="6111274" cy="3767931"/>
          </a:xfrm>
          <a:prstGeom prst="rect">
            <a:avLst/>
          </a:prstGeom>
        </p:spPr>
      </p:pic>
    </p:spTree>
    <p:extLst>
      <p:ext uri="{BB962C8B-B14F-4D97-AF65-F5344CB8AC3E}">
        <p14:creationId xmlns:p14="http://schemas.microsoft.com/office/powerpoint/2010/main" val="16378233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 Causal Structure Modeling</a:t>
            </a:r>
          </a:p>
        </p:txBody>
      </p:sp>
      <p:sp>
        <p:nvSpPr>
          <p:cNvPr id="3" name="Content Placeholder 2"/>
          <p:cNvSpPr>
            <a:spLocks noGrp="1"/>
          </p:cNvSpPr>
          <p:nvPr>
            <p:ph type="body" idx="1"/>
          </p:nvPr>
        </p:nvSpPr>
        <p:spPr/>
        <p:txBody>
          <a:bodyPr vert="horz" lIns="91440" tIns="45720" rIns="91440" bIns="45720" numCol="2" rtlCol="0" anchor="t">
            <a:noAutofit/>
          </a:bodyPr>
          <a:lstStyle/>
          <a:p>
            <a:r>
              <a:rPr lang="en-US" sz="1400"/>
              <a:t>Approach</a:t>
            </a:r>
          </a:p>
          <a:p>
            <a:pPr lvl="1"/>
            <a:r>
              <a:rPr lang="en-US" sz="1400"/>
              <a:t>Applied PC Algorithm to learn causal relationships</a:t>
            </a:r>
          </a:p>
          <a:p>
            <a:pPr lvl="1"/>
            <a:r>
              <a:rPr lang="en-US" sz="1400"/>
              <a:t> Generated CPDAG from observational data</a:t>
            </a:r>
          </a:p>
          <a:p>
            <a:endParaRPr lang="en-US" sz="1400"/>
          </a:p>
          <a:p>
            <a:r>
              <a:rPr lang="en-US" sz="1400"/>
              <a:t>Challenge</a:t>
            </a:r>
          </a:p>
          <a:p>
            <a:pPr lvl="1"/>
            <a:r>
              <a:rPr lang="en-US" sz="1400"/>
              <a:t>Initial model produced unrealistic relationships</a:t>
            </a:r>
          </a:p>
          <a:p>
            <a:pPr lvl="2"/>
            <a:r>
              <a:rPr lang="en-US" sz="1400"/>
              <a:t>Example: Weather modeled as an effect</a:t>
            </a:r>
          </a:p>
          <a:p>
            <a:endParaRPr lang="en-US" sz="1400"/>
          </a:p>
          <a:p>
            <a:pPr marL="0" indent="0">
              <a:buNone/>
            </a:pPr>
            <a:endParaRPr lang="en-US" sz="1400"/>
          </a:p>
          <a:p>
            <a:r>
              <a:rPr lang="en-US" sz="1400"/>
              <a:t>Solution</a:t>
            </a:r>
          </a:p>
          <a:p>
            <a:pPr lvl="1"/>
            <a:r>
              <a:rPr lang="en-US" sz="1400"/>
              <a:t> Added domain constraints:</a:t>
            </a:r>
          </a:p>
          <a:p>
            <a:pPr lvl="2"/>
            <a:r>
              <a:rPr lang="en-US" sz="1400"/>
              <a:t>Weather → cause only (except for subregion)</a:t>
            </a:r>
          </a:p>
          <a:p>
            <a:pPr lvl="2"/>
            <a:r>
              <a:rPr lang="en-US" sz="1400" err="1"/>
              <a:t>is_military</a:t>
            </a:r>
            <a:r>
              <a:rPr lang="en-US" sz="1400"/>
              <a:t> → root node</a:t>
            </a:r>
          </a:p>
          <a:p>
            <a:pPr lvl="2"/>
            <a:r>
              <a:rPr lang="en-US" sz="1400"/>
              <a:t>High lethality → outcome (sink)</a:t>
            </a:r>
          </a:p>
          <a:p>
            <a:pPr lvl="2"/>
            <a:endParaRPr lang="en-US" sz="1400"/>
          </a:p>
          <a:p>
            <a:r>
              <a:rPr lang="en-US" sz="1400"/>
              <a:t>Key Insight</a:t>
            </a:r>
          </a:p>
          <a:p>
            <a:pPr lvl="1"/>
            <a:r>
              <a:rPr lang="en-US" sz="1400"/>
              <a:t> Domain knowledge is critical for valid causal modeling</a:t>
            </a:r>
          </a:p>
        </p:txBody>
      </p:sp>
    </p:spTree>
    <p:extLst>
      <p:ext uri="{BB962C8B-B14F-4D97-AF65-F5344CB8AC3E}">
        <p14:creationId xmlns:p14="http://schemas.microsoft.com/office/powerpoint/2010/main" val="26026396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 Key Causal Findings</a:t>
            </a:r>
          </a:p>
        </p:txBody>
      </p:sp>
      <p:sp>
        <p:nvSpPr>
          <p:cNvPr id="3" name="Content Placeholder 2"/>
          <p:cNvSpPr>
            <a:spLocks noGrp="1"/>
          </p:cNvSpPr>
          <p:nvPr>
            <p:ph type="body" idx="1"/>
          </p:nvPr>
        </p:nvSpPr>
        <p:spPr/>
        <p:txBody>
          <a:bodyPr vert="horz" lIns="91440" tIns="45720" rIns="91440" bIns="45720" numCol="2" rtlCol="0" anchor="t">
            <a:noAutofit/>
          </a:bodyPr>
          <a:lstStyle/>
          <a:p>
            <a:r>
              <a:rPr lang="en-US" sz="1400"/>
              <a:t>Relationships Identified</a:t>
            </a:r>
          </a:p>
          <a:p>
            <a:pPr lvl="1"/>
            <a:r>
              <a:rPr lang="en-US" sz="1200"/>
              <a:t>Weather → Pilot Error</a:t>
            </a:r>
          </a:p>
          <a:p>
            <a:pPr lvl="1"/>
            <a:r>
              <a:rPr lang="en-US" sz="1200"/>
              <a:t>Pilot Error → Collision / CFIT</a:t>
            </a:r>
          </a:p>
          <a:p>
            <a:pPr lvl="1"/>
            <a:r>
              <a:rPr lang="en-US" sz="1200"/>
              <a:t>Mechanical, Fuel, CFIT → High Lethality</a:t>
            </a:r>
          </a:p>
          <a:p>
            <a:endParaRPr lang="en-US" sz="1400"/>
          </a:p>
          <a:p>
            <a:r>
              <a:rPr lang="en-US" sz="1400"/>
              <a:t>Additional Findings</a:t>
            </a:r>
          </a:p>
          <a:p>
            <a:pPr lvl="1"/>
            <a:r>
              <a:rPr lang="en-US" sz="1200"/>
              <a:t>Military aircraft linked to higher-risk scenarios</a:t>
            </a:r>
          </a:p>
          <a:p>
            <a:pPr lvl="1"/>
            <a:r>
              <a:rPr lang="en-US" sz="1200"/>
              <a:t>Some relationships suggest hidden confounders</a:t>
            </a:r>
          </a:p>
          <a:p>
            <a:pPr lvl="1"/>
            <a:endParaRPr lang="en-US" sz="1200"/>
          </a:p>
          <a:p>
            <a:pPr lvl="1"/>
            <a:endParaRPr lang="en-US" sz="1200"/>
          </a:p>
          <a:p>
            <a:r>
              <a:rPr lang="en-US" sz="1400"/>
              <a:t>Notes</a:t>
            </a:r>
          </a:p>
          <a:p>
            <a:pPr lvl="1"/>
            <a:r>
              <a:rPr lang="en-US" sz="1200"/>
              <a:t>Example artifact: Sabotage ↔ Weather</a:t>
            </a:r>
          </a:p>
          <a:p>
            <a:pPr lvl="1"/>
            <a:r>
              <a:rPr lang="en-US" sz="1200"/>
              <a:t>Some expected links were weak or absent (e.g., collision → lethality)</a:t>
            </a:r>
          </a:p>
        </p:txBody>
      </p:sp>
    </p:spTree>
    <p:extLst>
      <p:ext uri="{BB962C8B-B14F-4D97-AF65-F5344CB8AC3E}">
        <p14:creationId xmlns:p14="http://schemas.microsoft.com/office/powerpoint/2010/main" val="239247212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9A43A-38AA-0ABB-5802-532475684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FA586-EF45-A092-DAA0-DC1E4F01920E}"/>
              </a:ext>
            </a:extLst>
          </p:cNvPr>
          <p:cNvSpPr>
            <a:spLocks noGrp="1"/>
          </p:cNvSpPr>
          <p:nvPr>
            <p:ph type="title"/>
          </p:nvPr>
        </p:nvSpPr>
        <p:spPr/>
        <p:txBody>
          <a:bodyPr/>
          <a:lstStyle/>
          <a:p>
            <a:r>
              <a:rPr lang="en-US" dirty="0"/>
              <a:t>Results – Causal Impact on Lethality</a:t>
            </a:r>
          </a:p>
        </p:txBody>
      </p:sp>
      <p:sp>
        <p:nvSpPr>
          <p:cNvPr id="4" name="Forme libre 3">
            <a:extLst>
              <a:ext uri="{FF2B5EF4-FFF2-40B4-BE49-F238E27FC236}">
                <a16:creationId xmlns:a16="http://schemas.microsoft.com/office/drawing/2014/main" id="{001909F7-C00E-1604-B6FC-5F71DB7AF491}"/>
              </a:ext>
            </a:extLst>
          </p:cNvPr>
          <p:cNvSpPr/>
          <p:nvPr/>
        </p:nvSpPr>
        <p:spPr>
          <a:xfrm>
            <a:off x="4040478" y="2116247"/>
            <a:ext cx="4096951" cy="3576082"/>
          </a:xfrm>
          <a:custGeom>
            <a:avLst/>
            <a:gdLst>
              <a:gd name="csX0" fmla="*/ 1591276 w 3182552"/>
              <a:gd name="csY0" fmla="*/ 0 h 2777936"/>
              <a:gd name="csX1" fmla="*/ 0 w 3182552"/>
              <a:gd name="csY1" fmla="*/ 0 h 2777936"/>
              <a:gd name="csX2" fmla="*/ 845640 w 3182552"/>
              <a:gd name="csY2" fmla="*/ 2290586 h 2777936"/>
              <a:gd name="csX3" fmla="*/ 1382309 w 3182552"/>
              <a:gd name="csY3" fmla="*/ 2777937 h 2777936"/>
              <a:gd name="csX4" fmla="*/ 1591276 w 3182552"/>
              <a:gd name="csY4" fmla="*/ 2777937 h 2777936"/>
              <a:gd name="csX5" fmla="*/ 1800245 w 3182552"/>
              <a:gd name="csY5" fmla="*/ 2777937 h 2777936"/>
              <a:gd name="csX6" fmla="*/ 2336914 w 3182552"/>
              <a:gd name="csY6" fmla="*/ 2290586 h 2777936"/>
              <a:gd name="csX7" fmla="*/ 3182553 w 3182552"/>
              <a:gd name="csY7" fmla="*/ 0 h 2777936"/>
              <a:gd name="csX8" fmla="*/ 1591276 w 3182552"/>
              <a:gd name="csY8" fmla="*/ 0 h 27779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182552" h="2777936">
                <a:moveTo>
                  <a:pt x="1591276" y="0"/>
                </a:moveTo>
                <a:lnTo>
                  <a:pt x="0" y="0"/>
                </a:lnTo>
                <a:cubicBezTo>
                  <a:pt x="0" y="0"/>
                  <a:pt x="707911" y="846188"/>
                  <a:pt x="845640" y="2290586"/>
                </a:cubicBezTo>
                <a:cubicBezTo>
                  <a:pt x="871986" y="2567062"/>
                  <a:pt x="1104700" y="2777937"/>
                  <a:pt x="1382309" y="2777937"/>
                </a:cubicBezTo>
                <a:lnTo>
                  <a:pt x="1591276" y="2777937"/>
                </a:lnTo>
                <a:cubicBezTo>
                  <a:pt x="1591276" y="2777937"/>
                  <a:pt x="1800245" y="2777937"/>
                  <a:pt x="1800245" y="2777937"/>
                </a:cubicBezTo>
                <a:cubicBezTo>
                  <a:pt x="2077942" y="2777937"/>
                  <a:pt x="2310569" y="2567062"/>
                  <a:pt x="2336914" y="2290586"/>
                </a:cubicBezTo>
                <a:cubicBezTo>
                  <a:pt x="2474641" y="846277"/>
                  <a:pt x="3182553" y="0"/>
                  <a:pt x="3182553" y="0"/>
                </a:cubicBezTo>
                <a:lnTo>
                  <a:pt x="1591276" y="0"/>
                </a:lnTo>
                <a:close/>
              </a:path>
            </a:pathLst>
          </a:custGeom>
          <a:solidFill>
            <a:schemeClr val="tx1">
              <a:lumMod val="95000"/>
              <a:lumOff val="5000"/>
              <a:alpha val="50000"/>
            </a:schemeClr>
          </a:solidFill>
          <a:ln w="8960" cap="flat">
            <a:noFill/>
            <a:prstDash val="solid"/>
            <a:miter/>
          </a:ln>
          <a:effectLst>
            <a:outerShdw blurRad="190500" dist="38100" dir="5400000" algn="t" rotWithShape="0">
              <a:prstClr val="black">
                <a:alpha val="20000"/>
              </a:prstClr>
            </a:outerShdw>
          </a:effectLst>
        </p:spPr>
        <p:txBody>
          <a:bodyPr/>
          <a:lstStyle/>
          <a:p>
            <a:endParaRPr lang="fr-FR" dirty="0"/>
          </a:p>
        </p:txBody>
      </p:sp>
      <p:sp>
        <p:nvSpPr>
          <p:cNvPr id="5" name="Forme libre 4">
            <a:extLst>
              <a:ext uri="{FF2B5EF4-FFF2-40B4-BE49-F238E27FC236}">
                <a16:creationId xmlns:a16="http://schemas.microsoft.com/office/drawing/2014/main" id="{B3D7BF2A-BE93-8541-F6CD-4F3C14F11818}"/>
              </a:ext>
            </a:extLst>
          </p:cNvPr>
          <p:cNvSpPr/>
          <p:nvPr/>
        </p:nvSpPr>
        <p:spPr>
          <a:xfrm>
            <a:off x="4387813" y="2116247"/>
            <a:ext cx="3402284" cy="3306119"/>
          </a:xfrm>
          <a:custGeom>
            <a:avLst/>
            <a:gdLst>
              <a:gd name="csX0" fmla="*/ 1321464 w 2642928"/>
              <a:gd name="csY0" fmla="*/ 0 h 2568226"/>
              <a:gd name="csX1" fmla="*/ 0 w 2642928"/>
              <a:gd name="csY1" fmla="*/ 0 h 2568226"/>
              <a:gd name="csX2" fmla="*/ 760512 w 2642928"/>
              <a:gd name="csY2" fmla="*/ 1987134 h 2568226"/>
              <a:gd name="csX3" fmla="*/ 1321464 w 2642928"/>
              <a:gd name="csY3" fmla="*/ 2568227 h 2568226"/>
              <a:gd name="csX4" fmla="*/ 1321464 w 2642928"/>
              <a:gd name="csY4" fmla="*/ 2568227 h 2568226"/>
              <a:gd name="csX5" fmla="*/ 1882416 w 2642928"/>
              <a:gd name="csY5" fmla="*/ 1987134 h 2568226"/>
              <a:gd name="csX6" fmla="*/ 2642929 w 2642928"/>
              <a:gd name="csY6" fmla="*/ 0 h 2568226"/>
              <a:gd name="csX7" fmla="*/ 1321464 w 2642928"/>
              <a:gd name="csY7" fmla="*/ 0 h 25682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42928" h="2568226">
                <a:moveTo>
                  <a:pt x="1321464" y="0"/>
                </a:moveTo>
                <a:lnTo>
                  <a:pt x="0" y="0"/>
                </a:lnTo>
                <a:cubicBezTo>
                  <a:pt x="0" y="0"/>
                  <a:pt x="606385" y="731475"/>
                  <a:pt x="760512" y="1987134"/>
                </a:cubicBezTo>
                <a:cubicBezTo>
                  <a:pt x="801553" y="2321415"/>
                  <a:pt x="1040898" y="2568227"/>
                  <a:pt x="1321464" y="2568227"/>
                </a:cubicBezTo>
                <a:lnTo>
                  <a:pt x="1321464" y="2568227"/>
                </a:lnTo>
                <a:cubicBezTo>
                  <a:pt x="1602030" y="2568227"/>
                  <a:pt x="1841376" y="2321415"/>
                  <a:pt x="1882416" y="1987134"/>
                </a:cubicBezTo>
                <a:cubicBezTo>
                  <a:pt x="2036545" y="731475"/>
                  <a:pt x="2642929" y="0"/>
                  <a:pt x="2642929" y="0"/>
                </a:cubicBezTo>
                <a:lnTo>
                  <a:pt x="1321464" y="0"/>
                </a:lnTo>
                <a:close/>
              </a:path>
            </a:pathLst>
          </a:custGeom>
          <a:gradFill flip="none" rotWithShape="1">
            <a:gsLst>
              <a:gs pos="0">
                <a:schemeClr val="bg1">
                  <a:lumMod val="65000"/>
                  <a:alpha val="50000"/>
                </a:schemeClr>
              </a:gs>
              <a:gs pos="60000">
                <a:schemeClr val="bg1">
                  <a:alpha val="70000"/>
                </a:schemeClr>
              </a:gs>
              <a:gs pos="40000">
                <a:schemeClr val="accent6">
                  <a:lumMod val="0"/>
                  <a:lumOff val="100000"/>
                  <a:alpha val="70000"/>
                </a:schemeClr>
              </a:gs>
              <a:gs pos="100000">
                <a:schemeClr val="bg1">
                  <a:lumMod val="65000"/>
                  <a:alpha val="50000"/>
                </a:schemeClr>
              </a:gs>
            </a:gsLst>
            <a:lin ang="0" scaled="1"/>
            <a:tileRect/>
          </a:gradFill>
          <a:ln w="8960" cap="flat">
            <a:noFill/>
            <a:prstDash val="solid"/>
            <a:miter/>
          </a:ln>
        </p:spPr>
        <p:txBody>
          <a:bodyPr/>
          <a:lstStyle/>
          <a:p>
            <a:endParaRPr lang="fr-FR"/>
          </a:p>
        </p:txBody>
      </p:sp>
      <p:sp>
        <p:nvSpPr>
          <p:cNvPr id="6" name="Forme libre 5">
            <a:extLst>
              <a:ext uri="{FF2B5EF4-FFF2-40B4-BE49-F238E27FC236}">
                <a16:creationId xmlns:a16="http://schemas.microsoft.com/office/drawing/2014/main" id="{5F88157F-0837-B368-49C3-27350679CD66}"/>
              </a:ext>
            </a:extLst>
          </p:cNvPr>
          <p:cNvSpPr/>
          <p:nvPr/>
        </p:nvSpPr>
        <p:spPr>
          <a:xfrm>
            <a:off x="5525329" y="4270757"/>
            <a:ext cx="1127365" cy="1694160"/>
          </a:xfrm>
          <a:custGeom>
            <a:avLst/>
            <a:gdLst>
              <a:gd name="csX0" fmla="*/ 827718 w 875748"/>
              <a:gd name="csY0" fmla="*/ 0 h 1316040"/>
              <a:gd name="csX1" fmla="*/ 437829 w 875748"/>
              <a:gd name="csY1" fmla="*/ 139269 h 1316040"/>
              <a:gd name="csX2" fmla="*/ 47942 w 875748"/>
              <a:gd name="csY2" fmla="*/ 0 h 1316040"/>
              <a:gd name="csX3" fmla="*/ 0 w 875748"/>
              <a:gd name="csY3" fmla="*/ 0 h 1316040"/>
              <a:gd name="csX4" fmla="*/ 41758 w 875748"/>
              <a:gd name="csY4" fmla="*/ 517912 h 1316040"/>
              <a:gd name="csX5" fmla="*/ 326893 w 875748"/>
              <a:gd name="csY5" fmla="*/ 878809 h 1316040"/>
              <a:gd name="csX6" fmla="*/ 326893 w 875748"/>
              <a:gd name="csY6" fmla="*/ 1087264 h 1316040"/>
              <a:gd name="csX7" fmla="*/ 307449 w 875748"/>
              <a:gd name="csY7" fmla="*/ 1106712 h 1316040"/>
              <a:gd name="csX8" fmla="*/ 267394 w 875748"/>
              <a:gd name="csY8" fmla="*/ 1106712 h 1316040"/>
              <a:gd name="csX9" fmla="*/ 253684 w 875748"/>
              <a:gd name="csY9" fmla="*/ 1139870 h 1316040"/>
              <a:gd name="csX10" fmla="*/ 424120 w 875748"/>
              <a:gd name="csY10" fmla="*/ 1310327 h 1316040"/>
              <a:gd name="csX11" fmla="*/ 451630 w 875748"/>
              <a:gd name="csY11" fmla="*/ 1310327 h 1316040"/>
              <a:gd name="csX12" fmla="*/ 622066 w 875748"/>
              <a:gd name="csY12" fmla="*/ 1139870 h 1316040"/>
              <a:gd name="csX13" fmla="*/ 608356 w 875748"/>
              <a:gd name="csY13" fmla="*/ 1106712 h 1316040"/>
              <a:gd name="csX14" fmla="*/ 568301 w 875748"/>
              <a:gd name="csY14" fmla="*/ 1106712 h 1316040"/>
              <a:gd name="csX15" fmla="*/ 548855 w 875748"/>
              <a:gd name="csY15" fmla="*/ 1087264 h 1316040"/>
              <a:gd name="csX16" fmla="*/ 548855 w 875748"/>
              <a:gd name="csY16" fmla="*/ 878809 h 1316040"/>
              <a:gd name="csX17" fmla="*/ 833992 w 875748"/>
              <a:gd name="csY17" fmla="*/ 517912 h 1316040"/>
              <a:gd name="csX18" fmla="*/ 875749 w 875748"/>
              <a:gd name="csY18" fmla="*/ 0 h 1316040"/>
              <a:gd name="csX19" fmla="*/ 827808 w 875748"/>
              <a:gd name="csY19" fmla="*/ 0 h 13160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875748" h="1316040">
                <a:moveTo>
                  <a:pt x="827718" y="0"/>
                </a:moveTo>
                <a:cubicBezTo>
                  <a:pt x="720546" y="87558"/>
                  <a:pt x="584162" y="139269"/>
                  <a:pt x="437829" y="139269"/>
                </a:cubicBezTo>
                <a:cubicBezTo>
                  <a:pt x="291498" y="139269"/>
                  <a:pt x="155114" y="87469"/>
                  <a:pt x="47942" y="0"/>
                </a:cubicBezTo>
                <a:lnTo>
                  <a:pt x="0" y="0"/>
                </a:lnTo>
                <a:cubicBezTo>
                  <a:pt x="19266" y="170636"/>
                  <a:pt x="33246" y="344587"/>
                  <a:pt x="41758" y="517912"/>
                </a:cubicBezTo>
                <a:cubicBezTo>
                  <a:pt x="50271" y="690697"/>
                  <a:pt x="168286" y="832834"/>
                  <a:pt x="326893" y="878809"/>
                </a:cubicBezTo>
                <a:lnTo>
                  <a:pt x="326893" y="1087264"/>
                </a:lnTo>
                <a:cubicBezTo>
                  <a:pt x="326893" y="1098019"/>
                  <a:pt x="318202" y="1106712"/>
                  <a:pt x="307449" y="1106712"/>
                </a:cubicBezTo>
                <a:lnTo>
                  <a:pt x="267394" y="1106712"/>
                </a:lnTo>
                <a:cubicBezTo>
                  <a:pt x="250099" y="1106712"/>
                  <a:pt x="241407" y="1127682"/>
                  <a:pt x="253684" y="1139870"/>
                </a:cubicBezTo>
                <a:lnTo>
                  <a:pt x="424120" y="1310327"/>
                </a:lnTo>
                <a:cubicBezTo>
                  <a:pt x="431737" y="1317944"/>
                  <a:pt x="444013" y="1317944"/>
                  <a:pt x="451630" y="1310327"/>
                </a:cubicBezTo>
                <a:lnTo>
                  <a:pt x="622066" y="1139870"/>
                </a:lnTo>
                <a:cubicBezTo>
                  <a:pt x="634342" y="1127593"/>
                  <a:pt x="625651" y="1106712"/>
                  <a:pt x="608356" y="1106712"/>
                </a:cubicBezTo>
                <a:lnTo>
                  <a:pt x="568301" y="1106712"/>
                </a:lnTo>
                <a:cubicBezTo>
                  <a:pt x="557548" y="1106712"/>
                  <a:pt x="548855" y="1098019"/>
                  <a:pt x="548855" y="1087264"/>
                </a:cubicBezTo>
                <a:lnTo>
                  <a:pt x="548855" y="878809"/>
                </a:lnTo>
                <a:cubicBezTo>
                  <a:pt x="707464" y="832834"/>
                  <a:pt x="825478" y="690697"/>
                  <a:pt x="833992" y="517912"/>
                </a:cubicBezTo>
                <a:cubicBezTo>
                  <a:pt x="842504" y="344676"/>
                  <a:pt x="856573" y="170636"/>
                  <a:pt x="875749" y="0"/>
                </a:cubicBezTo>
                <a:lnTo>
                  <a:pt x="827808" y="0"/>
                </a:lnTo>
                <a:close/>
              </a:path>
            </a:pathLst>
          </a:custGeom>
          <a:solidFill>
            <a:schemeClr val="accent2"/>
          </a:solidFill>
          <a:ln w="8960" cap="flat">
            <a:noFill/>
            <a:prstDash val="solid"/>
            <a:miter/>
          </a:ln>
        </p:spPr>
        <p:txBody>
          <a:bodyPr/>
          <a:lstStyle/>
          <a:p>
            <a:endParaRPr lang="fr-FR"/>
          </a:p>
        </p:txBody>
      </p:sp>
      <p:sp>
        <p:nvSpPr>
          <p:cNvPr id="7" name="Forme libre 6">
            <a:extLst>
              <a:ext uri="{FF2B5EF4-FFF2-40B4-BE49-F238E27FC236}">
                <a16:creationId xmlns:a16="http://schemas.microsoft.com/office/drawing/2014/main" id="{B3DF0F83-B5E2-45E9-690F-734BEFFC632F}"/>
              </a:ext>
            </a:extLst>
          </p:cNvPr>
          <p:cNvSpPr/>
          <p:nvPr/>
        </p:nvSpPr>
        <p:spPr>
          <a:xfrm>
            <a:off x="5278355" y="3194597"/>
            <a:ext cx="1621316" cy="1437465"/>
          </a:xfrm>
          <a:custGeom>
            <a:avLst/>
            <a:gdLst>
              <a:gd name="csX0" fmla="*/ 1143410 w 1259454"/>
              <a:gd name="csY0" fmla="*/ 0 h 1116637"/>
              <a:gd name="csX1" fmla="*/ 629682 w 1259454"/>
              <a:gd name="csY1" fmla="*/ 139269 h 1116637"/>
              <a:gd name="csX2" fmla="*/ 115954 w 1259454"/>
              <a:gd name="csY2" fmla="*/ 0 h 1116637"/>
              <a:gd name="csX3" fmla="*/ 0 w 1259454"/>
              <a:gd name="csY3" fmla="*/ 0 h 1116637"/>
              <a:gd name="csX4" fmla="*/ 102602 w 1259454"/>
              <a:gd name="csY4" fmla="*/ 457956 h 1116637"/>
              <a:gd name="csX5" fmla="*/ 269543 w 1259454"/>
              <a:gd name="csY5" fmla="*/ 755224 h 1116637"/>
              <a:gd name="csX6" fmla="*/ 319814 w 1259454"/>
              <a:gd name="csY6" fmla="*/ 795553 h 1116637"/>
              <a:gd name="csX7" fmla="*/ 386304 w 1259454"/>
              <a:gd name="csY7" fmla="*/ 835882 h 1116637"/>
              <a:gd name="csX8" fmla="*/ 518746 w 1259454"/>
              <a:gd name="csY8" fmla="*/ 882663 h 1116637"/>
              <a:gd name="csX9" fmla="*/ 518746 w 1259454"/>
              <a:gd name="csY9" fmla="*/ 887861 h 1116637"/>
              <a:gd name="csX10" fmla="*/ 499301 w 1259454"/>
              <a:gd name="csY10" fmla="*/ 907308 h 1116637"/>
              <a:gd name="csX11" fmla="*/ 459246 w 1259454"/>
              <a:gd name="csY11" fmla="*/ 907308 h 1116637"/>
              <a:gd name="csX12" fmla="*/ 445536 w 1259454"/>
              <a:gd name="csY12" fmla="*/ 940468 h 1116637"/>
              <a:gd name="csX13" fmla="*/ 615972 w 1259454"/>
              <a:gd name="csY13" fmla="*/ 1110924 h 1116637"/>
              <a:gd name="csX14" fmla="*/ 643482 w 1259454"/>
              <a:gd name="csY14" fmla="*/ 1110924 h 1116637"/>
              <a:gd name="csX15" fmla="*/ 813918 w 1259454"/>
              <a:gd name="csY15" fmla="*/ 940468 h 1116637"/>
              <a:gd name="csX16" fmla="*/ 800208 w 1259454"/>
              <a:gd name="csY16" fmla="*/ 907308 h 1116637"/>
              <a:gd name="csX17" fmla="*/ 760153 w 1259454"/>
              <a:gd name="csY17" fmla="*/ 907308 h 1116637"/>
              <a:gd name="csX18" fmla="*/ 740707 w 1259454"/>
              <a:gd name="csY18" fmla="*/ 887861 h 1116637"/>
              <a:gd name="csX19" fmla="*/ 740707 w 1259454"/>
              <a:gd name="csY19" fmla="*/ 882663 h 1116637"/>
              <a:gd name="csX20" fmla="*/ 873150 w 1259454"/>
              <a:gd name="csY20" fmla="*/ 835882 h 1116637"/>
              <a:gd name="csX21" fmla="*/ 939640 w 1259454"/>
              <a:gd name="csY21" fmla="*/ 795553 h 1116637"/>
              <a:gd name="csX22" fmla="*/ 989910 w 1259454"/>
              <a:gd name="csY22" fmla="*/ 755224 h 1116637"/>
              <a:gd name="csX23" fmla="*/ 1156851 w 1259454"/>
              <a:gd name="csY23" fmla="*/ 457956 h 1116637"/>
              <a:gd name="csX24" fmla="*/ 1259455 w 1259454"/>
              <a:gd name="csY24" fmla="*/ 0 h 1116637"/>
              <a:gd name="csX25" fmla="*/ 1143499 w 1259454"/>
              <a:gd name="csY25" fmla="*/ 0 h 11166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1259454" h="1116637">
                <a:moveTo>
                  <a:pt x="1143410" y="0"/>
                </a:moveTo>
                <a:cubicBezTo>
                  <a:pt x="987670" y="91233"/>
                  <a:pt x="811409" y="139269"/>
                  <a:pt x="629682" y="139269"/>
                </a:cubicBezTo>
                <a:cubicBezTo>
                  <a:pt x="447955" y="139269"/>
                  <a:pt x="271784" y="91233"/>
                  <a:pt x="115954" y="0"/>
                </a:cubicBezTo>
                <a:lnTo>
                  <a:pt x="0" y="0"/>
                </a:lnTo>
                <a:cubicBezTo>
                  <a:pt x="38531" y="149217"/>
                  <a:pt x="73030" y="303004"/>
                  <a:pt x="102602" y="457956"/>
                </a:cubicBezTo>
                <a:cubicBezTo>
                  <a:pt x="125184" y="576075"/>
                  <a:pt x="185490" y="678958"/>
                  <a:pt x="269543" y="755224"/>
                </a:cubicBezTo>
                <a:cubicBezTo>
                  <a:pt x="285494" y="769653"/>
                  <a:pt x="302251" y="783096"/>
                  <a:pt x="319814" y="795553"/>
                </a:cubicBezTo>
                <a:cubicBezTo>
                  <a:pt x="340962" y="810520"/>
                  <a:pt x="363184" y="824052"/>
                  <a:pt x="386304" y="835882"/>
                </a:cubicBezTo>
                <a:cubicBezTo>
                  <a:pt x="427793" y="857032"/>
                  <a:pt x="472239" y="872805"/>
                  <a:pt x="518746" y="882663"/>
                </a:cubicBezTo>
                <a:lnTo>
                  <a:pt x="518746" y="887861"/>
                </a:lnTo>
                <a:cubicBezTo>
                  <a:pt x="518746" y="898615"/>
                  <a:pt x="510054" y="907308"/>
                  <a:pt x="499301" y="907308"/>
                </a:cubicBezTo>
                <a:lnTo>
                  <a:pt x="459246" y="907308"/>
                </a:lnTo>
                <a:cubicBezTo>
                  <a:pt x="441951" y="907308"/>
                  <a:pt x="433259" y="928280"/>
                  <a:pt x="445536" y="940468"/>
                </a:cubicBezTo>
                <a:lnTo>
                  <a:pt x="615972" y="1110924"/>
                </a:lnTo>
                <a:cubicBezTo>
                  <a:pt x="623589" y="1118542"/>
                  <a:pt x="635865" y="1118542"/>
                  <a:pt x="643482" y="1110924"/>
                </a:cubicBezTo>
                <a:lnTo>
                  <a:pt x="813918" y="940468"/>
                </a:lnTo>
                <a:cubicBezTo>
                  <a:pt x="826195" y="928190"/>
                  <a:pt x="817503" y="907308"/>
                  <a:pt x="800208" y="907308"/>
                </a:cubicBezTo>
                <a:lnTo>
                  <a:pt x="760153" y="907308"/>
                </a:lnTo>
                <a:cubicBezTo>
                  <a:pt x="749400" y="907308"/>
                  <a:pt x="740707" y="898615"/>
                  <a:pt x="740707" y="887861"/>
                </a:cubicBezTo>
                <a:lnTo>
                  <a:pt x="740707" y="882663"/>
                </a:lnTo>
                <a:cubicBezTo>
                  <a:pt x="787125" y="872805"/>
                  <a:pt x="831661" y="857121"/>
                  <a:pt x="873150" y="835882"/>
                </a:cubicBezTo>
                <a:cubicBezTo>
                  <a:pt x="896358" y="824052"/>
                  <a:pt x="918492" y="810520"/>
                  <a:pt x="939640" y="795553"/>
                </a:cubicBezTo>
                <a:cubicBezTo>
                  <a:pt x="957203" y="783096"/>
                  <a:pt x="973960" y="769653"/>
                  <a:pt x="989910" y="755224"/>
                </a:cubicBezTo>
                <a:cubicBezTo>
                  <a:pt x="1073963" y="678958"/>
                  <a:pt x="1134359" y="576075"/>
                  <a:pt x="1156851" y="457956"/>
                </a:cubicBezTo>
                <a:cubicBezTo>
                  <a:pt x="1186422" y="303004"/>
                  <a:pt x="1220923" y="149217"/>
                  <a:pt x="1259455" y="0"/>
                </a:cubicBezTo>
                <a:lnTo>
                  <a:pt x="1143499" y="0"/>
                </a:lnTo>
                <a:close/>
              </a:path>
            </a:pathLst>
          </a:custGeom>
          <a:solidFill>
            <a:schemeClr val="accent1"/>
          </a:solidFill>
          <a:ln w="8960" cap="flat">
            <a:noFill/>
            <a:prstDash val="solid"/>
            <a:miter/>
          </a:ln>
        </p:spPr>
        <p:txBody>
          <a:bodyPr/>
          <a:lstStyle/>
          <a:p>
            <a:endParaRPr lang="fr-FR"/>
          </a:p>
        </p:txBody>
      </p:sp>
      <p:sp>
        <p:nvSpPr>
          <p:cNvPr id="8" name="Forme libre 7">
            <a:extLst>
              <a:ext uri="{FF2B5EF4-FFF2-40B4-BE49-F238E27FC236}">
                <a16:creationId xmlns:a16="http://schemas.microsoft.com/office/drawing/2014/main" id="{4109541E-70C2-8DF5-04E3-2C014762D906}"/>
              </a:ext>
            </a:extLst>
          </p:cNvPr>
          <p:cNvSpPr/>
          <p:nvPr/>
        </p:nvSpPr>
        <p:spPr>
          <a:xfrm>
            <a:off x="4795363" y="2118554"/>
            <a:ext cx="2587761" cy="1448425"/>
          </a:xfrm>
          <a:custGeom>
            <a:avLst/>
            <a:gdLst>
              <a:gd name="csX0" fmla="*/ 0 w 2010198"/>
              <a:gd name="csY0" fmla="*/ 0 h 1125151"/>
              <a:gd name="csX1" fmla="*/ 134592 w 2010198"/>
              <a:gd name="csY1" fmla="*/ 304438 h 1125151"/>
              <a:gd name="csX2" fmla="*/ 479139 w 2010198"/>
              <a:gd name="csY2" fmla="*/ 733088 h 1125151"/>
              <a:gd name="csX3" fmla="*/ 513549 w 2010198"/>
              <a:gd name="csY3" fmla="*/ 755224 h 1125151"/>
              <a:gd name="csX4" fmla="*/ 586042 w 2010198"/>
              <a:gd name="csY4" fmla="*/ 795553 h 1125151"/>
              <a:gd name="csX5" fmla="*/ 678788 w 2010198"/>
              <a:gd name="csY5" fmla="*/ 835882 h 1125151"/>
              <a:gd name="csX6" fmla="*/ 894118 w 2010198"/>
              <a:gd name="csY6" fmla="*/ 887772 h 1125151"/>
              <a:gd name="csX7" fmla="*/ 894118 w 2010198"/>
              <a:gd name="csY7" fmla="*/ 896375 h 1125151"/>
              <a:gd name="csX8" fmla="*/ 874673 w 2010198"/>
              <a:gd name="csY8" fmla="*/ 915823 h 1125151"/>
              <a:gd name="csX9" fmla="*/ 834617 w 2010198"/>
              <a:gd name="csY9" fmla="*/ 915823 h 1125151"/>
              <a:gd name="csX10" fmla="*/ 820908 w 2010198"/>
              <a:gd name="csY10" fmla="*/ 948981 h 1125151"/>
              <a:gd name="csX11" fmla="*/ 991344 w 2010198"/>
              <a:gd name="csY11" fmla="*/ 1119438 h 1125151"/>
              <a:gd name="csX12" fmla="*/ 1018854 w 2010198"/>
              <a:gd name="csY12" fmla="*/ 1119438 h 1125151"/>
              <a:gd name="csX13" fmla="*/ 1189290 w 2010198"/>
              <a:gd name="csY13" fmla="*/ 948981 h 1125151"/>
              <a:gd name="csX14" fmla="*/ 1175580 w 2010198"/>
              <a:gd name="csY14" fmla="*/ 915823 h 1125151"/>
              <a:gd name="csX15" fmla="*/ 1135525 w 2010198"/>
              <a:gd name="csY15" fmla="*/ 915823 h 1125151"/>
              <a:gd name="csX16" fmla="*/ 1116080 w 2010198"/>
              <a:gd name="csY16" fmla="*/ 896375 h 1125151"/>
              <a:gd name="csX17" fmla="*/ 1116080 w 2010198"/>
              <a:gd name="csY17" fmla="*/ 887772 h 1125151"/>
              <a:gd name="csX18" fmla="*/ 1331410 w 2010198"/>
              <a:gd name="csY18" fmla="*/ 835882 h 1125151"/>
              <a:gd name="csX19" fmla="*/ 1424155 w 2010198"/>
              <a:gd name="csY19" fmla="*/ 795553 h 1125151"/>
              <a:gd name="csX20" fmla="*/ 1496649 w 2010198"/>
              <a:gd name="csY20" fmla="*/ 755224 h 1125151"/>
              <a:gd name="csX21" fmla="*/ 1531059 w 2010198"/>
              <a:gd name="csY21" fmla="*/ 733088 h 1125151"/>
              <a:gd name="csX22" fmla="*/ 1875605 w 2010198"/>
              <a:gd name="csY22" fmla="*/ 304438 h 1125151"/>
              <a:gd name="csX23" fmla="*/ 2010198 w 2010198"/>
              <a:gd name="csY23" fmla="*/ 0 h 1125151"/>
              <a:gd name="csX24" fmla="*/ 358 w 2010198"/>
              <a:gd name="csY24" fmla="*/ 0 h 11251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2010198" h="1125151">
                <a:moveTo>
                  <a:pt x="0" y="0"/>
                </a:moveTo>
                <a:cubicBezTo>
                  <a:pt x="29481" y="59060"/>
                  <a:pt x="77511" y="161136"/>
                  <a:pt x="134592" y="304438"/>
                </a:cubicBezTo>
                <a:cubicBezTo>
                  <a:pt x="204218" y="479285"/>
                  <a:pt x="323309" y="627516"/>
                  <a:pt x="479139" y="733088"/>
                </a:cubicBezTo>
                <a:cubicBezTo>
                  <a:pt x="490430" y="740795"/>
                  <a:pt x="501899" y="748055"/>
                  <a:pt x="513549" y="755224"/>
                </a:cubicBezTo>
                <a:cubicBezTo>
                  <a:pt x="537206" y="769832"/>
                  <a:pt x="561400" y="783185"/>
                  <a:pt x="586042" y="795553"/>
                </a:cubicBezTo>
                <a:cubicBezTo>
                  <a:pt x="616240" y="810699"/>
                  <a:pt x="647246" y="824142"/>
                  <a:pt x="678788" y="835882"/>
                </a:cubicBezTo>
                <a:cubicBezTo>
                  <a:pt x="748056" y="861692"/>
                  <a:pt x="820280" y="878989"/>
                  <a:pt x="894118" y="887772"/>
                </a:cubicBezTo>
                <a:lnTo>
                  <a:pt x="894118" y="896375"/>
                </a:lnTo>
                <a:cubicBezTo>
                  <a:pt x="894118" y="907130"/>
                  <a:pt x="885426" y="915823"/>
                  <a:pt x="874673" y="915823"/>
                </a:cubicBezTo>
                <a:lnTo>
                  <a:pt x="834617" y="915823"/>
                </a:lnTo>
                <a:cubicBezTo>
                  <a:pt x="817323" y="915823"/>
                  <a:pt x="808632" y="936793"/>
                  <a:pt x="820908" y="948981"/>
                </a:cubicBezTo>
                <a:lnTo>
                  <a:pt x="991344" y="1119438"/>
                </a:lnTo>
                <a:cubicBezTo>
                  <a:pt x="998961" y="1127056"/>
                  <a:pt x="1011237" y="1127056"/>
                  <a:pt x="1018854" y="1119438"/>
                </a:cubicBezTo>
                <a:lnTo>
                  <a:pt x="1189290" y="948981"/>
                </a:lnTo>
                <a:cubicBezTo>
                  <a:pt x="1201567" y="936704"/>
                  <a:pt x="1192875" y="915823"/>
                  <a:pt x="1175580" y="915823"/>
                </a:cubicBezTo>
                <a:lnTo>
                  <a:pt x="1135525" y="915823"/>
                </a:lnTo>
                <a:cubicBezTo>
                  <a:pt x="1124771" y="915823"/>
                  <a:pt x="1116080" y="907130"/>
                  <a:pt x="1116080" y="896375"/>
                </a:cubicBezTo>
                <a:lnTo>
                  <a:pt x="1116080" y="887772"/>
                </a:lnTo>
                <a:cubicBezTo>
                  <a:pt x="1189917" y="878989"/>
                  <a:pt x="1262053" y="861692"/>
                  <a:pt x="1331410" y="835882"/>
                </a:cubicBezTo>
                <a:cubicBezTo>
                  <a:pt x="1362953" y="824142"/>
                  <a:pt x="1393867" y="810699"/>
                  <a:pt x="1424155" y="795553"/>
                </a:cubicBezTo>
                <a:cubicBezTo>
                  <a:pt x="1448799" y="783185"/>
                  <a:pt x="1472993" y="769832"/>
                  <a:pt x="1496649" y="755224"/>
                </a:cubicBezTo>
                <a:cubicBezTo>
                  <a:pt x="1508209" y="748055"/>
                  <a:pt x="1519679" y="740795"/>
                  <a:pt x="1531059" y="733088"/>
                </a:cubicBezTo>
                <a:cubicBezTo>
                  <a:pt x="1686888" y="627427"/>
                  <a:pt x="1805979" y="479197"/>
                  <a:pt x="1875605" y="304438"/>
                </a:cubicBezTo>
                <a:cubicBezTo>
                  <a:pt x="1932687" y="161136"/>
                  <a:pt x="1980717" y="59060"/>
                  <a:pt x="2010198" y="0"/>
                </a:cubicBezTo>
                <a:lnTo>
                  <a:pt x="358" y="0"/>
                </a:lnTo>
                <a:close/>
              </a:path>
            </a:pathLst>
          </a:custGeom>
          <a:solidFill>
            <a:schemeClr val="accent5"/>
          </a:solidFill>
          <a:ln w="8960" cap="flat">
            <a:noFill/>
            <a:prstDash val="solid"/>
            <a:miter/>
          </a:ln>
        </p:spPr>
        <p:txBody>
          <a:bodyPr/>
          <a:lstStyle/>
          <a:p>
            <a:endParaRPr lang="fr-FR">
              <a:solidFill>
                <a:schemeClr val="accent5"/>
              </a:solidFill>
            </a:endParaRPr>
          </a:p>
        </p:txBody>
      </p:sp>
      <p:sp>
        <p:nvSpPr>
          <p:cNvPr id="9" name="Ellipse 8">
            <a:extLst>
              <a:ext uri="{FF2B5EF4-FFF2-40B4-BE49-F238E27FC236}">
                <a16:creationId xmlns:a16="http://schemas.microsoft.com/office/drawing/2014/main" id="{F10D5120-91AF-045C-EB44-52CBA5F9DE86}"/>
              </a:ext>
            </a:extLst>
          </p:cNvPr>
          <p:cNvSpPr/>
          <p:nvPr/>
        </p:nvSpPr>
        <p:spPr>
          <a:xfrm>
            <a:off x="4795362" y="2005953"/>
            <a:ext cx="2587184" cy="225199"/>
          </a:xfrm>
          <a:prstGeom prst="ellipse">
            <a:avLst/>
          </a:prstGeom>
          <a:solidFill>
            <a:schemeClr val="accent5">
              <a:lumMod val="40000"/>
              <a:lumOff val="60000"/>
            </a:schemeClr>
          </a:solidFill>
          <a:ln w="8960" cap="flat">
            <a:noFill/>
            <a:prstDash val="solid"/>
            <a:miter/>
          </a:ln>
        </p:spPr>
        <p:txBody>
          <a:bodyPr/>
          <a:lstStyle/>
          <a:p>
            <a:endParaRPr lang="fr-FR">
              <a:solidFill>
                <a:schemeClr val="accent5">
                  <a:lumMod val="40000"/>
                  <a:lumOff val="60000"/>
                </a:schemeClr>
              </a:solidFill>
            </a:endParaRPr>
          </a:p>
        </p:txBody>
      </p:sp>
      <p:sp>
        <p:nvSpPr>
          <p:cNvPr id="10" name="Forme libre 9">
            <a:extLst>
              <a:ext uri="{FF2B5EF4-FFF2-40B4-BE49-F238E27FC236}">
                <a16:creationId xmlns:a16="http://schemas.microsoft.com/office/drawing/2014/main" id="{BF442F6C-AE76-CFE6-05BC-9AFAC476F214}"/>
              </a:ext>
            </a:extLst>
          </p:cNvPr>
          <p:cNvSpPr/>
          <p:nvPr/>
        </p:nvSpPr>
        <p:spPr>
          <a:xfrm>
            <a:off x="5772767" y="1501100"/>
            <a:ext cx="632491" cy="652035"/>
          </a:xfrm>
          <a:custGeom>
            <a:avLst/>
            <a:gdLst>
              <a:gd name="csX0" fmla="*/ 491236 w 491325"/>
              <a:gd name="csY0" fmla="*/ 0 h 506507"/>
              <a:gd name="csX1" fmla="*/ 0 w 491325"/>
              <a:gd name="csY1" fmla="*/ 0 h 506507"/>
              <a:gd name="csX2" fmla="*/ 134682 w 491325"/>
              <a:gd name="csY2" fmla="*/ 271010 h 506507"/>
              <a:gd name="csX3" fmla="*/ 134682 w 491325"/>
              <a:gd name="csY3" fmla="*/ 277731 h 506507"/>
              <a:gd name="csX4" fmla="*/ 115237 w 491325"/>
              <a:gd name="csY4" fmla="*/ 297178 h 506507"/>
              <a:gd name="csX5" fmla="*/ 75182 w 491325"/>
              <a:gd name="csY5" fmla="*/ 297178 h 506507"/>
              <a:gd name="csX6" fmla="*/ 61472 w 491325"/>
              <a:gd name="csY6" fmla="*/ 330338 h 506507"/>
              <a:gd name="csX7" fmla="*/ 231908 w 491325"/>
              <a:gd name="csY7" fmla="*/ 500794 h 506507"/>
              <a:gd name="csX8" fmla="*/ 259418 w 491325"/>
              <a:gd name="csY8" fmla="*/ 500794 h 506507"/>
              <a:gd name="csX9" fmla="*/ 429854 w 491325"/>
              <a:gd name="csY9" fmla="*/ 330338 h 506507"/>
              <a:gd name="csX10" fmla="*/ 416144 w 491325"/>
              <a:gd name="csY10" fmla="*/ 297178 h 506507"/>
              <a:gd name="csX11" fmla="*/ 376089 w 491325"/>
              <a:gd name="csY11" fmla="*/ 297178 h 506507"/>
              <a:gd name="csX12" fmla="*/ 356643 w 491325"/>
              <a:gd name="csY12" fmla="*/ 277731 h 506507"/>
              <a:gd name="csX13" fmla="*/ 356643 w 491325"/>
              <a:gd name="csY13" fmla="*/ 271010 h 506507"/>
              <a:gd name="csX14" fmla="*/ 491326 w 491325"/>
              <a:gd name="csY14" fmla="*/ 0 h 5065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91325" h="506507">
                <a:moveTo>
                  <a:pt x="491236" y="0"/>
                </a:moveTo>
                <a:lnTo>
                  <a:pt x="0" y="0"/>
                </a:lnTo>
                <a:cubicBezTo>
                  <a:pt x="83605" y="65870"/>
                  <a:pt x="134682" y="164541"/>
                  <a:pt x="134682" y="271010"/>
                </a:cubicBezTo>
                <a:lnTo>
                  <a:pt x="134682" y="277731"/>
                </a:lnTo>
                <a:cubicBezTo>
                  <a:pt x="134682" y="288485"/>
                  <a:pt x="125990" y="297178"/>
                  <a:pt x="115237" y="297178"/>
                </a:cubicBezTo>
                <a:lnTo>
                  <a:pt x="75182" y="297178"/>
                </a:lnTo>
                <a:cubicBezTo>
                  <a:pt x="57887" y="297178"/>
                  <a:pt x="49195" y="318149"/>
                  <a:pt x="61472" y="330338"/>
                </a:cubicBezTo>
                <a:lnTo>
                  <a:pt x="231908" y="500794"/>
                </a:lnTo>
                <a:cubicBezTo>
                  <a:pt x="239525" y="508412"/>
                  <a:pt x="251801" y="508412"/>
                  <a:pt x="259418" y="500794"/>
                </a:cubicBezTo>
                <a:lnTo>
                  <a:pt x="429854" y="330338"/>
                </a:lnTo>
                <a:cubicBezTo>
                  <a:pt x="442131" y="318060"/>
                  <a:pt x="433439" y="297178"/>
                  <a:pt x="416144" y="297178"/>
                </a:cubicBezTo>
                <a:lnTo>
                  <a:pt x="376089" y="297178"/>
                </a:lnTo>
                <a:cubicBezTo>
                  <a:pt x="365336" y="297178"/>
                  <a:pt x="356643" y="288485"/>
                  <a:pt x="356643" y="277731"/>
                </a:cubicBezTo>
                <a:lnTo>
                  <a:pt x="356643" y="271010"/>
                </a:lnTo>
                <a:cubicBezTo>
                  <a:pt x="356643" y="164541"/>
                  <a:pt x="407721" y="65870"/>
                  <a:pt x="491326" y="0"/>
                </a:cubicBezTo>
                <a:close/>
              </a:path>
            </a:pathLst>
          </a:custGeom>
          <a:solidFill>
            <a:schemeClr val="bg2">
              <a:lumMod val="75000"/>
            </a:schemeClr>
          </a:solidFill>
          <a:ln w="8960" cap="flat">
            <a:noFill/>
            <a:prstDash val="solid"/>
            <a:miter/>
          </a:ln>
          <a:effectLst>
            <a:outerShdw blurRad="190500" dist="38100" dir="5400000" algn="t" rotWithShape="0">
              <a:prstClr val="black">
                <a:alpha val="20000"/>
              </a:prstClr>
            </a:outerShdw>
          </a:effectLst>
        </p:spPr>
        <p:txBody>
          <a:bodyPr/>
          <a:lstStyle/>
          <a:p>
            <a:endParaRPr lang="fr-FR"/>
          </a:p>
        </p:txBody>
      </p:sp>
      <p:sp>
        <p:nvSpPr>
          <p:cNvPr id="3" name="TextBox 2">
            <a:extLst>
              <a:ext uri="{FF2B5EF4-FFF2-40B4-BE49-F238E27FC236}">
                <a16:creationId xmlns:a16="http://schemas.microsoft.com/office/drawing/2014/main" id="{971CE37A-2EA3-4645-2C03-793BABD07C75}"/>
              </a:ext>
            </a:extLst>
          </p:cNvPr>
          <p:cNvSpPr txBox="1"/>
          <p:nvPr/>
        </p:nvSpPr>
        <p:spPr>
          <a:xfrm>
            <a:off x="5866719" y="2285036"/>
            <a:ext cx="444353" cy="400110"/>
          </a:xfrm>
          <a:prstGeom prst="rect">
            <a:avLst/>
          </a:prstGeom>
          <a:noFill/>
        </p:spPr>
        <p:txBody>
          <a:bodyPr wrap="none" rtlCol="0" anchor="ctr">
            <a:spAutoFit/>
          </a:bodyPr>
          <a:lstStyle/>
          <a:p>
            <a:pPr algn="ctr"/>
            <a:r>
              <a:rPr lang="en-US" sz="2000" b="1" dirty="0"/>
              <a:t>01</a:t>
            </a:r>
          </a:p>
        </p:txBody>
      </p:sp>
      <p:sp>
        <p:nvSpPr>
          <p:cNvPr id="11" name="TextBox 10">
            <a:extLst>
              <a:ext uri="{FF2B5EF4-FFF2-40B4-BE49-F238E27FC236}">
                <a16:creationId xmlns:a16="http://schemas.microsoft.com/office/drawing/2014/main" id="{496E8524-E548-6AAF-FFEC-95564890C8CB}"/>
              </a:ext>
            </a:extLst>
          </p:cNvPr>
          <p:cNvSpPr txBox="1"/>
          <p:nvPr/>
        </p:nvSpPr>
        <p:spPr>
          <a:xfrm>
            <a:off x="5866719" y="3588980"/>
            <a:ext cx="444353" cy="400110"/>
          </a:xfrm>
          <a:prstGeom prst="rect">
            <a:avLst/>
          </a:prstGeom>
          <a:noFill/>
        </p:spPr>
        <p:txBody>
          <a:bodyPr wrap="none" rtlCol="0" anchor="ctr">
            <a:spAutoFit/>
          </a:bodyPr>
          <a:lstStyle/>
          <a:p>
            <a:pPr algn="ctr"/>
            <a:r>
              <a:rPr lang="en-US" sz="2000" b="1" dirty="0"/>
              <a:t>02</a:t>
            </a:r>
          </a:p>
        </p:txBody>
      </p:sp>
      <p:sp>
        <p:nvSpPr>
          <p:cNvPr id="12" name="TextBox 11">
            <a:extLst>
              <a:ext uri="{FF2B5EF4-FFF2-40B4-BE49-F238E27FC236}">
                <a16:creationId xmlns:a16="http://schemas.microsoft.com/office/drawing/2014/main" id="{C0538591-6D2A-394D-3D5F-604348CBB2C4}"/>
              </a:ext>
            </a:extLst>
          </p:cNvPr>
          <p:cNvSpPr txBox="1"/>
          <p:nvPr/>
        </p:nvSpPr>
        <p:spPr>
          <a:xfrm>
            <a:off x="5866719" y="4627104"/>
            <a:ext cx="444353" cy="400110"/>
          </a:xfrm>
          <a:prstGeom prst="rect">
            <a:avLst/>
          </a:prstGeom>
          <a:noFill/>
        </p:spPr>
        <p:txBody>
          <a:bodyPr wrap="none" rtlCol="0" anchor="ctr">
            <a:spAutoFit/>
          </a:bodyPr>
          <a:lstStyle/>
          <a:p>
            <a:pPr algn="ctr"/>
            <a:r>
              <a:rPr lang="en-US" sz="2000" b="1" dirty="0"/>
              <a:t>03</a:t>
            </a:r>
          </a:p>
        </p:txBody>
      </p:sp>
      <p:sp>
        <p:nvSpPr>
          <p:cNvPr id="14" name="TextBox 13">
            <a:extLst>
              <a:ext uri="{FF2B5EF4-FFF2-40B4-BE49-F238E27FC236}">
                <a16:creationId xmlns:a16="http://schemas.microsoft.com/office/drawing/2014/main" id="{D722451E-7F13-2C43-869C-63664D36688F}"/>
              </a:ext>
            </a:extLst>
          </p:cNvPr>
          <p:cNvSpPr txBox="1"/>
          <p:nvPr/>
        </p:nvSpPr>
        <p:spPr>
          <a:xfrm>
            <a:off x="7797143" y="2890588"/>
            <a:ext cx="3774300" cy="461665"/>
          </a:xfrm>
          <a:prstGeom prst="rect">
            <a:avLst/>
          </a:prstGeom>
          <a:noFill/>
        </p:spPr>
        <p:txBody>
          <a:bodyPr wrap="square" lIns="0" rIns="0" rtlCol="0" anchor="b">
            <a:spAutoFit/>
          </a:bodyPr>
          <a:lstStyle/>
          <a:p>
            <a:r>
              <a:rPr lang="en-US" sz="2400" b="1" noProof="1">
                <a:solidFill>
                  <a:schemeClr val="accent1"/>
                </a:solidFill>
              </a:rPr>
              <a:t>02 – Relationships Tested</a:t>
            </a:r>
          </a:p>
        </p:txBody>
      </p:sp>
      <p:sp>
        <p:nvSpPr>
          <p:cNvPr id="17" name="TextBox 16">
            <a:extLst>
              <a:ext uri="{FF2B5EF4-FFF2-40B4-BE49-F238E27FC236}">
                <a16:creationId xmlns:a16="http://schemas.microsoft.com/office/drawing/2014/main" id="{0392127C-2BD2-4755-F486-5EDA428D2FED}"/>
              </a:ext>
            </a:extLst>
          </p:cNvPr>
          <p:cNvSpPr txBox="1"/>
          <p:nvPr/>
        </p:nvSpPr>
        <p:spPr>
          <a:xfrm>
            <a:off x="1326942" y="3797282"/>
            <a:ext cx="3216034" cy="461665"/>
          </a:xfrm>
          <a:prstGeom prst="rect">
            <a:avLst/>
          </a:prstGeom>
          <a:noFill/>
        </p:spPr>
        <p:txBody>
          <a:bodyPr wrap="square" lIns="0" rIns="0" rtlCol="0" anchor="b">
            <a:spAutoFit/>
          </a:bodyPr>
          <a:lstStyle/>
          <a:p>
            <a:pPr algn="r"/>
            <a:r>
              <a:rPr lang="en-US" sz="2400" b="1" dirty="0">
                <a:solidFill>
                  <a:schemeClr val="accent2"/>
                </a:solidFill>
              </a:rPr>
              <a:t>03 – Key Takeaways</a:t>
            </a:r>
          </a:p>
        </p:txBody>
      </p:sp>
      <p:grpSp>
        <p:nvGrpSpPr>
          <p:cNvPr id="19" name="Group 18">
            <a:extLst>
              <a:ext uri="{FF2B5EF4-FFF2-40B4-BE49-F238E27FC236}">
                <a16:creationId xmlns:a16="http://schemas.microsoft.com/office/drawing/2014/main" id="{AD7627F3-BDD0-BBE3-E530-821E896DFEA6}"/>
              </a:ext>
            </a:extLst>
          </p:cNvPr>
          <p:cNvGrpSpPr/>
          <p:nvPr/>
        </p:nvGrpSpPr>
        <p:grpSpPr>
          <a:xfrm>
            <a:off x="1189640" y="2116247"/>
            <a:ext cx="2798246" cy="1290153"/>
            <a:chOff x="332936" y="2627766"/>
            <a:chExt cx="2926080" cy="1290153"/>
          </a:xfrm>
        </p:grpSpPr>
        <p:sp>
          <p:nvSpPr>
            <p:cNvPr id="20" name="TextBox 19">
              <a:extLst>
                <a:ext uri="{FF2B5EF4-FFF2-40B4-BE49-F238E27FC236}">
                  <a16:creationId xmlns:a16="http://schemas.microsoft.com/office/drawing/2014/main" id="{175C19C6-BB50-0D78-3D2F-81DF1EB86B48}"/>
                </a:ext>
              </a:extLst>
            </p:cNvPr>
            <p:cNvSpPr txBox="1"/>
            <p:nvPr/>
          </p:nvSpPr>
          <p:spPr>
            <a:xfrm>
              <a:off x="332936" y="2627766"/>
              <a:ext cx="2926080" cy="461665"/>
            </a:xfrm>
            <a:prstGeom prst="rect">
              <a:avLst/>
            </a:prstGeom>
            <a:noFill/>
          </p:spPr>
          <p:txBody>
            <a:bodyPr wrap="square" lIns="0" rIns="0" rtlCol="0" anchor="b">
              <a:spAutoFit/>
            </a:bodyPr>
            <a:lstStyle/>
            <a:p>
              <a:pPr algn="r"/>
              <a:r>
                <a:rPr lang="en-US" sz="2400" b="1" noProof="1">
                  <a:solidFill>
                    <a:schemeClr val="accent5"/>
                  </a:solidFill>
                </a:rPr>
                <a:t>01 - Method</a:t>
              </a:r>
            </a:p>
          </p:txBody>
        </p:sp>
        <p:sp>
          <p:nvSpPr>
            <p:cNvPr id="21" name="TextBox 20">
              <a:extLst>
                <a:ext uri="{FF2B5EF4-FFF2-40B4-BE49-F238E27FC236}">
                  <a16:creationId xmlns:a16="http://schemas.microsoft.com/office/drawing/2014/main" id="{43C83280-C8BA-E617-18CC-BCC59EB58863}"/>
                </a:ext>
              </a:extLst>
            </p:cNvPr>
            <p:cNvSpPr txBox="1"/>
            <p:nvPr/>
          </p:nvSpPr>
          <p:spPr>
            <a:xfrm>
              <a:off x="332936" y="3086922"/>
              <a:ext cx="2926080"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dirty="0"/>
                <a:t>Linear regression used to estimate causal effects</a:t>
              </a:r>
            </a:p>
            <a:p>
              <a:pPr marL="171450" lvl="1" indent="-171450">
                <a:buFont typeface="Arial" panose="020B0604020202020204" pitchFamily="34" charset="0"/>
                <a:buChar char="•"/>
              </a:pPr>
              <a:r>
                <a:rPr lang="en-US" sz="1200" dirty="0"/>
                <a:t>Controlled for variables identified in CPDAG</a:t>
              </a:r>
            </a:p>
          </p:txBody>
        </p:sp>
      </p:grpSp>
      <p:sp>
        <p:nvSpPr>
          <p:cNvPr id="22" name="TextBox 21">
            <a:extLst>
              <a:ext uri="{FF2B5EF4-FFF2-40B4-BE49-F238E27FC236}">
                <a16:creationId xmlns:a16="http://schemas.microsoft.com/office/drawing/2014/main" id="{30349292-F5FF-3FCA-3DB2-0487B6959AB0}"/>
              </a:ext>
            </a:extLst>
          </p:cNvPr>
          <p:cNvSpPr txBox="1"/>
          <p:nvPr/>
        </p:nvSpPr>
        <p:spPr>
          <a:xfrm>
            <a:off x="1456830" y="4258947"/>
            <a:ext cx="3306316"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dirty="0"/>
              <a:t>Multiple factors significantly impact lethality</a:t>
            </a:r>
          </a:p>
          <a:p>
            <a:pPr marL="171450" lvl="1" indent="-171450">
              <a:buFont typeface="Arial" panose="020B0604020202020204" pitchFamily="34" charset="0"/>
              <a:buChar char="•"/>
            </a:pPr>
            <a:r>
              <a:rPr lang="en-US" sz="1200" dirty="0"/>
              <a:t>Effects depend on interactions between variables</a:t>
            </a:r>
          </a:p>
          <a:p>
            <a:pPr marL="171450" lvl="1" indent="-171450">
              <a:buFont typeface="Arial" panose="020B0604020202020204" pitchFamily="34" charset="0"/>
              <a:buChar char="•"/>
            </a:pPr>
            <a:r>
              <a:rPr lang="en-US" sz="1200" dirty="0"/>
              <a:t>Observational data limits full causal certainty</a:t>
            </a:r>
          </a:p>
        </p:txBody>
      </p:sp>
      <p:sp>
        <p:nvSpPr>
          <p:cNvPr id="23" name="TextBox 22">
            <a:extLst>
              <a:ext uri="{FF2B5EF4-FFF2-40B4-BE49-F238E27FC236}">
                <a16:creationId xmlns:a16="http://schemas.microsoft.com/office/drawing/2014/main" id="{FEF3DA14-B3C0-A582-6B8B-327147CD9720}"/>
              </a:ext>
            </a:extLst>
          </p:cNvPr>
          <p:cNvSpPr txBox="1"/>
          <p:nvPr/>
        </p:nvSpPr>
        <p:spPr>
          <a:xfrm>
            <a:off x="8190021" y="3337403"/>
            <a:ext cx="2798246"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dirty="0"/>
              <a:t>Weather → Lethality</a:t>
            </a:r>
          </a:p>
          <a:p>
            <a:pPr marL="171450" lvl="1" indent="-171450">
              <a:buFont typeface="Arial" panose="020B0604020202020204" pitchFamily="34" charset="0"/>
              <a:buChar char="•"/>
            </a:pPr>
            <a:r>
              <a:rPr lang="en-US" sz="1200" dirty="0"/>
              <a:t>Pilot Error → Lethality</a:t>
            </a:r>
          </a:p>
          <a:p>
            <a:pPr marL="171450" lvl="1" indent="-171450">
              <a:buFont typeface="Arial" panose="020B0604020202020204" pitchFamily="34" charset="0"/>
              <a:buChar char="•"/>
            </a:pPr>
            <a:r>
              <a:rPr lang="en-US" sz="1200" dirty="0"/>
              <a:t>Mechanical → Lethality</a:t>
            </a:r>
          </a:p>
          <a:p>
            <a:pPr marL="171450" lvl="1" indent="-171450">
              <a:buFont typeface="Arial" panose="020B0604020202020204" pitchFamily="34" charset="0"/>
              <a:buChar char="•"/>
            </a:pPr>
            <a:r>
              <a:rPr lang="en-US" sz="1200" dirty="0"/>
              <a:t>Fuel, CFIT, etc.</a:t>
            </a:r>
          </a:p>
        </p:txBody>
      </p:sp>
    </p:spTree>
    <p:extLst>
      <p:ext uri="{BB962C8B-B14F-4D97-AF65-F5344CB8AC3E}">
        <p14:creationId xmlns:p14="http://schemas.microsoft.com/office/powerpoint/2010/main" val="7171888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BFAE1-45D3-4B3B-81D2-0BF25FA84FB8}"/>
              </a:ext>
            </a:extLst>
          </p:cNvPr>
          <p:cNvSpPr>
            <a:spLocks noGrp="1"/>
          </p:cNvSpPr>
          <p:nvPr>
            <p:ph type="title"/>
          </p:nvPr>
        </p:nvSpPr>
        <p:spPr/>
        <p:txBody>
          <a:bodyPr/>
          <a:lstStyle/>
          <a:p>
            <a:r>
              <a:rPr lang="en-US" dirty="0"/>
              <a:t>Conclusion</a:t>
            </a:r>
          </a:p>
        </p:txBody>
      </p:sp>
      <p:grpSp>
        <p:nvGrpSpPr>
          <p:cNvPr id="26" name="Group 25">
            <a:extLst>
              <a:ext uri="{FF2B5EF4-FFF2-40B4-BE49-F238E27FC236}">
                <a16:creationId xmlns:a16="http://schemas.microsoft.com/office/drawing/2014/main" id="{324BA0DC-2EFF-1027-B0C7-0599C4260C83}"/>
              </a:ext>
            </a:extLst>
          </p:cNvPr>
          <p:cNvGrpSpPr/>
          <p:nvPr/>
        </p:nvGrpSpPr>
        <p:grpSpPr>
          <a:xfrm>
            <a:off x="5891985" y="815121"/>
            <a:ext cx="1021890" cy="2794237"/>
            <a:chOff x="5449793" y="913370"/>
            <a:chExt cx="1021890" cy="2794237"/>
          </a:xfrm>
        </p:grpSpPr>
        <p:sp>
          <p:nvSpPr>
            <p:cNvPr id="3" name="Freeform: Shape 2">
              <a:extLst>
                <a:ext uri="{FF2B5EF4-FFF2-40B4-BE49-F238E27FC236}">
                  <a16:creationId xmlns:a16="http://schemas.microsoft.com/office/drawing/2014/main" id="{BCF0BD54-03A4-CF31-FDA5-07F0E2791096}"/>
                </a:ext>
              </a:extLst>
            </p:cNvPr>
            <p:cNvSpPr/>
            <p:nvPr/>
          </p:nvSpPr>
          <p:spPr>
            <a:xfrm flipH="1">
              <a:off x="5987371" y="913370"/>
              <a:ext cx="215457" cy="2794236"/>
            </a:xfrm>
            <a:custGeom>
              <a:avLst/>
              <a:gdLst>
                <a:gd name="connsiteX0" fmla="*/ 215457 w 215457"/>
                <a:gd name="connsiteY0" fmla="*/ 0 h 2716260"/>
                <a:gd name="connsiteX1" fmla="*/ 0 w 215457"/>
                <a:gd name="connsiteY1" fmla="*/ 0 h 2716260"/>
                <a:gd name="connsiteX2" fmla="*/ 0 w 215457"/>
                <a:gd name="connsiteY2" fmla="*/ 2716260 h 2716260"/>
                <a:gd name="connsiteX3" fmla="*/ 215457 w 215457"/>
                <a:gd name="connsiteY3" fmla="*/ 2716260 h 2716260"/>
                <a:gd name="connsiteX0" fmla="*/ 215457 w 215457"/>
                <a:gd name="connsiteY0" fmla="*/ 0 h 2716260"/>
                <a:gd name="connsiteX1" fmla="*/ 0 w 215457"/>
                <a:gd name="connsiteY1" fmla="*/ 0 h 2716260"/>
                <a:gd name="connsiteX2" fmla="*/ 0 w 215457"/>
                <a:gd name="connsiteY2" fmla="*/ 2716260 h 2716260"/>
                <a:gd name="connsiteX3" fmla="*/ 109209 w 215457"/>
                <a:gd name="connsiteY3" fmla="*/ 2715655 h 2716260"/>
                <a:gd name="connsiteX4" fmla="*/ 215457 w 215457"/>
                <a:gd name="connsiteY4" fmla="*/ 2716260 h 2716260"/>
                <a:gd name="connsiteX5" fmla="*/ 215457 w 215457"/>
                <a:gd name="connsiteY5" fmla="*/ 0 h 2716260"/>
                <a:gd name="connsiteX0" fmla="*/ 215457 w 215457"/>
                <a:gd name="connsiteY0" fmla="*/ 0 h 2794236"/>
                <a:gd name="connsiteX1" fmla="*/ 0 w 215457"/>
                <a:gd name="connsiteY1" fmla="*/ 0 h 2794236"/>
                <a:gd name="connsiteX2" fmla="*/ 0 w 215457"/>
                <a:gd name="connsiteY2" fmla="*/ 2716260 h 2794236"/>
                <a:gd name="connsiteX3" fmla="*/ 99684 w 215457"/>
                <a:gd name="connsiteY3" fmla="*/ 2794236 h 2794236"/>
                <a:gd name="connsiteX4" fmla="*/ 215457 w 215457"/>
                <a:gd name="connsiteY4" fmla="*/ 2716260 h 2794236"/>
                <a:gd name="connsiteX5" fmla="*/ 215457 w 215457"/>
                <a:gd name="connsiteY5" fmla="*/ 0 h 2794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57" h="2794236">
                  <a:moveTo>
                    <a:pt x="215457" y="0"/>
                  </a:moveTo>
                  <a:lnTo>
                    <a:pt x="0" y="0"/>
                  </a:lnTo>
                  <a:lnTo>
                    <a:pt x="0" y="2716260"/>
                  </a:lnTo>
                  <a:lnTo>
                    <a:pt x="99684" y="2794236"/>
                  </a:lnTo>
                  <a:lnTo>
                    <a:pt x="215457" y="2716260"/>
                  </a:lnTo>
                  <a:lnTo>
                    <a:pt x="215457" y="0"/>
                  </a:lnTo>
                  <a:close/>
                </a:path>
              </a:pathLst>
            </a:custGeom>
            <a:solidFill>
              <a:schemeClr val="accent4">
                <a:lumMod val="75000"/>
              </a:schemeClr>
            </a:solidFill>
            <a:ln w="3049" cap="flat">
              <a:noFill/>
              <a:prstDash val="solid"/>
              <a:miter/>
            </a:ln>
          </p:spPr>
          <p:txBody>
            <a:bodyPr wrap="square" rtlCol="0" anchor="t">
              <a:noAutofit/>
            </a:bodyPr>
            <a:lstStyle/>
            <a:p>
              <a:pPr algn="ctr"/>
              <a:endParaRPr lang="en-US" sz="1400" b="1" dirty="0"/>
            </a:p>
          </p:txBody>
        </p:sp>
        <p:sp>
          <p:nvSpPr>
            <p:cNvPr id="4" name="Freeform: Shape 3">
              <a:extLst>
                <a:ext uri="{FF2B5EF4-FFF2-40B4-BE49-F238E27FC236}">
                  <a16:creationId xmlns:a16="http://schemas.microsoft.com/office/drawing/2014/main" id="{07078928-42EB-F290-9A51-72EAC93D217A}"/>
                </a:ext>
              </a:extLst>
            </p:cNvPr>
            <p:cNvSpPr/>
            <p:nvPr/>
          </p:nvSpPr>
          <p:spPr>
            <a:xfrm flipH="1">
              <a:off x="5718581" y="913370"/>
              <a:ext cx="215458" cy="2794237"/>
            </a:xfrm>
            <a:custGeom>
              <a:avLst/>
              <a:gdLst>
                <a:gd name="connsiteX0" fmla="*/ 215458 w 215458"/>
                <a:gd name="connsiteY0" fmla="*/ 0 h 2716260"/>
                <a:gd name="connsiteX1" fmla="*/ 0 w 215458"/>
                <a:gd name="connsiteY1" fmla="*/ 0 h 2716260"/>
                <a:gd name="connsiteX2" fmla="*/ 0 w 215458"/>
                <a:gd name="connsiteY2" fmla="*/ 2716260 h 2716260"/>
                <a:gd name="connsiteX3" fmla="*/ 215458 w 215458"/>
                <a:gd name="connsiteY3" fmla="*/ 2716260 h 2716260"/>
                <a:gd name="connsiteX0" fmla="*/ 215458 w 215458"/>
                <a:gd name="connsiteY0" fmla="*/ 0 h 2716260"/>
                <a:gd name="connsiteX1" fmla="*/ 0 w 215458"/>
                <a:gd name="connsiteY1" fmla="*/ 0 h 2716260"/>
                <a:gd name="connsiteX2" fmla="*/ 0 w 215458"/>
                <a:gd name="connsiteY2" fmla="*/ 2716260 h 2716260"/>
                <a:gd name="connsiteX3" fmla="*/ 114264 w 215458"/>
                <a:gd name="connsiteY3" fmla="*/ 2713274 h 2716260"/>
                <a:gd name="connsiteX4" fmla="*/ 215458 w 215458"/>
                <a:gd name="connsiteY4" fmla="*/ 2716260 h 2716260"/>
                <a:gd name="connsiteX5" fmla="*/ 215458 w 215458"/>
                <a:gd name="connsiteY5" fmla="*/ 0 h 2716260"/>
                <a:gd name="connsiteX0" fmla="*/ 215458 w 215458"/>
                <a:gd name="connsiteY0" fmla="*/ 0 h 2794237"/>
                <a:gd name="connsiteX1" fmla="*/ 0 w 215458"/>
                <a:gd name="connsiteY1" fmla="*/ 0 h 2794237"/>
                <a:gd name="connsiteX2" fmla="*/ 0 w 215458"/>
                <a:gd name="connsiteY2" fmla="*/ 2716260 h 2794237"/>
                <a:gd name="connsiteX3" fmla="*/ 130933 w 215458"/>
                <a:gd name="connsiteY3" fmla="*/ 2794237 h 2794237"/>
                <a:gd name="connsiteX4" fmla="*/ 215458 w 215458"/>
                <a:gd name="connsiteY4" fmla="*/ 2716260 h 2794237"/>
                <a:gd name="connsiteX5" fmla="*/ 215458 w 215458"/>
                <a:gd name="connsiteY5" fmla="*/ 0 h 2794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58" h="2794237">
                  <a:moveTo>
                    <a:pt x="215458" y="0"/>
                  </a:moveTo>
                  <a:lnTo>
                    <a:pt x="0" y="0"/>
                  </a:lnTo>
                  <a:lnTo>
                    <a:pt x="0" y="2716260"/>
                  </a:lnTo>
                  <a:lnTo>
                    <a:pt x="130933" y="2794237"/>
                  </a:lnTo>
                  <a:lnTo>
                    <a:pt x="215458" y="2716260"/>
                  </a:lnTo>
                  <a:lnTo>
                    <a:pt x="215458" y="0"/>
                  </a:lnTo>
                  <a:close/>
                </a:path>
              </a:pathLst>
            </a:custGeom>
            <a:solidFill>
              <a:schemeClr val="accent3">
                <a:lumMod val="75000"/>
              </a:schemeClr>
            </a:solidFill>
            <a:ln w="3049" cap="flat">
              <a:noFill/>
              <a:prstDash val="solid"/>
              <a:miter/>
            </a:ln>
          </p:spPr>
          <p:txBody>
            <a:bodyPr wrap="square" rtlCol="0" anchor="t">
              <a:noAutofit/>
            </a:bodyPr>
            <a:lstStyle/>
            <a:p>
              <a:pPr algn="ctr"/>
              <a:endParaRPr lang="en-US" sz="1400" b="1" dirty="0"/>
            </a:p>
          </p:txBody>
        </p:sp>
        <p:sp>
          <p:nvSpPr>
            <p:cNvPr id="5" name="Freeform: Shape 4">
              <a:extLst>
                <a:ext uri="{FF2B5EF4-FFF2-40B4-BE49-F238E27FC236}">
                  <a16:creationId xmlns:a16="http://schemas.microsoft.com/office/drawing/2014/main" id="{92308911-AB3F-FAFA-D0CD-6D69A56DC769}"/>
                </a:ext>
              </a:extLst>
            </p:cNvPr>
            <p:cNvSpPr/>
            <p:nvPr/>
          </p:nvSpPr>
          <p:spPr>
            <a:xfrm flipH="1">
              <a:off x="5449793" y="913370"/>
              <a:ext cx="215457" cy="2763280"/>
            </a:xfrm>
            <a:custGeom>
              <a:avLst/>
              <a:gdLst>
                <a:gd name="connsiteX0" fmla="*/ 215457 w 215457"/>
                <a:gd name="connsiteY0" fmla="*/ 0 h 2716260"/>
                <a:gd name="connsiteX1" fmla="*/ 0 w 215457"/>
                <a:gd name="connsiteY1" fmla="*/ 0 h 2716260"/>
                <a:gd name="connsiteX2" fmla="*/ 0 w 215457"/>
                <a:gd name="connsiteY2" fmla="*/ 2716260 h 2716260"/>
                <a:gd name="connsiteX3" fmla="*/ 215457 w 215457"/>
                <a:gd name="connsiteY3" fmla="*/ 2716260 h 2716260"/>
                <a:gd name="connsiteX0" fmla="*/ 215457 w 215457"/>
                <a:gd name="connsiteY0" fmla="*/ 0 h 2716260"/>
                <a:gd name="connsiteX1" fmla="*/ 0 w 215457"/>
                <a:gd name="connsiteY1" fmla="*/ 0 h 2716260"/>
                <a:gd name="connsiteX2" fmla="*/ 0 w 215457"/>
                <a:gd name="connsiteY2" fmla="*/ 2716260 h 2716260"/>
                <a:gd name="connsiteX3" fmla="*/ 112175 w 215457"/>
                <a:gd name="connsiteY3" fmla="*/ 2715655 h 2716260"/>
                <a:gd name="connsiteX4" fmla="*/ 215457 w 215457"/>
                <a:gd name="connsiteY4" fmla="*/ 2716260 h 2716260"/>
                <a:gd name="connsiteX5" fmla="*/ 215457 w 215457"/>
                <a:gd name="connsiteY5" fmla="*/ 0 h 2716260"/>
                <a:gd name="connsiteX0" fmla="*/ 215457 w 215457"/>
                <a:gd name="connsiteY0" fmla="*/ 0 h 2763280"/>
                <a:gd name="connsiteX1" fmla="*/ 0 w 215457"/>
                <a:gd name="connsiteY1" fmla="*/ 0 h 2763280"/>
                <a:gd name="connsiteX2" fmla="*/ 0 w 215457"/>
                <a:gd name="connsiteY2" fmla="*/ 2716260 h 2763280"/>
                <a:gd name="connsiteX3" fmla="*/ 143131 w 215457"/>
                <a:gd name="connsiteY3" fmla="*/ 2763280 h 2763280"/>
                <a:gd name="connsiteX4" fmla="*/ 215457 w 215457"/>
                <a:gd name="connsiteY4" fmla="*/ 2716260 h 2763280"/>
                <a:gd name="connsiteX5" fmla="*/ 215457 w 215457"/>
                <a:gd name="connsiteY5" fmla="*/ 0 h 2763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57" h="2763280">
                  <a:moveTo>
                    <a:pt x="215457" y="0"/>
                  </a:moveTo>
                  <a:lnTo>
                    <a:pt x="0" y="0"/>
                  </a:lnTo>
                  <a:lnTo>
                    <a:pt x="0" y="2716260"/>
                  </a:lnTo>
                  <a:lnTo>
                    <a:pt x="143131" y="2763280"/>
                  </a:lnTo>
                  <a:lnTo>
                    <a:pt x="215457" y="2716260"/>
                  </a:lnTo>
                  <a:lnTo>
                    <a:pt x="215457" y="0"/>
                  </a:lnTo>
                  <a:close/>
                </a:path>
              </a:pathLst>
            </a:custGeom>
            <a:solidFill>
              <a:schemeClr val="accent2">
                <a:lumMod val="75000"/>
              </a:schemeClr>
            </a:solidFill>
            <a:ln w="3049" cap="flat">
              <a:noFill/>
              <a:prstDash val="solid"/>
              <a:miter/>
            </a:ln>
          </p:spPr>
          <p:txBody>
            <a:bodyPr wrap="square" rtlCol="0" anchor="t">
              <a:noAutofit/>
            </a:bodyPr>
            <a:lstStyle/>
            <a:p>
              <a:pPr algn="ctr"/>
              <a:endParaRPr lang="en-US" sz="1400" b="1" dirty="0"/>
            </a:p>
          </p:txBody>
        </p:sp>
        <p:sp>
          <p:nvSpPr>
            <p:cNvPr id="6" name="Freeform: Shape 5">
              <a:extLst>
                <a:ext uri="{FF2B5EF4-FFF2-40B4-BE49-F238E27FC236}">
                  <a16:creationId xmlns:a16="http://schemas.microsoft.com/office/drawing/2014/main" id="{9B99ACCB-571F-BDEA-5A11-F1D195E6286F}"/>
                </a:ext>
              </a:extLst>
            </p:cNvPr>
            <p:cNvSpPr/>
            <p:nvPr/>
          </p:nvSpPr>
          <p:spPr>
            <a:xfrm>
              <a:off x="6256159" y="913370"/>
              <a:ext cx="215524" cy="2779949"/>
            </a:xfrm>
            <a:custGeom>
              <a:avLst/>
              <a:gdLst>
                <a:gd name="connsiteX0" fmla="*/ 0 w 215524"/>
                <a:gd name="connsiteY0" fmla="*/ 0 h 2716260"/>
                <a:gd name="connsiteX1" fmla="*/ 215524 w 215524"/>
                <a:gd name="connsiteY1" fmla="*/ 0 h 2716260"/>
                <a:gd name="connsiteX2" fmla="*/ 215524 w 215524"/>
                <a:gd name="connsiteY2" fmla="*/ 2716260 h 2716260"/>
                <a:gd name="connsiteX3" fmla="*/ 0 w 215524"/>
                <a:gd name="connsiteY3" fmla="*/ 2716260 h 2716260"/>
                <a:gd name="connsiteX0" fmla="*/ 0 w 215524"/>
                <a:gd name="connsiteY0" fmla="*/ 0 h 2716260"/>
                <a:gd name="connsiteX1" fmla="*/ 215524 w 215524"/>
                <a:gd name="connsiteY1" fmla="*/ 0 h 2716260"/>
                <a:gd name="connsiteX2" fmla="*/ 215524 w 215524"/>
                <a:gd name="connsiteY2" fmla="*/ 2716260 h 2716260"/>
                <a:gd name="connsiteX3" fmla="*/ 123210 w 215524"/>
                <a:gd name="connsiteY3" fmla="*/ 2713274 h 2716260"/>
                <a:gd name="connsiteX4" fmla="*/ 0 w 215524"/>
                <a:gd name="connsiteY4" fmla="*/ 2716260 h 2716260"/>
                <a:gd name="connsiteX5" fmla="*/ 0 w 215524"/>
                <a:gd name="connsiteY5" fmla="*/ 0 h 2716260"/>
                <a:gd name="connsiteX0" fmla="*/ 0 w 215524"/>
                <a:gd name="connsiteY0" fmla="*/ 0 h 2779949"/>
                <a:gd name="connsiteX1" fmla="*/ 215524 w 215524"/>
                <a:gd name="connsiteY1" fmla="*/ 0 h 2779949"/>
                <a:gd name="connsiteX2" fmla="*/ 215524 w 215524"/>
                <a:gd name="connsiteY2" fmla="*/ 2716260 h 2779949"/>
                <a:gd name="connsiteX3" fmla="*/ 135116 w 215524"/>
                <a:gd name="connsiteY3" fmla="*/ 2779949 h 2779949"/>
                <a:gd name="connsiteX4" fmla="*/ 0 w 215524"/>
                <a:gd name="connsiteY4" fmla="*/ 2716260 h 2779949"/>
                <a:gd name="connsiteX5" fmla="*/ 0 w 215524"/>
                <a:gd name="connsiteY5" fmla="*/ 0 h 277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524" h="2779949">
                  <a:moveTo>
                    <a:pt x="0" y="0"/>
                  </a:moveTo>
                  <a:lnTo>
                    <a:pt x="215524" y="0"/>
                  </a:lnTo>
                  <a:lnTo>
                    <a:pt x="215524" y="2716260"/>
                  </a:lnTo>
                  <a:lnTo>
                    <a:pt x="135116" y="2779949"/>
                  </a:lnTo>
                  <a:lnTo>
                    <a:pt x="0" y="2716260"/>
                  </a:lnTo>
                  <a:lnTo>
                    <a:pt x="0" y="0"/>
                  </a:lnTo>
                  <a:close/>
                </a:path>
              </a:pathLst>
            </a:custGeom>
            <a:solidFill>
              <a:schemeClr val="accent5">
                <a:lumMod val="75000"/>
              </a:schemeClr>
            </a:solidFill>
            <a:ln w="3049" cap="flat">
              <a:noFill/>
              <a:prstDash val="solid"/>
              <a:miter/>
            </a:ln>
          </p:spPr>
          <p:txBody>
            <a:bodyPr wrap="square" rtlCol="0" anchor="t">
              <a:noAutofit/>
            </a:bodyPr>
            <a:lstStyle/>
            <a:p>
              <a:pPr algn="ctr"/>
              <a:endParaRPr lang="en-US" sz="1400" b="1" dirty="0">
                <a:solidFill>
                  <a:schemeClr val="bg2"/>
                </a:solidFill>
              </a:endParaRPr>
            </a:p>
          </p:txBody>
        </p:sp>
      </p:grpSp>
      <p:grpSp>
        <p:nvGrpSpPr>
          <p:cNvPr id="25" name="Group 24">
            <a:extLst>
              <a:ext uri="{FF2B5EF4-FFF2-40B4-BE49-F238E27FC236}">
                <a16:creationId xmlns:a16="http://schemas.microsoft.com/office/drawing/2014/main" id="{F0C0BF04-75E8-93F2-9046-B3DBF7214183}"/>
              </a:ext>
            </a:extLst>
          </p:cNvPr>
          <p:cNvGrpSpPr/>
          <p:nvPr/>
        </p:nvGrpSpPr>
        <p:grpSpPr>
          <a:xfrm>
            <a:off x="1109004" y="3317418"/>
            <a:ext cx="10184038" cy="3195176"/>
            <a:chOff x="-3" y="3314057"/>
            <a:chExt cx="10184038" cy="3195176"/>
          </a:xfrm>
        </p:grpSpPr>
        <p:sp>
          <p:nvSpPr>
            <p:cNvPr id="9" name="Freeform: Shape 8">
              <a:extLst>
                <a:ext uri="{FF2B5EF4-FFF2-40B4-BE49-F238E27FC236}">
                  <a16:creationId xmlns:a16="http://schemas.microsoft.com/office/drawing/2014/main" id="{5C92078E-7476-61D2-A45C-ABC4ABF6A6DC}"/>
                </a:ext>
              </a:extLst>
            </p:cNvPr>
            <p:cNvSpPr/>
            <p:nvPr/>
          </p:nvSpPr>
          <p:spPr>
            <a:xfrm flipH="1">
              <a:off x="-3" y="3509791"/>
              <a:ext cx="4960538" cy="2794237"/>
            </a:xfrm>
            <a:custGeom>
              <a:avLst/>
              <a:gdLst>
                <a:gd name="connsiteX0" fmla="*/ 218806 w 5665251"/>
                <a:gd name="connsiteY0" fmla="*/ 0 h 2674397"/>
                <a:gd name="connsiteX1" fmla="*/ 0 w 5665251"/>
                <a:gd name="connsiteY1" fmla="*/ 0 h 2674397"/>
                <a:gd name="connsiteX2" fmla="*/ 3148718 w 5665251"/>
                <a:gd name="connsiteY2" fmla="*/ 2674397 h 2674397"/>
                <a:gd name="connsiteX3" fmla="*/ 5665251 w 5665251"/>
                <a:gd name="connsiteY3" fmla="*/ 2674397 h 2674397"/>
              </a:gdLst>
              <a:ahLst/>
              <a:cxnLst>
                <a:cxn ang="0">
                  <a:pos x="connsiteX0" y="connsiteY0"/>
                </a:cxn>
                <a:cxn ang="0">
                  <a:pos x="connsiteX1" y="connsiteY1"/>
                </a:cxn>
                <a:cxn ang="0">
                  <a:pos x="connsiteX2" y="connsiteY2"/>
                </a:cxn>
                <a:cxn ang="0">
                  <a:pos x="connsiteX3" y="connsiteY3"/>
                </a:cxn>
              </a:cxnLst>
              <a:rect l="l" t="t" r="r" b="b"/>
              <a:pathLst>
                <a:path w="5665251" h="2674397">
                  <a:moveTo>
                    <a:pt x="218806" y="0"/>
                  </a:moveTo>
                  <a:lnTo>
                    <a:pt x="0" y="0"/>
                  </a:lnTo>
                  <a:lnTo>
                    <a:pt x="3148718" y="2674397"/>
                  </a:lnTo>
                  <a:lnTo>
                    <a:pt x="5665251" y="2674397"/>
                  </a:lnTo>
                  <a:close/>
                </a:path>
              </a:pathLst>
            </a:custGeom>
            <a:solidFill>
              <a:schemeClr val="accent2"/>
            </a:solidFill>
            <a:ln w="3049"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7AAF54E-2A65-4CD9-4C59-73EEB1858DE5}"/>
                </a:ext>
              </a:extLst>
            </p:cNvPr>
            <p:cNvSpPr/>
            <p:nvPr/>
          </p:nvSpPr>
          <p:spPr>
            <a:xfrm flipH="1">
              <a:off x="2642715" y="3509792"/>
              <a:ext cx="2598051" cy="2794236"/>
            </a:xfrm>
            <a:custGeom>
              <a:avLst/>
              <a:gdLst>
                <a:gd name="connsiteX0" fmla="*/ 210326 w 2684217"/>
                <a:gd name="connsiteY0" fmla="*/ 0 h 2674397"/>
                <a:gd name="connsiteX1" fmla="*/ 0 w 2684217"/>
                <a:gd name="connsiteY1" fmla="*/ 0 h 2674397"/>
                <a:gd name="connsiteX2" fmla="*/ 1327819 w 2684217"/>
                <a:gd name="connsiteY2" fmla="*/ 2674397 h 2674397"/>
                <a:gd name="connsiteX3" fmla="*/ 2684217 w 2684217"/>
                <a:gd name="connsiteY3" fmla="*/ 2674397 h 2674397"/>
              </a:gdLst>
              <a:ahLst/>
              <a:cxnLst>
                <a:cxn ang="0">
                  <a:pos x="connsiteX0" y="connsiteY0"/>
                </a:cxn>
                <a:cxn ang="0">
                  <a:pos x="connsiteX1" y="connsiteY1"/>
                </a:cxn>
                <a:cxn ang="0">
                  <a:pos x="connsiteX2" y="connsiteY2"/>
                </a:cxn>
                <a:cxn ang="0">
                  <a:pos x="connsiteX3" y="connsiteY3"/>
                </a:cxn>
              </a:cxnLst>
              <a:rect l="l" t="t" r="r" b="b"/>
              <a:pathLst>
                <a:path w="2684217" h="2674397">
                  <a:moveTo>
                    <a:pt x="210326" y="0"/>
                  </a:moveTo>
                  <a:lnTo>
                    <a:pt x="0" y="0"/>
                  </a:lnTo>
                  <a:lnTo>
                    <a:pt x="1327819" y="2674397"/>
                  </a:lnTo>
                  <a:lnTo>
                    <a:pt x="2684217" y="2674397"/>
                  </a:lnTo>
                  <a:close/>
                </a:path>
              </a:pathLst>
            </a:custGeom>
            <a:solidFill>
              <a:schemeClr val="accent3"/>
            </a:solidFill>
            <a:ln w="3049"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033F9C10-0DEE-FC36-83FA-78EEF034D0F0}"/>
                </a:ext>
              </a:extLst>
            </p:cNvPr>
            <p:cNvSpPr/>
            <p:nvPr/>
          </p:nvSpPr>
          <p:spPr>
            <a:xfrm rot="21309483">
              <a:off x="5735920" y="3314057"/>
              <a:ext cx="4448115" cy="3195176"/>
            </a:xfrm>
            <a:custGeom>
              <a:avLst/>
              <a:gdLst>
                <a:gd name="connsiteX0" fmla="*/ 0 w 2685037"/>
                <a:gd name="connsiteY0" fmla="*/ 0 h 2674397"/>
                <a:gd name="connsiteX1" fmla="*/ 210389 w 2685037"/>
                <a:gd name="connsiteY1" fmla="*/ 0 h 2674397"/>
                <a:gd name="connsiteX2" fmla="*/ 2685037 w 2685037"/>
                <a:gd name="connsiteY2" fmla="*/ 2674397 h 2674397"/>
                <a:gd name="connsiteX3" fmla="*/ 1328224 w 2685037"/>
                <a:gd name="connsiteY3" fmla="*/ 2674397 h 2674397"/>
                <a:gd name="csX0" fmla="*/ 0 w 2654605"/>
                <a:gd name="csY0" fmla="*/ 0 h 2859222"/>
                <a:gd name="csX1" fmla="*/ 210389 w 2654605"/>
                <a:gd name="csY1" fmla="*/ 0 h 2859222"/>
                <a:gd name="csX2" fmla="*/ 2654605 w 2654605"/>
                <a:gd name="csY2" fmla="*/ 2859222 h 2859222"/>
                <a:gd name="csX3" fmla="*/ 1328224 w 2654605"/>
                <a:gd name="csY3" fmla="*/ 2674397 h 2859222"/>
                <a:gd name="csX4" fmla="*/ 0 w 2654605"/>
                <a:gd name="csY4" fmla="*/ 0 h 2859222"/>
                <a:gd name="csX0" fmla="*/ 0 w 2906309"/>
                <a:gd name="csY0" fmla="*/ 0 h 3064622"/>
                <a:gd name="csX1" fmla="*/ 462093 w 2906309"/>
                <a:gd name="csY1" fmla="*/ 205400 h 3064622"/>
                <a:gd name="csX2" fmla="*/ 2906309 w 2906309"/>
                <a:gd name="csY2" fmla="*/ 3064622 h 3064622"/>
                <a:gd name="csX3" fmla="*/ 1579928 w 2906309"/>
                <a:gd name="csY3" fmla="*/ 2879797 h 3064622"/>
                <a:gd name="csX4" fmla="*/ 0 w 2906309"/>
                <a:gd name="csY4" fmla="*/ 0 h 3064622"/>
                <a:gd name="csX0" fmla="*/ 0 w 2906309"/>
                <a:gd name="csY0" fmla="*/ 0 h 3064622"/>
                <a:gd name="csX1" fmla="*/ 219094 w 2906309"/>
                <a:gd name="csY1" fmla="*/ 20426 h 3064622"/>
                <a:gd name="csX2" fmla="*/ 2906309 w 2906309"/>
                <a:gd name="csY2" fmla="*/ 3064622 h 3064622"/>
                <a:gd name="csX3" fmla="*/ 1579928 w 2906309"/>
                <a:gd name="csY3" fmla="*/ 2879797 h 3064622"/>
                <a:gd name="csX4" fmla="*/ 0 w 2906309"/>
                <a:gd name="csY4" fmla="*/ 0 h 3064622"/>
                <a:gd name="csX0" fmla="*/ 0 w 2906309"/>
                <a:gd name="csY0" fmla="*/ 34447 h 3099069"/>
                <a:gd name="csX1" fmla="*/ 594533 w 2906309"/>
                <a:gd name="csY1" fmla="*/ 0 h 3099069"/>
                <a:gd name="csX2" fmla="*/ 2906309 w 2906309"/>
                <a:gd name="csY2" fmla="*/ 3099069 h 3099069"/>
                <a:gd name="csX3" fmla="*/ 1579928 w 2906309"/>
                <a:gd name="csY3" fmla="*/ 2914244 h 3099069"/>
                <a:gd name="csX4" fmla="*/ 0 w 2906309"/>
                <a:gd name="csY4" fmla="*/ 34447 h 3099069"/>
                <a:gd name="csX0" fmla="*/ 0 w 2906309"/>
                <a:gd name="csY0" fmla="*/ 9762 h 3074384"/>
                <a:gd name="csX1" fmla="*/ 131885 w 2906309"/>
                <a:gd name="csY1" fmla="*/ 0 h 3074384"/>
                <a:gd name="csX2" fmla="*/ 2906309 w 2906309"/>
                <a:gd name="csY2" fmla="*/ 3074384 h 3074384"/>
                <a:gd name="csX3" fmla="*/ 1579928 w 2906309"/>
                <a:gd name="csY3" fmla="*/ 2889559 h 3074384"/>
                <a:gd name="csX4" fmla="*/ 0 w 2906309"/>
                <a:gd name="csY4" fmla="*/ 9762 h 3074384"/>
                <a:gd name="csX0" fmla="*/ 0 w 2906309"/>
                <a:gd name="csY0" fmla="*/ 0 h 3064622"/>
                <a:gd name="csX1" fmla="*/ 141642 w 2906309"/>
                <a:gd name="csY1" fmla="*/ 49486 h 3064622"/>
                <a:gd name="csX2" fmla="*/ 2906309 w 2906309"/>
                <a:gd name="csY2" fmla="*/ 3064622 h 3064622"/>
                <a:gd name="csX3" fmla="*/ 1579928 w 2906309"/>
                <a:gd name="csY3" fmla="*/ 2879797 h 3064622"/>
                <a:gd name="csX4" fmla="*/ 0 w 2906309"/>
                <a:gd name="csY4" fmla="*/ 0 h 3064622"/>
                <a:gd name="csX0" fmla="*/ 0 w 2906309"/>
                <a:gd name="csY0" fmla="*/ 0 h 3064622"/>
                <a:gd name="csX1" fmla="*/ 129944 w 2906309"/>
                <a:gd name="csY1" fmla="*/ 23851 h 3064622"/>
                <a:gd name="csX2" fmla="*/ 2906309 w 2906309"/>
                <a:gd name="csY2" fmla="*/ 3064622 h 3064622"/>
                <a:gd name="csX3" fmla="*/ 1579928 w 2906309"/>
                <a:gd name="csY3" fmla="*/ 2879797 h 3064622"/>
                <a:gd name="csX4" fmla="*/ 0 w 2906309"/>
                <a:gd name="csY4" fmla="*/ 0 h 3064622"/>
                <a:gd name="csX0" fmla="*/ 0 w 2906309"/>
                <a:gd name="csY0" fmla="*/ 0 h 3064622"/>
                <a:gd name="csX1" fmla="*/ 130221 w 2906309"/>
                <a:gd name="csY1" fmla="*/ 19049 h 3064622"/>
                <a:gd name="csX2" fmla="*/ 2906309 w 2906309"/>
                <a:gd name="csY2" fmla="*/ 3064622 h 3064622"/>
                <a:gd name="csX3" fmla="*/ 1579928 w 2906309"/>
                <a:gd name="csY3" fmla="*/ 2879797 h 3064622"/>
                <a:gd name="csX4" fmla="*/ 0 w 2906309"/>
                <a:gd name="csY4" fmla="*/ 0 h 3064622"/>
              </a:gdLst>
              <a:ahLst/>
              <a:cxnLst>
                <a:cxn ang="0">
                  <a:pos x="csX0" y="csY0"/>
                </a:cxn>
                <a:cxn ang="0">
                  <a:pos x="csX1" y="csY1"/>
                </a:cxn>
                <a:cxn ang="0">
                  <a:pos x="csX2" y="csY2"/>
                </a:cxn>
                <a:cxn ang="0">
                  <a:pos x="csX3" y="csY3"/>
                </a:cxn>
                <a:cxn ang="0">
                  <a:pos x="csX4" y="csY4"/>
                </a:cxn>
              </a:cxnLst>
              <a:rect l="l" t="t" r="r" b="b"/>
              <a:pathLst>
                <a:path w="2906309" h="3064622">
                  <a:moveTo>
                    <a:pt x="0" y="0"/>
                  </a:moveTo>
                  <a:lnTo>
                    <a:pt x="130221" y="19049"/>
                  </a:lnTo>
                  <a:lnTo>
                    <a:pt x="2906309" y="3064622"/>
                  </a:lnTo>
                  <a:lnTo>
                    <a:pt x="1579928" y="2879797"/>
                  </a:lnTo>
                  <a:lnTo>
                    <a:pt x="0" y="0"/>
                  </a:lnTo>
                  <a:close/>
                </a:path>
              </a:pathLst>
            </a:custGeom>
            <a:solidFill>
              <a:schemeClr val="accent5"/>
            </a:solidFill>
            <a:ln w="3049" cap="flat">
              <a:noFill/>
              <a:prstDash val="solid"/>
              <a:miter/>
            </a:ln>
          </p:spPr>
          <p:txBody>
            <a:bodyPr wrap="square" rtlCol="0" anchor="ctr">
              <a:noAutofit/>
            </a:bodyPr>
            <a:lstStyle/>
            <a:p>
              <a:endParaRPr lang="en-US" dirty="0"/>
            </a:p>
          </p:txBody>
        </p:sp>
      </p:grpSp>
      <p:grpSp>
        <p:nvGrpSpPr>
          <p:cNvPr id="13" name="Group 12">
            <a:extLst>
              <a:ext uri="{FF2B5EF4-FFF2-40B4-BE49-F238E27FC236}">
                <a16:creationId xmlns:a16="http://schemas.microsoft.com/office/drawing/2014/main" id="{EA8EE5DC-5D69-F585-D621-C15AFD633C6E}"/>
              </a:ext>
            </a:extLst>
          </p:cNvPr>
          <p:cNvGrpSpPr/>
          <p:nvPr/>
        </p:nvGrpSpPr>
        <p:grpSpPr>
          <a:xfrm>
            <a:off x="7914556" y="2839174"/>
            <a:ext cx="3608464" cy="1813682"/>
            <a:chOff x="8856663" y="1554442"/>
            <a:chExt cx="2991394" cy="1978033"/>
          </a:xfrm>
        </p:grpSpPr>
        <p:sp>
          <p:nvSpPr>
            <p:cNvPr id="14" name="TextBox 13">
              <a:extLst>
                <a:ext uri="{FF2B5EF4-FFF2-40B4-BE49-F238E27FC236}">
                  <a16:creationId xmlns:a16="http://schemas.microsoft.com/office/drawing/2014/main" id="{7C12F6A2-D870-0FA9-CD05-603ED4344686}"/>
                </a:ext>
              </a:extLst>
            </p:cNvPr>
            <p:cNvSpPr txBox="1"/>
            <p:nvPr/>
          </p:nvSpPr>
          <p:spPr>
            <a:xfrm>
              <a:off x="8856663" y="1554442"/>
              <a:ext cx="2926080" cy="461665"/>
            </a:xfrm>
            <a:prstGeom prst="rect">
              <a:avLst/>
            </a:prstGeom>
            <a:noFill/>
          </p:spPr>
          <p:txBody>
            <a:bodyPr wrap="square" lIns="0" rIns="0" rtlCol="0" anchor="b">
              <a:spAutoFit/>
            </a:bodyPr>
            <a:lstStyle/>
            <a:p>
              <a:r>
                <a:rPr lang="en-US" sz="2400" b="1" noProof="1"/>
                <a:t>Future Works</a:t>
              </a:r>
            </a:p>
          </p:txBody>
        </p:sp>
        <p:sp>
          <p:nvSpPr>
            <p:cNvPr id="15" name="TextBox 14">
              <a:extLst>
                <a:ext uri="{FF2B5EF4-FFF2-40B4-BE49-F238E27FC236}">
                  <a16:creationId xmlns:a16="http://schemas.microsoft.com/office/drawing/2014/main" id="{20CBEA77-3E7F-04B3-71EA-45C4109ADD49}"/>
                </a:ext>
              </a:extLst>
            </p:cNvPr>
            <p:cNvSpPr txBox="1"/>
            <p:nvPr/>
          </p:nvSpPr>
          <p:spPr>
            <a:xfrm>
              <a:off x="8921977" y="1925881"/>
              <a:ext cx="2926080" cy="1606594"/>
            </a:xfrm>
            <a:prstGeom prst="rect">
              <a:avLst/>
            </a:prstGeom>
            <a:noFill/>
          </p:spPr>
          <p:txBody>
            <a:bodyPr wrap="square" lIns="0" rIns="0" rtlCol="0" anchor="t">
              <a:spAutoFit/>
            </a:bodyPr>
            <a:lstStyle/>
            <a:p>
              <a:pPr marL="742950" lvl="1" indent="-285750">
                <a:lnSpc>
                  <a:spcPct val="120000"/>
                </a:lnSpc>
                <a:buFont typeface="Arial"/>
                <a:buChar char="•"/>
              </a:pPr>
              <a:r>
                <a:rPr lang="en-US" sz="1200" dirty="0"/>
                <a:t>Improve labeling using advanced NLP techniques</a:t>
              </a:r>
            </a:p>
            <a:p>
              <a:pPr marL="742950" lvl="1" indent="-285750">
                <a:lnSpc>
                  <a:spcPct val="120000"/>
                </a:lnSpc>
                <a:buFont typeface="Arial"/>
                <a:buChar char="•"/>
              </a:pPr>
              <a:r>
                <a:rPr lang="en-US" sz="1200" dirty="0"/>
                <a:t>Incorporate additional variables (aircraft type, region)</a:t>
              </a:r>
            </a:p>
            <a:p>
              <a:pPr marL="742950" lvl="1" indent="-285750">
                <a:lnSpc>
                  <a:spcPct val="120000"/>
                </a:lnSpc>
                <a:buFont typeface="Arial"/>
                <a:buChar char="•"/>
              </a:pPr>
              <a:r>
                <a:rPr lang="en-US" sz="1200" dirty="0"/>
                <a:t>Apply alternative causal discovery methods (e.g., FCI)</a:t>
              </a:r>
            </a:p>
            <a:p>
              <a:pPr algn="just"/>
              <a:endParaRPr lang="en-US" sz="1200" noProof="1">
                <a:solidFill>
                  <a:schemeClr val="tx1">
                    <a:lumMod val="65000"/>
                    <a:lumOff val="35000"/>
                  </a:schemeClr>
                </a:solidFill>
              </a:endParaRPr>
            </a:p>
          </p:txBody>
        </p:sp>
      </p:grpSp>
      <p:grpSp>
        <p:nvGrpSpPr>
          <p:cNvPr id="16" name="Group 15">
            <a:extLst>
              <a:ext uri="{FF2B5EF4-FFF2-40B4-BE49-F238E27FC236}">
                <a16:creationId xmlns:a16="http://schemas.microsoft.com/office/drawing/2014/main" id="{4FC4A349-FEAA-038C-FEB7-A53718CA09C3}"/>
              </a:ext>
            </a:extLst>
          </p:cNvPr>
          <p:cNvGrpSpPr/>
          <p:nvPr/>
        </p:nvGrpSpPr>
        <p:grpSpPr>
          <a:xfrm>
            <a:off x="1236379" y="3218237"/>
            <a:ext cx="2926080" cy="1290153"/>
            <a:chOff x="332936" y="2627766"/>
            <a:chExt cx="2926080" cy="1290153"/>
          </a:xfrm>
        </p:grpSpPr>
        <p:sp>
          <p:nvSpPr>
            <p:cNvPr id="17" name="TextBox 16">
              <a:extLst>
                <a:ext uri="{FF2B5EF4-FFF2-40B4-BE49-F238E27FC236}">
                  <a16:creationId xmlns:a16="http://schemas.microsoft.com/office/drawing/2014/main" id="{8074D8D1-6FA5-20DB-A917-889337C11366}"/>
                </a:ext>
              </a:extLst>
            </p:cNvPr>
            <p:cNvSpPr txBox="1"/>
            <p:nvPr/>
          </p:nvSpPr>
          <p:spPr>
            <a:xfrm>
              <a:off x="332936" y="2627766"/>
              <a:ext cx="2803513" cy="461665"/>
            </a:xfrm>
            <a:prstGeom prst="rect">
              <a:avLst/>
            </a:prstGeom>
            <a:noFill/>
          </p:spPr>
          <p:txBody>
            <a:bodyPr wrap="square" lIns="0" rIns="0" rtlCol="0" anchor="b">
              <a:spAutoFit/>
            </a:bodyPr>
            <a:lstStyle/>
            <a:p>
              <a:pPr algn="r"/>
              <a:r>
                <a:rPr lang="en-US" sz="2400" b="1" noProof="1"/>
                <a:t>Impact</a:t>
              </a:r>
            </a:p>
          </p:txBody>
        </p:sp>
        <p:sp>
          <p:nvSpPr>
            <p:cNvPr id="18" name="TextBox 17">
              <a:extLst>
                <a:ext uri="{FF2B5EF4-FFF2-40B4-BE49-F238E27FC236}">
                  <a16:creationId xmlns:a16="http://schemas.microsoft.com/office/drawing/2014/main" id="{1F2FA29C-2EB7-2703-69E4-34EBCF084FF8}"/>
                </a:ext>
              </a:extLst>
            </p:cNvPr>
            <p:cNvSpPr txBox="1"/>
            <p:nvPr/>
          </p:nvSpPr>
          <p:spPr>
            <a:xfrm>
              <a:off x="332936" y="3086922"/>
              <a:ext cx="2926080" cy="830997"/>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dirty="0"/>
                <a:t>Enables data-driven aviation risk assessment</a:t>
              </a:r>
            </a:p>
            <a:p>
              <a:pPr marL="171450" lvl="1" indent="-171450">
                <a:buFont typeface="Arial" panose="020B0604020202020204" pitchFamily="34" charset="0"/>
                <a:buChar char="•"/>
              </a:pPr>
              <a:r>
                <a:rPr lang="en-US" sz="1200" dirty="0"/>
                <a:t>Supports improved safety policies and operational decisions</a:t>
              </a:r>
            </a:p>
          </p:txBody>
        </p:sp>
      </p:grpSp>
      <p:grpSp>
        <p:nvGrpSpPr>
          <p:cNvPr id="19" name="Group 18">
            <a:extLst>
              <a:ext uri="{FF2B5EF4-FFF2-40B4-BE49-F238E27FC236}">
                <a16:creationId xmlns:a16="http://schemas.microsoft.com/office/drawing/2014/main" id="{001768F3-D78F-BB68-9011-4D8F87F4EB50}"/>
              </a:ext>
            </a:extLst>
          </p:cNvPr>
          <p:cNvGrpSpPr/>
          <p:nvPr/>
        </p:nvGrpSpPr>
        <p:grpSpPr>
          <a:xfrm>
            <a:off x="7979869" y="1273431"/>
            <a:ext cx="3282925" cy="1465213"/>
            <a:chOff x="8921977" y="1464216"/>
            <a:chExt cx="2926080" cy="1641668"/>
          </a:xfrm>
        </p:grpSpPr>
        <p:sp>
          <p:nvSpPr>
            <p:cNvPr id="20" name="TextBox 19">
              <a:extLst>
                <a:ext uri="{FF2B5EF4-FFF2-40B4-BE49-F238E27FC236}">
                  <a16:creationId xmlns:a16="http://schemas.microsoft.com/office/drawing/2014/main" id="{8F2EB8F8-0E83-CECC-C6D4-85356E1045E3}"/>
                </a:ext>
              </a:extLst>
            </p:cNvPr>
            <p:cNvSpPr txBox="1"/>
            <p:nvPr/>
          </p:nvSpPr>
          <p:spPr>
            <a:xfrm>
              <a:off x="8921977" y="1464216"/>
              <a:ext cx="2926080" cy="461665"/>
            </a:xfrm>
            <a:prstGeom prst="rect">
              <a:avLst/>
            </a:prstGeom>
            <a:noFill/>
          </p:spPr>
          <p:txBody>
            <a:bodyPr wrap="square" lIns="0" rIns="0" rtlCol="0" anchor="b">
              <a:spAutoFit/>
            </a:bodyPr>
            <a:lstStyle/>
            <a:p>
              <a:r>
                <a:rPr lang="en-US" sz="2400" b="1" noProof="1"/>
                <a:t>Limitations</a:t>
              </a:r>
            </a:p>
          </p:txBody>
        </p:sp>
        <p:sp>
          <p:nvSpPr>
            <p:cNvPr id="21" name="TextBox 20">
              <a:extLst>
                <a:ext uri="{FF2B5EF4-FFF2-40B4-BE49-F238E27FC236}">
                  <a16:creationId xmlns:a16="http://schemas.microsoft.com/office/drawing/2014/main" id="{090BEC70-2A01-2099-0B16-7B4119E1BD1D}"/>
                </a:ext>
              </a:extLst>
            </p:cNvPr>
            <p:cNvSpPr txBox="1"/>
            <p:nvPr/>
          </p:nvSpPr>
          <p:spPr>
            <a:xfrm>
              <a:off x="8921977" y="1925881"/>
              <a:ext cx="2926080" cy="1180003"/>
            </a:xfrm>
            <a:prstGeom prst="rect">
              <a:avLst/>
            </a:prstGeom>
            <a:noFill/>
          </p:spPr>
          <p:txBody>
            <a:bodyPr wrap="square" lIns="0" rIns="0" rtlCol="0" anchor="t">
              <a:spAutoFit/>
            </a:bodyPr>
            <a:lstStyle/>
            <a:p>
              <a:pPr marL="742950" lvl="1" indent="-285750">
                <a:lnSpc>
                  <a:spcPct val="120000"/>
                </a:lnSpc>
                <a:buFont typeface="Arial"/>
                <a:buChar char="•"/>
              </a:pPr>
              <a:r>
                <a:rPr lang="en-US" sz="1200" dirty="0"/>
                <a:t>Observational data limits full causal certainty</a:t>
              </a:r>
            </a:p>
            <a:p>
              <a:pPr marL="742950" lvl="1" indent="-285750">
                <a:lnSpc>
                  <a:spcPct val="120000"/>
                </a:lnSpc>
                <a:buFont typeface="Arial"/>
                <a:buChar char="•"/>
              </a:pPr>
              <a:r>
                <a:rPr lang="en-US" sz="1200" dirty="0"/>
                <a:t>Presence of hidden confounders (e.g., risk tolerance, mission type)</a:t>
              </a:r>
            </a:p>
          </p:txBody>
        </p:sp>
      </p:grpSp>
      <p:sp>
        <p:nvSpPr>
          <p:cNvPr id="24" name="TextBox 23">
            <a:extLst>
              <a:ext uri="{FF2B5EF4-FFF2-40B4-BE49-F238E27FC236}">
                <a16:creationId xmlns:a16="http://schemas.microsoft.com/office/drawing/2014/main" id="{83AC7663-E4A7-1D05-2F90-ACFE3D6B9E2D}"/>
              </a:ext>
            </a:extLst>
          </p:cNvPr>
          <p:cNvSpPr txBox="1"/>
          <p:nvPr/>
        </p:nvSpPr>
        <p:spPr>
          <a:xfrm>
            <a:off x="1212123" y="2201877"/>
            <a:ext cx="2926080" cy="1015663"/>
          </a:xfrm>
          <a:prstGeom prst="rect">
            <a:avLst/>
          </a:prstGeom>
          <a:noFill/>
        </p:spPr>
        <p:txBody>
          <a:bodyPr wrap="square" lIns="0" rIns="0" rtlCol="0" anchor="t">
            <a:spAutoFit/>
          </a:bodyPr>
          <a:lstStyle/>
          <a:p>
            <a:pPr marL="171450" lvl="1" indent="-171450">
              <a:buFont typeface="Arial" panose="020B0604020202020204" pitchFamily="34" charset="0"/>
              <a:buChar char="•"/>
            </a:pPr>
            <a:r>
              <a:rPr lang="en-US" sz="1200" dirty="0"/>
              <a:t>Causal modeling provides deeper insights than correlation-based analysis</a:t>
            </a:r>
          </a:p>
          <a:p>
            <a:pPr marL="171450" lvl="1" indent="-171450">
              <a:buFont typeface="Arial" panose="020B0604020202020204" pitchFamily="34" charset="0"/>
              <a:buChar char="•"/>
            </a:pPr>
            <a:r>
              <a:rPr lang="en-US" sz="1200" dirty="0"/>
              <a:t>Weather, pilot error, and mechanical issues are primary drivers of crash severity</a:t>
            </a:r>
          </a:p>
        </p:txBody>
      </p:sp>
      <p:sp>
        <p:nvSpPr>
          <p:cNvPr id="27" name="TextBox 26">
            <a:extLst>
              <a:ext uri="{FF2B5EF4-FFF2-40B4-BE49-F238E27FC236}">
                <a16:creationId xmlns:a16="http://schemas.microsoft.com/office/drawing/2014/main" id="{4FAF7D07-3997-7B8C-060E-6538281E1921}"/>
              </a:ext>
            </a:extLst>
          </p:cNvPr>
          <p:cNvSpPr txBox="1"/>
          <p:nvPr/>
        </p:nvSpPr>
        <p:spPr>
          <a:xfrm>
            <a:off x="1158791" y="1741467"/>
            <a:ext cx="2926080" cy="461665"/>
          </a:xfrm>
          <a:prstGeom prst="rect">
            <a:avLst/>
          </a:prstGeom>
          <a:noFill/>
        </p:spPr>
        <p:txBody>
          <a:bodyPr wrap="square" lIns="0" rIns="0" rtlCol="0" anchor="b">
            <a:spAutoFit/>
          </a:bodyPr>
          <a:lstStyle/>
          <a:p>
            <a:pPr algn="r"/>
            <a:r>
              <a:rPr lang="en-US" sz="2400" b="1" noProof="1"/>
              <a:t>Key Takeaways</a:t>
            </a:r>
          </a:p>
        </p:txBody>
      </p:sp>
      <p:pic>
        <p:nvPicPr>
          <p:cNvPr id="32" name="Graphic 31" descr="Old Key with solid fill">
            <a:extLst>
              <a:ext uri="{FF2B5EF4-FFF2-40B4-BE49-F238E27FC236}">
                <a16:creationId xmlns:a16="http://schemas.microsoft.com/office/drawing/2014/main" id="{6D65B3C6-D595-7C1A-3803-C60616A631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16134" y="5437712"/>
            <a:ext cx="672607" cy="672607"/>
          </a:xfrm>
          <a:prstGeom prst="rect">
            <a:avLst/>
          </a:prstGeom>
        </p:spPr>
      </p:pic>
      <p:sp>
        <p:nvSpPr>
          <p:cNvPr id="34" name="Freeform: Shape 33">
            <a:extLst>
              <a:ext uri="{FF2B5EF4-FFF2-40B4-BE49-F238E27FC236}">
                <a16:creationId xmlns:a16="http://schemas.microsoft.com/office/drawing/2014/main" id="{15A2C6F0-A34E-3939-A2E5-08B1799F9673}"/>
              </a:ext>
            </a:extLst>
          </p:cNvPr>
          <p:cNvSpPr/>
          <p:nvPr/>
        </p:nvSpPr>
        <p:spPr>
          <a:xfrm>
            <a:off x="6427894" y="3513154"/>
            <a:ext cx="2693478" cy="2794236"/>
          </a:xfrm>
          <a:custGeom>
            <a:avLst/>
            <a:gdLst>
              <a:gd name="connsiteX0" fmla="*/ 210326 w 2684217"/>
              <a:gd name="connsiteY0" fmla="*/ 0 h 2674397"/>
              <a:gd name="connsiteX1" fmla="*/ 0 w 2684217"/>
              <a:gd name="connsiteY1" fmla="*/ 0 h 2674397"/>
              <a:gd name="connsiteX2" fmla="*/ 1327819 w 2684217"/>
              <a:gd name="connsiteY2" fmla="*/ 2674397 h 2674397"/>
              <a:gd name="connsiteX3" fmla="*/ 2684217 w 2684217"/>
              <a:gd name="connsiteY3" fmla="*/ 2674397 h 2674397"/>
            </a:gdLst>
            <a:ahLst/>
            <a:cxnLst>
              <a:cxn ang="0">
                <a:pos x="connsiteX0" y="connsiteY0"/>
              </a:cxn>
              <a:cxn ang="0">
                <a:pos x="connsiteX1" y="connsiteY1"/>
              </a:cxn>
              <a:cxn ang="0">
                <a:pos x="connsiteX2" y="connsiteY2"/>
              </a:cxn>
              <a:cxn ang="0">
                <a:pos x="connsiteX3" y="connsiteY3"/>
              </a:cxn>
            </a:cxnLst>
            <a:rect l="l" t="t" r="r" b="b"/>
            <a:pathLst>
              <a:path w="2684217" h="2674397">
                <a:moveTo>
                  <a:pt x="210326" y="0"/>
                </a:moveTo>
                <a:lnTo>
                  <a:pt x="0" y="0"/>
                </a:lnTo>
                <a:lnTo>
                  <a:pt x="1327819" y="2674397"/>
                </a:lnTo>
                <a:lnTo>
                  <a:pt x="2684217" y="2674397"/>
                </a:lnTo>
                <a:close/>
              </a:path>
            </a:pathLst>
          </a:custGeom>
          <a:solidFill>
            <a:schemeClr val="accent4"/>
          </a:solidFill>
          <a:ln w="3049" cap="flat">
            <a:noFill/>
            <a:prstDash val="solid"/>
            <a:miter/>
          </a:ln>
        </p:spPr>
        <p:txBody>
          <a:bodyPr wrap="square" rtlCol="0" anchor="ctr">
            <a:noAutofit/>
          </a:bodyPr>
          <a:lstStyle/>
          <a:p>
            <a:endParaRPr lang="en-US" dirty="0"/>
          </a:p>
        </p:txBody>
      </p:sp>
      <p:pic>
        <p:nvPicPr>
          <p:cNvPr id="38" name="Graphic 37" descr="Future with solid fill">
            <a:extLst>
              <a:ext uri="{FF2B5EF4-FFF2-40B4-BE49-F238E27FC236}">
                <a16:creationId xmlns:a16="http://schemas.microsoft.com/office/drawing/2014/main" id="{04D6C164-189B-93CB-BB37-9FCD3BA3C1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56263" y="5516544"/>
            <a:ext cx="601055" cy="601055"/>
          </a:xfrm>
          <a:prstGeom prst="rect">
            <a:avLst/>
          </a:prstGeom>
        </p:spPr>
      </p:pic>
      <p:pic>
        <p:nvPicPr>
          <p:cNvPr id="41" name="Graphic 40" descr="Exclamation mark with solid fill">
            <a:extLst>
              <a:ext uri="{FF2B5EF4-FFF2-40B4-BE49-F238E27FC236}">
                <a16:creationId xmlns:a16="http://schemas.microsoft.com/office/drawing/2014/main" id="{EAFCDCFD-2E6D-B145-E3FC-D279731571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2957" y="5606980"/>
            <a:ext cx="610522" cy="610522"/>
          </a:xfrm>
          <a:prstGeom prst="rect">
            <a:avLst/>
          </a:prstGeom>
        </p:spPr>
      </p:pic>
      <p:pic>
        <p:nvPicPr>
          <p:cNvPr id="43" name="Graphic 42" descr="Splash1 with solid fill">
            <a:extLst>
              <a:ext uri="{FF2B5EF4-FFF2-40B4-BE49-F238E27FC236}">
                <a16:creationId xmlns:a16="http://schemas.microsoft.com/office/drawing/2014/main" id="{FD06E498-D7CD-6657-78FB-CB00F64FE95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34682" y="5561763"/>
            <a:ext cx="628438" cy="628438"/>
          </a:xfrm>
          <a:prstGeom prst="rect">
            <a:avLst/>
          </a:prstGeom>
        </p:spPr>
      </p:pic>
    </p:spTree>
    <p:extLst>
      <p:ext uri="{BB962C8B-B14F-4D97-AF65-F5344CB8AC3E}">
        <p14:creationId xmlns:p14="http://schemas.microsoft.com/office/powerpoint/2010/main" val="19386419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F8DCD-F98B-4319-34CF-73C1D4FBC3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F6177-2E5B-ECD5-1E45-9402215E3648}"/>
              </a:ext>
            </a:extLst>
          </p:cNvPr>
          <p:cNvSpPr>
            <a:spLocks noGrp="1"/>
          </p:cNvSpPr>
          <p:nvPr>
            <p:ph type="title"/>
          </p:nvPr>
        </p:nvSpPr>
        <p:spPr/>
        <p:txBody>
          <a:bodyPr/>
          <a:lstStyle/>
          <a:p>
            <a:r>
              <a:rPr lang="en-US"/>
              <a:t>References</a:t>
            </a:r>
          </a:p>
        </p:txBody>
      </p:sp>
      <p:graphicFrame>
        <p:nvGraphicFramePr>
          <p:cNvPr id="8" name="Content Placeholder 7">
            <a:extLst>
              <a:ext uri="{FF2B5EF4-FFF2-40B4-BE49-F238E27FC236}">
                <a16:creationId xmlns:a16="http://schemas.microsoft.com/office/drawing/2014/main" id="{444C6600-D369-5754-17FB-B236E2C69B1D}"/>
              </a:ext>
            </a:extLst>
          </p:cNvPr>
          <p:cNvGraphicFramePr>
            <a:graphicFrameLocks noGrp="1"/>
          </p:cNvGraphicFramePr>
          <p:nvPr>
            <p:ph idx="4294967295"/>
            <p:extLst>
              <p:ext uri="{D42A27DB-BD31-4B8C-83A1-F6EECF244321}">
                <p14:modId xmlns:p14="http://schemas.microsoft.com/office/powerpoint/2010/main" val="721630799"/>
              </p:ext>
            </p:extLst>
          </p:nvPr>
        </p:nvGraphicFramePr>
        <p:xfrm>
          <a:off x="0" y="1536700"/>
          <a:ext cx="10290175" cy="45545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645424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Sociology Major for College: Émile Durkheim Theories">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276DAAC96B60144AD9D45D0DE95DD51" ma:contentTypeVersion="10" ma:contentTypeDescription="Create a new document." ma:contentTypeScope="" ma:versionID="4f869096d7547f8fa220409ac400f3c7">
  <xsd:schema xmlns:xsd="http://www.w3.org/2001/XMLSchema" xmlns:xs="http://www.w3.org/2001/XMLSchema" xmlns:p="http://schemas.microsoft.com/office/2006/metadata/properties" xmlns:ns2="c983c866-c113-4e13-9595-49130615d1c5" xmlns:ns3="2012cdfd-021c-42b1-a595-62461c0458f3" targetNamespace="http://schemas.microsoft.com/office/2006/metadata/properties" ma:root="true" ma:fieldsID="fc102c2c886a1190c794b08cf94478ac" ns2:_="" ns3:_="">
    <xsd:import namespace="c983c866-c113-4e13-9595-49130615d1c5"/>
    <xsd:import namespace="2012cdfd-021c-42b1-a595-62461c0458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83c866-c113-4e13-9595-49130615d1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4ee6b6e-1dad-49a7-85d1-bf6bd711290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12cdfd-021c-42b1-a595-62461c0458f3"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a11e49e-7ef9-4b53-a625-14170420bfb8}" ma:internalName="TaxCatchAll" ma:showField="CatchAllData" ma:web="2012cdfd-021c-42b1-a595-62461c0458f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2012cdfd-021c-42b1-a595-62461c0458f3" xsi:nil="true"/>
    <lcf76f155ced4ddcb4097134ff3c332f xmlns="c983c866-c113-4e13-9595-49130615d1c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31EA7DC-F727-4E6D-A07E-21F5E719CB63}">
  <ds:schemaRefs>
    <ds:schemaRef ds:uri="http://schemas.microsoft.com/sharepoint/v3/contenttype/forms"/>
  </ds:schemaRefs>
</ds:datastoreItem>
</file>

<file path=customXml/itemProps2.xml><?xml version="1.0" encoding="utf-8"?>
<ds:datastoreItem xmlns:ds="http://schemas.openxmlformats.org/officeDocument/2006/customXml" ds:itemID="{0C5510C4-B7F9-42B6-8B17-87B2930033AA}">
  <ds:schemaRefs>
    <ds:schemaRef ds:uri="2012cdfd-021c-42b1-a595-62461c0458f3"/>
    <ds:schemaRef ds:uri="c983c866-c113-4e13-9595-49130615d1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C9C3160-C75C-4A0C-96EF-4DCB21F4A085}">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c983c866-c113-4e13-9595-49130615d1c5"/>
    <ds:schemaRef ds:uri="http://purl.org/dc/dcmitype/"/>
    <ds:schemaRef ds:uri="2012cdfd-021c-42b1-a595-62461c0458f3"/>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Sociology Major for College_ Émile Durkheim Theories by Slidesgo</Template>
  <TotalTime>112</TotalTime>
  <Words>1847</Words>
  <Application>Microsoft Office PowerPoint</Application>
  <PresentationFormat>Widescreen</PresentationFormat>
  <Paragraphs>359</Paragraphs>
  <Slides>16</Slides>
  <Notes>16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16</vt:i4>
      </vt:variant>
    </vt:vector>
  </HeadingPairs>
  <TitlesOfParts>
    <vt:vector size="29" baseType="lpstr">
      <vt:lpstr>Aptos Narrow</vt:lpstr>
      <vt:lpstr>Arial</vt:lpstr>
      <vt:lpstr>Calibri</vt:lpstr>
      <vt:lpstr>Cambria Math</vt:lpstr>
      <vt:lpstr>Courier New</vt:lpstr>
      <vt:lpstr>Dosis</vt:lpstr>
      <vt:lpstr>Farro</vt:lpstr>
      <vt:lpstr>Farro Medium</vt:lpstr>
      <vt:lpstr>Nunito Light</vt:lpstr>
      <vt:lpstr>Proxima Nova</vt:lpstr>
      <vt:lpstr>Proxima Nova Semibold</vt:lpstr>
      <vt:lpstr>Sociology Major for College: Émile Durkheim Theories</vt:lpstr>
      <vt:lpstr>Slidesgo Final Pages</vt:lpstr>
      <vt:lpstr>A Causal Analysis of Aviation Fatalities and Their Contributing Factors </vt:lpstr>
      <vt:lpstr>Introduction of Presenters</vt:lpstr>
      <vt:lpstr>Why Statistics are Important</vt:lpstr>
      <vt:lpstr>What Drives Aviation Fatalities in Fatal Crashes?</vt:lpstr>
      <vt:lpstr>From Raw Data to a Causal Problem</vt:lpstr>
      <vt:lpstr>Results – Data Preparation &amp; Classification</vt:lpstr>
      <vt:lpstr>Causal Modeling Approach</vt:lpstr>
      <vt:lpstr>Why FCI vs PC Algorithm for Causal Discovery</vt:lpstr>
      <vt:lpstr>Assumptions</vt:lpstr>
      <vt:lpstr>Quantifying Causal Effects </vt:lpstr>
      <vt:lpstr>Isolation of Causal Effect</vt:lpstr>
      <vt:lpstr>Results – Causal Structure Modeling</vt:lpstr>
      <vt:lpstr>Results – Key Causal Findings</vt:lpstr>
      <vt:lpstr>Results – Causal Impact on Lethality</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Clancy Crawford</dc:creator>
  <cp:lastModifiedBy>Crawford, Clancy K.</cp:lastModifiedBy>
  <cp:revision>3</cp:revision>
  <dcterms:created xsi:type="dcterms:W3CDTF">2026-04-13T20:37:08Z</dcterms:created>
  <dcterms:modified xsi:type="dcterms:W3CDTF">2026-04-15T07:52:16Z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0x010100C276DAAC96B60144AD9D45D0DE95DD51</vt:lpwstr>
  </property>
  <property fmtid="{D5CDD505-2E9C-101B-9397-08002B2CF9AE}" pid="3" name="MediaServiceImageTags">
    <vt:lpwstr/>
  </property>
</Properties>
</file>