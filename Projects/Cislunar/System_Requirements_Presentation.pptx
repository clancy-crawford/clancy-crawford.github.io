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2"/>
  </p:notesMasterIdLst>
  <p:sldIdLst>
    <p:sldId id="257" r:id="rId2"/>
    <p:sldId id="258" r:id="rId3"/>
    <p:sldId id="290" r:id="rId4"/>
    <p:sldId id="259" r:id="rId5"/>
    <p:sldId id="260" r:id="rId6"/>
    <p:sldId id="263" r:id="rId7"/>
    <p:sldId id="289" r:id="rId8"/>
    <p:sldId id="291" r:id="rId9"/>
    <p:sldId id="267" r:id="rId10"/>
    <p:sldId id="294" r:id="rId11"/>
    <p:sldId id="285" r:id="rId12"/>
    <p:sldId id="297" r:id="rId13"/>
    <p:sldId id="298" r:id="rId14"/>
    <p:sldId id="299" r:id="rId15"/>
    <p:sldId id="296" r:id="rId16"/>
    <p:sldId id="288" r:id="rId17"/>
    <p:sldId id="286" r:id="rId18"/>
    <p:sldId id="284" r:id="rId19"/>
    <p:sldId id="287" r:id="rId20"/>
    <p:sldId id="278" r:id="rId21"/>
  </p:sldIdLst>
  <p:sldSz cx="12192000" cy="6858000"/>
  <p:notesSz cx="6858000" cy="9144000"/>
  <p:embeddedFontLst>
    <p:embeddedFont>
      <p:font typeface="Poppins" panose="00000500000000000000" pitchFamily="2" charset="0"/>
      <p:regular r:id="rId23"/>
      <p:bold r:id="rId24"/>
      <p:italic r:id="rId25"/>
      <p:boldItalic r:id="rId26"/>
    </p:embeddedFont>
    <p:embeddedFont>
      <p:font typeface="Poppins Light" panose="000004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B8F399-0C0A-4291-8068-70C132F9A4FF}" v="1636" dt="2026-09-18T01:47:51.632"/>
    <p1510:client id="{EF28E0FE-BF7C-4CA4-867E-02A888262B47}" v="1994" dt="2026-09-17T17:56:13.598"/>
  </p1510:revLst>
</p1510:revInfo>
</file>

<file path=ppt/tableStyles.xml><?xml version="1.0" encoding="utf-8"?>
<a:tblStyleLst xmlns:a="http://schemas.openxmlformats.org/drawingml/2006/main" def="{BF6E5040-C420-40EE-B401-21724F7416D7}">
  <a:tblStyle styleId="{BF6E5040-C420-40EE-B401-21724F7416D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53" y="7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pson, Ewan R." userId="S::thompe21@my.erau.edu::7e538e4f-eb2e-41d5-bfa0-87564047ed0f" providerId="AD" clId="Web-{802198BA-5928-374D-FA28-A9E578C72A02}"/>
    <pc:docChg chg="modSld">
      <pc:chgData name="Thompson, Ewan R." userId="S::thompe21@my.erau.edu::7e538e4f-eb2e-41d5-bfa0-87564047ed0f" providerId="AD" clId="Web-{802198BA-5928-374D-FA28-A9E578C72A02}" dt="2026-09-17T21:17:41.192" v="13"/>
      <pc:docMkLst>
        <pc:docMk/>
      </pc:docMkLst>
      <pc:sldChg chg="modSp">
        <pc:chgData name="Thompson, Ewan R." userId="S::thompe21@my.erau.edu::7e538e4f-eb2e-41d5-bfa0-87564047ed0f" providerId="AD" clId="Web-{802198BA-5928-374D-FA28-A9E578C72A02}" dt="2026-09-17T21:17:41.192" v="13"/>
        <pc:sldMkLst>
          <pc:docMk/>
          <pc:sldMk cId="0" sldId="260"/>
        </pc:sldMkLst>
        <pc:spChg chg="mod">
          <ac:chgData name="Thompson, Ewan R." userId="S::thompe21@my.erau.edu::7e538e4f-eb2e-41d5-bfa0-87564047ed0f" providerId="AD" clId="Web-{802198BA-5928-374D-FA28-A9E578C72A02}" dt="2026-09-17T21:17:18.394" v="3" actId="20577"/>
          <ac:spMkLst>
            <pc:docMk/>
            <pc:sldMk cId="0" sldId="260"/>
            <ac:spMk id="5" creationId="{A8D6B087-6A73-3887-51DF-5F7EFF074C49}"/>
          </ac:spMkLst>
        </pc:spChg>
        <pc:graphicFrameChg chg="mod modGraphic">
          <ac:chgData name="Thompson, Ewan R." userId="S::thompe21@my.erau.edu::7e538e4f-eb2e-41d5-bfa0-87564047ed0f" providerId="AD" clId="Web-{802198BA-5928-374D-FA28-A9E578C72A02}" dt="2026-09-17T21:17:41.192" v="13"/>
          <ac:graphicFrameMkLst>
            <pc:docMk/>
            <pc:sldMk cId="0" sldId="260"/>
            <ac:graphicFrameMk id="2" creationId="{69CE6B7C-CCA0-BAA5-A20A-A63F79944F17}"/>
          </ac:graphicFrameMkLst>
        </pc:graphicFrameChg>
      </pc:sldChg>
    </pc:docChg>
  </pc:docChgLst>
  <pc:docChgLst>
    <pc:chgData name="Munoz, Antonio M." userId="S::munoza24@my.erau.edu::ce30d51b-4c43-4434-831d-9b70b54f9fa2" providerId="AD" clId="Web-{CE7F5D30-0B64-04B8-0395-990385FB3CCA}"/>
    <pc:docChg chg="modSld">
      <pc:chgData name="Munoz, Antonio M." userId="S::munoza24@my.erau.edu::ce30d51b-4c43-4434-831d-9b70b54f9fa2" providerId="AD" clId="Web-{CE7F5D30-0B64-04B8-0395-990385FB3CCA}" dt="2026-09-14T13:33:50.823" v="0" actId="1076"/>
      <pc:docMkLst>
        <pc:docMk/>
      </pc:docMkLst>
      <pc:sldChg chg="modSp">
        <pc:chgData name="Munoz, Antonio M." userId="S::munoza24@my.erau.edu::ce30d51b-4c43-4434-831d-9b70b54f9fa2" providerId="AD" clId="Web-{CE7F5D30-0B64-04B8-0395-990385FB3CCA}" dt="2026-09-14T13:33:50.823" v="0" actId="1076"/>
        <pc:sldMkLst>
          <pc:docMk/>
          <pc:sldMk cId="0" sldId="267"/>
        </pc:sldMkLst>
        <pc:spChg chg="mod">
          <ac:chgData name="Munoz, Antonio M." userId="S::munoza24@my.erau.edu::ce30d51b-4c43-4434-831d-9b70b54f9fa2" providerId="AD" clId="Web-{CE7F5D30-0B64-04B8-0395-990385FB3CCA}" dt="2026-09-14T13:33:50.823" v="0" actId="1076"/>
          <ac:spMkLst>
            <pc:docMk/>
            <pc:sldMk cId="0" sldId="267"/>
            <ac:spMk id="298" creationId="{00000000-0000-0000-0000-000000000000}"/>
          </ac:spMkLst>
        </pc:spChg>
      </pc:sldChg>
    </pc:docChg>
  </pc:docChgLst>
  <pc:docChgLst>
    <pc:chgData name="Munoz, Antonio M." userId="S::munoza24@my.erau.edu::ce30d51b-4c43-4434-831d-9b70b54f9fa2" providerId="AD" clId="Web-{E7D05C2F-1B2E-EE5C-4159-B9730B1B2D32}"/>
    <pc:docChg chg="modSld">
      <pc:chgData name="Munoz, Antonio M." userId="S::munoza24@my.erau.edu::ce30d51b-4c43-4434-831d-9b70b54f9fa2" providerId="AD" clId="Web-{E7D05C2F-1B2E-EE5C-4159-B9730B1B2D32}" dt="2026-09-11T13:18:21.576" v="159"/>
      <pc:docMkLst>
        <pc:docMk/>
      </pc:docMkLst>
      <pc:sldChg chg="modSp">
        <pc:chgData name="Munoz, Antonio M." userId="S::munoza24@my.erau.edu::ce30d51b-4c43-4434-831d-9b70b54f9fa2" providerId="AD" clId="Web-{E7D05C2F-1B2E-EE5C-4159-B9730B1B2D32}" dt="2026-09-11T12:46:14.366" v="95" actId="20577"/>
        <pc:sldMkLst>
          <pc:docMk/>
          <pc:sldMk cId="0" sldId="257"/>
        </pc:sldMkLst>
        <pc:spChg chg="mod">
          <ac:chgData name="Munoz, Antonio M." userId="S::munoza24@my.erau.edu::ce30d51b-4c43-4434-831d-9b70b54f9fa2" providerId="AD" clId="Web-{E7D05C2F-1B2E-EE5C-4159-B9730B1B2D32}" dt="2026-09-11T12:42:46.344" v="53" actId="20577"/>
          <ac:spMkLst>
            <pc:docMk/>
            <pc:sldMk cId="0" sldId="257"/>
            <ac:spMk id="186" creationId="{00000000-0000-0000-0000-000000000000}"/>
          </ac:spMkLst>
        </pc:spChg>
      </pc:sldChg>
      <pc:sldChg chg="modSp">
        <pc:chgData name="Munoz, Antonio M." userId="S::munoza24@my.erau.edu::ce30d51b-4c43-4434-831d-9b70b54f9fa2" providerId="AD" clId="Web-{E7D05C2F-1B2E-EE5C-4159-B9730B1B2D32}" dt="2026-09-11T12:48:51.434" v="112" actId="20577"/>
        <pc:sldMkLst>
          <pc:docMk/>
          <pc:sldMk cId="0" sldId="258"/>
        </pc:sldMkLst>
      </pc:sldChg>
      <pc:sldChg chg="modSp">
        <pc:chgData name="Munoz, Antonio M." userId="S::munoza24@my.erau.edu::ce30d51b-4c43-4434-831d-9b70b54f9fa2" providerId="AD" clId="Web-{E7D05C2F-1B2E-EE5C-4159-B9730B1B2D32}" dt="2026-09-11T12:49:24.076" v="142" actId="20577"/>
        <pc:sldMkLst>
          <pc:docMk/>
          <pc:sldMk cId="0" sldId="259"/>
        </pc:sldMkLst>
        <pc:spChg chg="mod">
          <ac:chgData name="Munoz, Antonio M." userId="S::munoza24@my.erau.edu::ce30d51b-4c43-4434-831d-9b70b54f9fa2" providerId="AD" clId="Web-{E7D05C2F-1B2E-EE5C-4159-B9730B1B2D32}" dt="2026-09-11T12:49:17.357" v="129" actId="20577"/>
          <ac:spMkLst>
            <pc:docMk/>
            <pc:sldMk cId="0" sldId="259"/>
            <ac:spMk id="227" creationId="{00000000-0000-0000-0000-000000000000}"/>
          </ac:spMkLst>
        </pc:spChg>
      </pc:sldChg>
      <pc:sldChg chg="addSp modSp">
        <pc:chgData name="Munoz, Antonio M." userId="S::munoza24@my.erau.edu::ce30d51b-4c43-4434-831d-9b70b54f9fa2" providerId="AD" clId="Web-{E7D05C2F-1B2E-EE5C-4159-B9730B1B2D32}" dt="2026-09-11T12:57:36.764" v="153" actId="1076"/>
        <pc:sldMkLst>
          <pc:docMk/>
          <pc:sldMk cId="0" sldId="260"/>
        </pc:sldMkLst>
      </pc:sldChg>
      <pc:sldChg chg="addSp modSp">
        <pc:chgData name="Munoz, Antonio M." userId="S::munoza24@my.erau.edu::ce30d51b-4c43-4434-831d-9b70b54f9fa2" providerId="AD" clId="Web-{E7D05C2F-1B2E-EE5C-4159-B9730B1B2D32}" dt="2026-09-11T13:18:21.576" v="159"/>
        <pc:sldMkLst>
          <pc:docMk/>
          <pc:sldMk cId="0" sldId="263"/>
        </pc:sldMkLst>
      </pc:sldChg>
    </pc:docChg>
  </pc:docChgLst>
  <pc:docChgLst>
    <pc:chgData name="Neufeld, Azden K." userId="S::neufelda@my.erau.edu::dd4e34fe-667c-4883-8ff3-305acbd33a8d" providerId="AD" clId="Web-{1ABF4059-458E-4231-4831-FB9A46D9A467}"/>
    <pc:docChg chg="modSld">
      <pc:chgData name="Neufeld, Azden K." userId="S::neufelda@my.erau.edu::dd4e34fe-667c-4883-8ff3-305acbd33a8d" providerId="AD" clId="Web-{1ABF4059-458E-4231-4831-FB9A46D9A467}" dt="2026-09-15T17:27:53.001" v="272" actId="20577"/>
      <pc:docMkLst>
        <pc:docMk/>
      </pc:docMkLst>
      <pc:sldChg chg="modSp">
        <pc:chgData name="Neufeld, Azden K." userId="S::neufelda@my.erau.edu::dd4e34fe-667c-4883-8ff3-305acbd33a8d" providerId="AD" clId="Web-{1ABF4059-458E-4231-4831-FB9A46D9A467}" dt="2026-09-15T17:27:53.001" v="272" actId="20577"/>
        <pc:sldMkLst>
          <pc:docMk/>
          <pc:sldMk cId="3662934977" sldId="299"/>
        </pc:sldMkLst>
        <pc:spChg chg="mod">
          <ac:chgData name="Neufeld, Azden K." userId="S::neufelda@my.erau.edu::dd4e34fe-667c-4883-8ff3-305acbd33a8d" providerId="AD" clId="Web-{1ABF4059-458E-4231-4831-FB9A46D9A467}" dt="2026-09-15T17:27:53.001" v="272" actId="20577"/>
          <ac:spMkLst>
            <pc:docMk/>
            <pc:sldMk cId="3662934977" sldId="299"/>
            <ac:spMk id="242" creationId="{252C64CA-21B8-2313-FD13-DC9CEBB6E0B7}"/>
          </ac:spMkLst>
        </pc:spChg>
      </pc:sldChg>
    </pc:docChg>
  </pc:docChgLst>
  <pc:docChgLst>
    <pc:chgData name="Munoz, Antonio M." userId="S::munoza24@my.erau.edu::ce30d51b-4c43-4434-831d-9b70b54f9fa2" providerId="AD" clId="Web-{FAEF84A3-E317-3D3C-2253-9EBC46D78E3C}"/>
    <pc:docChg chg="delSld modSld">
      <pc:chgData name="Munoz, Antonio M." userId="S::munoza24@my.erau.edu::ce30d51b-4c43-4434-831d-9b70b54f9fa2" providerId="AD" clId="Web-{FAEF84A3-E317-3D3C-2253-9EBC46D78E3C}" dt="2026-09-15T18:04:57.965" v="350" actId="20577"/>
      <pc:docMkLst>
        <pc:docMk/>
      </pc:docMkLst>
      <pc:sldChg chg="modSp">
        <pc:chgData name="Munoz, Antonio M." userId="S::munoza24@my.erau.edu::ce30d51b-4c43-4434-831d-9b70b54f9fa2" providerId="AD" clId="Web-{FAEF84A3-E317-3D3C-2253-9EBC46D78E3C}" dt="2026-09-15T17:53:19.824" v="340" actId="20577"/>
        <pc:sldMkLst>
          <pc:docMk/>
          <pc:sldMk cId="976986697" sldId="284"/>
        </pc:sldMkLst>
        <pc:spChg chg="mod">
          <ac:chgData name="Munoz, Antonio M." userId="S::munoza24@my.erau.edu::ce30d51b-4c43-4434-831d-9b70b54f9fa2" providerId="AD" clId="Web-{FAEF84A3-E317-3D3C-2253-9EBC46D78E3C}" dt="2026-09-15T17:53:19.824" v="340" actId="20577"/>
          <ac:spMkLst>
            <pc:docMk/>
            <pc:sldMk cId="976986697" sldId="284"/>
            <ac:spMk id="242" creationId="{7D6B5CC7-BA0E-EB49-A5DA-0E1E2DCABA23}"/>
          </ac:spMkLst>
        </pc:spChg>
      </pc:sldChg>
      <pc:sldChg chg="modSp">
        <pc:chgData name="Munoz, Antonio M." userId="S::munoza24@my.erau.edu::ce30d51b-4c43-4434-831d-9b70b54f9fa2" providerId="AD" clId="Web-{FAEF84A3-E317-3D3C-2253-9EBC46D78E3C}" dt="2026-09-15T18:04:57.965" v="350" actId="20577"/>
        <pc:sldMkLst>
          <pc:docMk/>
          <pc:sldMk cId="2636470706" sldId="285"/>
        </pc:sldMkLst>
        <pc:spChg chg="mod">
          <ac:chgData name="Munoz, Antonio M." userId="S::munoza24@my.erau.edu::ce30d51b-4c43-4434-831d-9b70b54f9fa2" providerId="AD" clId="Web-{FAEF84A3-E317-3D3C-2253-9EBC46D78E3C}" dt="2026-09-15T18:04:57.965" v="350" actId="20577"/>
          <ac:spMkLst>
            <pc:docMk/>
            <pc:sldMk cId="2636470706" sldId="285"/>
            <ac:spMk id="3" creationId="{782992A7-F3D9-1841-7D64-6FA34D9B071B}"/>
          </ac:spMkLst>
        </pc:spChg>
      </pc:sldChg>
      <pc:sldChg chg="modSp">
        <pc:chgData name="Munoz, Antonio M." userId="S::munoza24@my.erau.edu::ce30d51b-4c43-4434-831d-9b70b54f9fa2" providerId="AD" clId="Web-{FAEF84A3-E317-3D3C-2253-9EBC46D78E3C}" dt="2026-09-15T17:25:11.651" v="9" actId="20577"/>
        <pc:sldMkLst>
          <pc:docMk/>
          <pc:sldMk cId="890615971" sldId="286"/>
        </pc:sldMkLst>
        <pc:spChg chg="mod">
          <ac:chgData name="Munoz, Antonio M." userId="S::munoza24@my.erau.edu::ce30d51b-4c43-4434-831d-9b70b54f9fa2" providerId="AD" clId="Web-{FAEF84A3-E317-3D3C-2253-9EBC46D78E3C}" dt="2026-09-15T17:25:11.651" v="9" actId="20577"/>
          <ac:spMkLst>
            <pc:docMk/>
            <pc:sldMk cId="890615971" sldId="286"/>
            <ac:spMk id="242" creationId="{4B5EA3F4-CA68-093F-1753-1BB75DA19BBC}"/>
          </ac:spMkLst>
        </pc:spChg>
      </pc:sldChg>
      <pc:sldChg chg="modSp">
        <pc:chgData name="Munoz, Antonio M." userId="S::munoza24@my.erau.edu::ce30d51b-4c43-4434-831d-9b70b54f9fa2" providerId="AD" clId="Web-{FAEF84A3-E317-3D3C-2253-9EBC46D78E3C}" dt="2026-09-15T17:52:57.277" v="331" actId="20577"/>
        <pc:sldMkLst>
          <pc:docMk/>
          <pc:sldMk cId="3589065475" sldId="297"/>
        </pc:sldMkLst>
        <pc:spChg chg="mod">
          <ac:chgData name="Munoz, Antonio M." userId="S::munoza24@my.erau.edu::ce30d51b-4c43-4434-831d-9b70b54f9fa2" providerId="AD" clId="Web-{FAEF84A3-E317-3D3C-2253-9EBC46D78E3C}" dt="2026-09-15T17:52:57.277" v="331" actId="20577"/>
          <ac:spMkLst>
            <pc:docMk/>
            <pc:sldMk cId="3589065475" sldId="297"/>
            <ac:spMk id="242" creationId="{83ECE89A-B98A-9C50-7D56-21D219B75AAC}"/>
          </ac:spMkLst>
        </pc:spChg>
      </pc:sldChg>
      <pc:sldChg chg="modSp">
        <pc:chgData name="Munoz, Antonio M." userId="S::munoza24@my.erau.edu::ce30d51b-4c43-4434-831d-9b70b54f9fa2" providerId="AD" clId="Web-{FAEF84A3-E317-3D3C-2253-9EBC46D78E3C}" dt="2026-09-15T17:50:10.855" v="314" actId="20577"/>
        <pc:sldMkLst>
          <pc:docMk/>
          <pc:sldMk cId="2642984869" sldId="298"/>
        </pc:sldMkLst>
        <pc:spChg chg="mod">
          <ac:chgData name="Munoz, Antonio M." userId="S::munoza24@my.erau.edu::ce30d51b-4c43-4434-831d-9b70b54f9fa2" providerId="AD" clId="Web-{FAEF84A3-E317-3D3C-2253-9EBC46D78E3C}" dt="2026-09-15T17:50:10.855" v="314" actId="20577"/>
          <ac:spMkLst>
            <pc:docMk/>
            <pc:sldMk cId="2642984869" sldId="298"/>
            <ac:spMk id="242" creationId="{AAAF7670-228A-D5A6-610B-66F7BAED3A3B}"/>
          </ac:spMkLst>
        </pc:spChg>
      </pc:sldChg>
    </pc:docChg>
  </pc:docChgLst>
  <pc:docChgLst>
    <pc:chgData name="Neufeld, Azden K." userId="S::neufelda@my.erau.edu::dd4e34fe-667c-4883-8ff3-305acbd33a8d" providerId="AD" clId="Web-{00000000-0000-0000-0000-000000000000}"/>
    <pc:docChg chg="delSld modSld">
      <pc:chgData name="Neufeld, Azden K." userId="S::neufelda@my.erau.edu::dd4e34fe-667c-4883-8ff3-305acbd33a8d" providerId="AD" clId="Web-{00000000-0000-0000-0000-000000000000}" dt="2026-09-17T17:47:33.327" v="45" actId="20577"/>
      <pc:docMkLst>
        <pc:docMk/>
      </pc:docMkLst>
      <pc:sldChg chg="modSp">
        <pc:chgData name="Neufeld, Azden K." userId="S::neufelda@my.erau.edu::dd4e34fe-667c-4883-8ff3-305acbd33a8d" providerId="AD" clId="Web-{00000000-0000-0000-0000-000000000000}" dt="2026-09-17T17:47:33.327" v="45" actId="20577"/>
        <pc:sldMkLst>
          <pc:docMk/>
          <pc:sldMk cId="1273212998" sldId="287"/>
        </pc:sldMkLst>
        <pc:spChg chg="mod">
          <ac:chgData name="Neufeld, Azden K." userId="S::neufelda@my.erau.edu::dd4e34fe-667c-4883-8ff3-305acbd33a8d" providerId="AD" clId="Web-{00000000-0000-0000-0000-000000000000}" dt="2026-09-17T17:47:33.327" v="45" actId="20577"/>
          <ac:spMkLst>
            <pc:docMk/>
            <pc:sldMk cId="1273212998" sldId="287"/>
            <ac:spMk id="242" creationId="{739F0AF6-D8BC-152D-8E3A-5BA92F659B8F}"/>
          </ac:spMkLst>
        </pc:spChg>
      </pc:sldChg>
      <pc:sldChg chg="modSp">
        <pc:chgData name="Neufeld, Azden K." userId="S::neufelda@my.erau.edu::dd4e34fe-667c-4883-8ff3-305acbd33a8d" providerId="AD" clId="Web-{00000000-0000-0000-0000-000000000000}" dt="2026-09-16T12:34:32.042" v="13" actId="20577"/>
        <pc:sldMkLst>
          <pc:docMk/>
          <pc:sldMk cId="3182290494" sldId="288"/>
        </pc:sldMkLst>
        <pc:spChg chg="mod">
          <ac:chgData name="Neufeld, Azden K." userId="S::neufelda@my.erau.edu::dd4e34fe-667c-4883-8ff3-305acbd33a8d" providerId="AD" clId="Web-{00000000-0000-0000-0000-000000000000}" dt="2026-09-16T12:34:32.042" v="13" actId="20577"/>
          <ac:spMkLst>
            <pc:docMk/>
            <pc:sldMk cId="3182290494" sldId="288"/>
            <ac:spMk id="242" creationId="{A609B127-99D7-12DD-329D-AF51B6D84338}"/>
          </ac:spMkLst>
        </pc:spChg>
      </pc:sldChg>
      <pc:sldChg chg="modSp">
        <pc:chgData name="Neufeld, Azden K." userId="S::neufelda@my.erau.edu::dd4e34fe-667c-4883-8ff3-305acbd33a8d" providerId="AD" clId="Web-{00000000-0000-0000-0000-000000000000}" dt="2026-09-17T17:12:12.666" v="34" actId="14100"/>
        <pc:sldMkLst>
          <pc:docMk/>
          <pc:sldMk cId="3589065475" sldId="297"/>
        </pc:sldMkLst>
      </pc:sldChg>
      <pc:sldChg chg="addSp modSp">
        <pc:chgData name="Neufeld, Azden K." userId="S::neufelda@my.erau.edu::dd4e34fe-667c-4883-8ff3-305acbd33a8d" providerId="AD" clId="Web-{00000000-0000-0000-0000-000000000000}" dt="2026-09-17T17:11:02.650" v="28" actId="14100"/>
        <pc:sldMkLst>
          <pc:docMk/>
          <pc:sldMk cId="2642984869" sldId="298"/>
        </pc:sldMkLst>
        <pc:picChg chg="add mod">
          <ac:chgData name="Neufeld, Azden K." userId="S::neufelda@my.erau.edu::dd4e34fe-667c-4883-8ff3-305acbd33a8d" providerId="AD" clId="Web-{00000000-0000-0000-0000-000000000000}" dt="2026-09-17T17:11:02.650" v="28" actId="14100"/>
          <ac:picMkLst>
            <pc:docMk/>
            <pc:sldMk cId="2642984869" sldId="298"/>
            <ac:picMk id="4" creationId="{98282A49-C968-80A9-957B-435559D1C9F2}"/>
          </ac:picMkLst>
        </pc:picChg>
        <pc:picChg chg="mod">
          <ac:chgData name="Neufeld, Azden K." userId="S::neufelda@my.erau.edu::dd4e34fe-667c-4883-8ff3-305acbd33a8d" providerId="AD" clId="Web-{00000000-0000-0000-0000-000000000000}" dt="2026-09-17T17:10:56.587" v="26" actId="1076"/>
          <ac:picMkLst>
            <pc:docMk/>
            <pc:sldMk cId="2642984869" sldId="298"/>
            <ac:picMk id="5" creationId="{C3CDB0CD-A30B-75E5-63BA-099BDDD17FBA}"/>
          </ac:picMkLst>
        </pc:picChg>
      </pc:sldChg>
      <pc:sldChg chg="addSp modSp">
        <pc:chgData name="Neufeld, Azden K." userId="S::neufelda@my.erau.edu::dd4e34fe-667c-4883-8ff3-305acbd33a8d" providerId="AD" clId="Web-{00000000-0000-0000-0000-000000000000}" dt="2026-09-17T17:16:44.619" v="43" actId="20577"/>
        <pc:sldMkLst>
          <pc:docMk/>
          <pc:sldMk cId="3662934977" sldId="299"/>
        </pc:sldMkLst>
        <pc:spChg chg="mod">
          <ac:chgData name="Neufeld, Azden K." userId="S::neufelda@my.erau.edu::dd4e34fe-667c-4883-8ff3-305acbd33a8d" providerId="AD" clId="Web-{00000000-0000-0000-0000-000000000000}" dt="2026-09-17T17:16:44.619" v="43" actId="20577"/>
          <ac:spMkLst>
            <pc:docMk/>
            <pc:sldMk cId="3662934977" sldId="299"/>
            <ac:spMk id="242" creationId="{252C64CA-21B8-2313-FD13-DC9CEBB6E0B7}"/>
          </ac:spMkLst>
        </pc:spChg>
        <pc:picChg chg="mod">
          <ac:chgData name="Neufeld, Azden K." userId="S::neufelda@my.erau.edu::dd4e34fe-667c-4883-8ff3-305acbd33a8d" providerId="AD" clId="Web-{00000000-0000-0000-0000-000000000000}" dt="2026-09-17T17:10:22.275" v="21" actId="14100"/>
          <ac:picMkLst>
            <pc:docMk/>
            <pc:sldMk cId="3662934977" sldId="299"/>
            <ac:picMk id="3" creationId="{FFDDF52E-7449-7681-B530-D9E1E7894C70}"/>
          </ac:picMkLst>
        </pc:picChg>
        <pc:picChg chg="add mod">
          <ac:chgData name="Neufeld, Azden K." userId="S::neufelda@my.erau.edu::dd4e34fe-667c-4883-8ff3-305acbd33a8d" providerId="AD" clId="Web-{00000000-0000-0000-0000-000000000000}" dt="2026-09-17T17:10:17.993" v="20" actId="1076"/>
          <ac:picMkLst>
            <pc:docMk/>
            <pc:sldMk cId="3662934977" sldId="299"/>
            <ac:picMk id="4" creationId="{212F597F-AC55-E689-D534-A64346927D1D}"/>
          </ac:picMkLst>
        </pc:picChg>
      </pc:sldChg>
    </pc:docChg>
  </pc:docChgLst>
  <pc:docChgLst>
    <pc:chgData name="Neufeld, Azden K." userId="S::neufelda@my.erau.edu::dd4e34fe-667c-4883-8ff3-305acbd33a8d" providerId="AD" clId="Web-{963EE37A-E7FF-2028-53A7-B979EDEBC486}"/>
    <pc:docChg chg="addSld delSld modSld">
      <pc:chgData name="Neufeld, Azden K." userId="S::neufelda@my.erau.edu::dd4e34fe-667c-4883-8ff3-305acbd33a8d" providerId="AD" clId="Web-{963EE37A-E7FF-2028-53A7-B979EDEBC486}" dt="2026-09-17T04:01:10.490" v="477" actId="20577"/>
      <pc:docMkLst>
        <pc:docMk/>
      </pc:docMkLst>
      <pc:sldChg chg="modSp">
        <pc:chgData name="Neufeld, Azden K." userId="S::neufelda@my.erau.edu::dd4e34fe-667c-4883-8ff3-305acbd33a8d" providerId="AD" clId="Web-{963EE37A-E7FF-2028-53A7-B979EDEBC486}" dt="2026-09-17T03:29:18.641" v="422"/>
        <pc:sldMkLst>
          <pc:docMk/>
          <pc:sldMk cId="0" sldId="267"/>
        </pc:sldMkLst>
        <pc:graphicFrameChg chg="mod modGraphic">
          <ac:chgData name="Neufeld, Azden K." userId="S::neufelda@my.erau.edu::dd4e34fe-667c-4883-8ff3-305acbd33a8d" providerId="AD" clId="Web-{963EE37A-E7FF-2028-53A7-B979EDEBC486}" dt="2026-09-17T03:29:18.641" v="422"/>
          <ac:graphicFrameMkLst>
            <pc:docMk/>
            <pc:sldMk cId="0" sldId="267"/>
            <ac:graphicFrameMk id="2" creationId="{603FE4AD-E590-A862-C322-AC6A4103110A}"/>
          </ac:graphicFrameMkLst>
        </pc:graphicFrameChg>
      </pc:sldChg>
      <pc:sldChg chg="modSp">
        <pc:chgData name="Neufeld, Azden K." userId="S::neufelda@my.erau.edu::dd4e34fe-667c-4883-8ff3-305acbd33a8d" providerId="AD" clId="Web-{963EE37A-E7FF-2028-53A7-B979EDEBC486}" dt="2026-09-17T02:48:22.700" v="222" actId="20577"/>
        <pc:sldMkLst>
          <pc:docMk/>
          <pc:sldMk cId="3182290494" sldId="288"/>
        </pc:sldMkLst>
        <pc:spChg chg="mod">
          <ac:chgData name="Neufeld, Azden K." userId="S::neufelda@my.erau.edu::dd4e34fe-667c-4883-8ff3-305acbd33a8d" providerId="AD" clId="Web-{963EE37A-E7FF-2028-53A7-B979EDEBC486}" dt="2026-09-17T02:48:22.700" v="222" actId="20577"/>
          <ac:spMkLst>
            <pc:docMk/>
            <pc:sldMk cId="3182290494" sldId="288"/>
            <ac:spMk id="242" creationId="{A609B127-99D7-12DD-329D-AF51B6D84338}"/>
          </ac:spMkLst>
        </pc:spChg>
      </pc:sldChg>
      <pc:sldChg chg="modSp">
        <pc:chgData name="Neufeld, Azden K." userId="S::neufelda@my.erau.edu::dd4e34fe-667c-4883-8ff3-305acbd33a8d" providerId="AD" clId="Web-{963EE37A-E7FF-2028-53A7-B979EDEBC486}" dt="2026-09-17T02:17:50.733" v="85" actId="20577"/>
        <pc:sldMkLst>
          <pc:docMk/>
          <pc:sldMk cId="3589065475" sldId="297"/>
        </pc:sldMkLst>
        <pc:spChg chg="mod">
          <ac:chgData name="Neufeld, Azden K." userId="S::neufelda@my.erau.edu::dd4e34fe-667c-4883-8ff3-305acbd33a8d" providerId="AD" clId="Web-{963EE37A-E7FF-2028-53A7-B979EDEBC486}" dt="2026-09-17T02:17:50.733" v="85" actId="20577"/>
          <ac:spMkLst>
            <pc:docMk/>
            <pc:sldMk cId="3589065475" sldId="297"/>
            <ac:spMk id="242" creationId="{83ECE89A-B98A-9C50-7D56-21D219B75AAC}"/>
          </ac:spMkLst>
        </pc:spChg>
      </pc:sldChg>
      <pc:sldChg chg="modSp">
        <pc:chgData name="Neufeld, Azden K." userId="S::neufelda@my.erau.edu::dd4e34fe-667c-4883-8ff3-305acbd33a8d" providerId="AD" clId="Web-{963EE37A-E7FF-2028-53A7-B979EDEBC486}" dt="2026-09-17T04:01:10.490" v="477" actId="20577"/>
        <pc:sldMkLst>
          <pc:docMk/>
          <pc:sldMk cId="2642984869" sldId="298"/>
        </pc:sldMkLst>
        <pc:spChg chg="mod">
          <ac:chgData name="Neufeld, Azden K." userId="S::neufelda@my.erau.edu::dd4e34fe-667c-4883-8ff3-305acbd33a8d" providerId="AD" clId="Web-{963EE37A-E7FF-2028-53A7-B979EDEBC486}" dt="2026-09-17T04:01:10.490" v="477" actId="20577"/>
          <ac:spMkLst>
            <pc:docMk/>
            <pc:sldMk cId="2642984869" sldId="298"/>
            <ac:spMk id="242" creationId="{AAAF7670-228A-D5A6-610B-66F7BAED3A3B}"/>
          </ac:spMkLst>
        </pc:spChg>
      </pc:sldChg>
      <pc:sldChg chg="modSp">
        <pc:chgData name="Neufeld, Azden K." userId="S::neufelda@my.erau.edu::dd4e34fe-667c-4883-8ff3-305acbd33a8d" providerId="AD" clId="Web-{963EE37A-E7FF-2028-53A7-B979EDEBC486}" dt="2026-09-17T03:26:51.666" v="382" actId="20577"/>
        <pc:sldMkLst>
          <pc:docMk/>
          <pc:sldMk cId="3662934977" sldId="299"/>
        </pc:sldMkLst>
        <pc:spChg chg="mod">
          <ac:chgData name="Neufeld, Azden K." userId="S::neufelda@my.erau.edu::dd4e34fe-667c-4883-8ff3-305acbd33a8d" providerId="AD" clId="Web-{963EE37A-E7FF-2028-53A7-B979EDEBC486}" dt="2026-09-17T03:26:51.666" v="382" actId="20577"/>
          <ac:spMkLst>
            <pc:docMk/>
            <pc:sldMk cId="3662934977" sldId="299"/>
            <ac:spMk id="242" creationId="{252C64CA-21B8-2313-FD13-DC9CEBB6E0B7}"/>
          </ac:spMkLst>
        </pc:spChg>
        <pc:picChg chg="mod">
          <ac:chgData name="Neufeld, Azden K." userId="S::neufelda@my.erau.edu::dd4e34fe-667c-4883-8ff3-305acbd33a8d" providerId="AD" clId="Web-{963EE37A-E7FF-2028-53A7-B979EDEBC486}" dt="2026-09-17T02:57:03.483" v="250" actId="1076"/>
          <ac:picMkLst>
            <pc:docMk/>
            <pc:sldMk cId="3662934977" sldId="299"/>
            <ac:picMk id="3" creationId="{FFDDF52E-7449-7681-B530-D9E1E7894C70}"/>
          </ac:picMkLst>
        </pc:picChg>
      </pc:sldChg>
    </pc:docChg>
  </pc:docChgLst>
  <pc:docChgLst>
    <pc:chgData name="Munoz, Antonio M." userId="S::munoza24@my.erau.edu::ce30d51b-4c43-4434-831d-9b70b54f9fa2" providerId="AD" clId="Web-{33DFA72A-86DB-6256-3842-636444952FD6}"/>
    <pc:docChg chg="addSld modSld">
      <pc:chgData name="Munoz, Antonio M." userId="S::munoza24@my.erau.edu::ce30d51b-4c43-4434-831d-9b70b54f9fa2" providerId="AD" clId="Web-{33DFA72A-86DB-6256-3842-636444952FD6}" dt="2026-09-14T13:42:48.793" v="68" actId="20577"/>
      <pc:docMkLst>
        <pc:docMk/>
      </pc:docMkLst>
    </pc:docChg>
  </pc:docChgLst>
  <pc:docChgLst>
    <pc:chgData name="Neufeld, Azden K." userId="S::neufelda@my.erau.edu::dd4e34fe-667c-4883-8ff3-305acbd33a8d" providerId="AD" clId="Web-{3F675724-CF42-87AB-1C8E-C7AD71003CC2}"/>
    <pc:docChg chg="modSld">
      <pc:chgData name="Neufeld, Azden K." userId="S::neufelda@my.erau.edu::dd4e34fe-667c-4883-8ff3-305acbd33a8d" providerId="AD" clId="Web-{3F675724-CF42-87AB-1C8E-C7AD71003CC2}" dt="2026-09-17T14:37:03.648" v="55" actId="20577"/>
      <pc:docMkLst>
        <pc:docMk/>
      </pc:docMkLst>
      <pc:sldChg chg="modSp">
        <pc:chgData name="Neufeld, Azden K." userId="S::neufelda@my.erau.edu::dd4e34fe-667c-4883-8ff3-305acbd33a8d" providerId="AD" clId="Web-{3F675724-CF42-87AB-1C8E-C7AD71003CC2}" dt="2026-09-17T14:37:03.648" v="55" actId="20577"/>
        <pc:sldMkLst>
          <pc:docMk/>
          <pc:sldMk cId="3182290494" sldId="288"/>
        </pc:sldMkLst>
        <pc:spChg chg="mod">
          <ac:chgData name="Neufeld, Azden K." userId="S::neufelda@my.erau.edu::dd4e34fe-667c-4883-8ff3-305acbd33a8d" providerId="AD" clId="Web-{3F675724-CF42-87AB-1C8E-C7AD71003CC2}" dt="2026-09-17T14:37:03.648" v="55" actId="20577"/>
          <ac:spMkLst>
            <pc:docMk/>
            <pc:sldMk cId="3182290494" sldId="288"/>
            <ac:spMk id="242" creationId="{A609B127-99D7-12DD-329D-AF51B6D84338}"/>
          </ac:spMkLst>
        </pc:spChg>
      </pc:sldChg>
      <pc:sldChg chg="modSp">
        <pc:chgData name="Neufeld, Azden K." userId="S::neufelda@my.erau.edu::dd4e34fe-667c-4883-8ff3-305acbd33a8d" providerId="AD" clId="Web-{3F675724-CF42-87AB-1C8E-C7AD71003CC2}" dt="2026-09-17T14:35:19.938" v="13" actId="20577"/>
        <pc:sldMkLst>
          <pc:docMk/>
          <pc:sldMk cId="2642984869" sldId="298"/>
        </pc:sldMkLst>
        <pc:spChg chg="mod">
          <ac:chgData name="Neufeld, Azden K." userId="S::neufelda@my.erau.edu::dd4e34fe-667c-4883-8ff3-305acbd33a8d" providerId="AD" clId="Web-{3F675724-CF42-87AB-1C8E-C7AD71003CC2}" dt="2026-09-17T14:35:19.938" v="13" actId="20577"/>
          <ac:spMkLst>
            <pc:docMk/>
            <pc:sldMk cId="2642984869" sldId="298"/>
            <ac:spMk id="242" creationId="{AAAF7670-228A-D5A6-610B-66F7BAED3A3B}"/>
          </ac:spMkLst>
        </pc:spChg>
      </pc:sldChg>
      <pc:sldChg chg="modSp">
        <pc:chgData name="Neufeld, Azden K." userId="S::neufelda@my.erau.edu::dd4e34fe-667c-4883-8ff3-305acbd33a8d" providerId="AD" clId="Web-{3F675724-CF42-87AB-1C8E-C7AD71003CC2}" dt="2026-09-17T14:35:52.050" v="18" actId="20577"/>
        <pc:sldMkLst>
          <pc:docMk/>
          <pc:sldMk cId="3662934977" sldId="299"/>
        </pc:sldMkLst>
        <pc:spChg chg="mod">
          <ac:chgData name="Neufeld, Azden K." userId="S::neufelda@my.erau.edu::dd4e34fe-667c-4883-8ff3-305acbd33a8d" providerId="AD" clId="Web-{3F675724-CF42-87AB-1C8E-C7AD71003CC2}" dt="2026-09-17T14:35:52.050" v="18" actId="20577"/>
          <ac:spMkLst>
            <pc:docMk/>
            <pc:sldMk cId="3662934977" sldId="299"/>
            <ac:spMk id="242" creationId="{252C64CA-21B8-2313-FD13-DC9CEBB6E0B7}"/>
          </ac:spMkLst>
        </pc:spChg>
      </pc:sldChg>
    </pc:docChg>
  </pc:docChgLst>
  <pc:docChgLst>
    <pc:chgData name="Thompson, Ewan R." userId="S::thompe21@my.erau.edu::7e538e4f-eb2e-41d5-bfa0-87564047ed0f" providerId="AD" clId="Web-{00000000-0000-0000-0000-000000000000}"/>
    <pc:docChg chg="addSld delSld modSld sldOrd">
      <pc:chgData name="Thompson, Ewan R." userId="S::thompe21@my.erau.edu::7e538e4f-eb2e-41d5-bfa0-87564047ed0f" providerId="AD" clId="Web-{00000000-0000-0000-0000-000000000000}" dt="2026-09-14T13:41:18.508" v="652"/>
      <pc:docMkLst>
        <pc:docMk/>
      </pc:docMkLst>
      <pc:sldChg chg="addSp delSp modSp add replId">
        <pc:chgData name="Thompson, Ewan R." userId="S::thompe21@my.erau.edu::7e538e4f-eb2e-41d5-bfa0-87564047ed0f" providerId="AD" clId="Web-{00000000-0000-0000-0000-000000000000}" dt="2026-09-14T13:02:49.704" v="396" actId="1076"/>
        <pc:sldMkLst>
          <pc:docMk/>
          <pc:sldMk cId="976986697" sldId="284"/>
        </pc:sldMkLst>
        <pc:spChg chg="mod">
          <ac:chgData name="Thompson, Ewan R." userId="S::thompe21@my.erau.edu::7e538e4f-eb2e-41d5-bfa0-87564047ed0f" providerId="AD" clId="Web-{00000000-0000-0000-0000-000000000000}" dt="2026-09-14T12:36:35.412" v="33" actId="20577"/>
          <ac:spMkLst>
            <pc:docMk/>
            <pc:sldMk cId="976986697" sldId="284"/>
            <ac:spMk id="241" creationId="{9C280156-D9C2-78E5-D0A6-5E4B0234FB71}"/>
          </ac:spMkLst>
        </pc:spChg>
        <pc:spChg chg="mod">
          <ac:chgData name="Thompson, Ewan R." userId="S::thompe21@my.erau.edu::7e538e4f-eb2e-41d5-bfa0-87564047ed0f" providerId="AD" clId="Web-{00000000-0000-0000-0000-000000000000}" dt="2026-09-14T13:02:44.891" v="395" actId="20577"/>
          <ac:spMkLst>
            <pc:docMk/>
            <pc:sldMk cId="976986697" sldId="284"/>
            <ac:spMk id="242" creationId="{7D6B5CC7-BA0E-EB49-A5DA-0E1E2DCABA23}"/>
          </ac:spMkLst>
        </pc:spChg>
        <pc:picChg chg="add mod">
          <ac:chgData name="Thompson, Ewan R." userId="S::thompe21@my.erau.edu::7e538e4f-eb2e-41d5-bfa0-87564047ed0f" providerId="AD" clId="Web-{00000000-0000-0000-0000-000000000000}" dt="2026-09-14T13:02:49.704" v="396" actId="1076"/>
          <ac:picMkLst>
            <pc:docMk/>
            <pc:sldMk cId="976986697" sldId="284"/>
            <ac:picMk id="2" creationId="{4963C6A7-0B05-9F18-692B-D3BC301734F6}"/>
          </ac:picMkLst>
        </pc:picChg>
      </pc:sldChg>
      <pc:sldChg chg="modSp add replId">
        <pc:chgData name="Thompson, Ewan R." userId="S::thompe21@my.erau.edu::7e538e4f-eb2e-41d5-bfa0-87564047ed0f" providerId="AD" clId="Web-{00000000-0000-0000-0000-000000000000}" dt="2026-09-14T12:39:42.747" v="44" actId="20577"/>
        <pc:sldMkLst>
          <pc:docMk/>
          <pc:sldMk cId="890615971" sldId="286"/>
        </pc:sldMkLst>
        <pc:spChg chg="mod">
          <ac:chgData name="Thompson, Ewan R." userId="S::thompe21@my.erau.edu::7e538e4f-eb2e-41d5-bfa0-87564047ed0f" providerId="AD" clId="Web-{00000000-0000-0000-0000-000000000000}" dt="2026-09-14T12:39:42.747" v="44" actId="20577"/>
          <ac:spMkLst>
            <pc:docMk/>
            <pc:sldMk cId="890615971" sldId="286"/>
            <ac:spMk id="241" creationId="{E28A2FBE-2048-8D5D-D2F7-31B88FBBDC99}"/>
          </ac:spMkLst>
        </pc:spChg>
      </pc:sldChg>
      <pc:sldChg chg="addSp modSp add replId">
        <pc:chgData name="Thompson, Ewan R." userId="S::thompe21@my.erau.edu::7e538e4f-eb2e-41d5-bfa0-87564047ed0f" providerId="AD" clId="Web-{00000000-0000-0000-0000-000000000000}" dt="2026-09-14T13:14:25.105" v="548" actId="1076"/>
        <pc:sldMkLst>
          <pc:docMk/>
          <pc:sldMk cId="1273212998" sldId="287"/>
        </pc:sldMkLst>
        <pc:spChg chg="mod">
          <ac:chgData name="Thompson, Ewan R." userId="S::thompe21@my.erau.edu::7e538e4f-eb2e-41d5-bfa0-87564047ed0f" providerId="AD" clId="Web-{00000000-0000-0000-0000-000000000000}" dt="2026-09-14T12:40:54.484" v="62" actId="20577"/>
          <ac:spMkLst>
            <pc:docMk/>
            <pc:sldMk cId="1273212998" sldId="287"/>
            <ac:spMk id="241" creationId="{6751C8F2-E99A-311E-9EAB-A279993F3016}"/>
          </ac:spMkLst>
        </pc:spChg>
        <pc:spChg chg="mod">
          <ac:chgData name="Thompson, Ewan R." userId="S::thompe21@my.erau.edu::7e538e4f-eb2e-41d5-bfa0-87564047ed0f" providerId="AD" clId="Web-{00000000-0000-0000-0000-000000000000}" dt="2026-09-14T13:10:15.314" v="511" actId="20577"/>
          <ac:spMkLst>
            <pc:docMk/>
            <pc:sldMk cId="1273212998" sldId="287"/>
            <ac:spMk id="242" creationId="{739F0AF6-D8BC-152D-8E3A-5BA92F659B8F}"/>
          </ac:spMkLst>
        </pc:spChg>
        <pc:picChg chg="add mod">
          <ac:chgData name="Thompson, Ewan R." userId="S::thompe21@my.erau.edu::7e538e4f-eb2e-41d5-bfa0-87564047ed0f" providerId="AD" clId="Web-{00000000-0000-0000-0000-000000000000}" dt="2026-09-14T13:14:25.105" v="548" actId="1076"/>
          <ac:picMkLst>
            <pc:docMk/>
            <pc:sldMk cId="1273212998" sldId="287"/>
            <ac:picMk id="2" creationId="{977D3230-FE49-C24D-075F-B2E3737EFFE0}"/>
          </ac:picMkLst>
        </pc:picChg>
      </pc:sldChg>
      <pc:sldChg chg="addSp modSp add ord replId">
        <pc:chgData name="Thompson, Ewan R." userId="S::thompe21@my.erau.edu::7e538e4f-eb2e-41d5-bfa0-87564047ed0f" providerId="AD" clId="Web-{00000000-0000-0000-0000-000000000000}" dt="2026-09-14T13:04:16.035" v="426" actId="20577"/>
        <pc:sldMkLst>
          <pc:docMk/>
          <pc:sldMk cId="3182290494" sldId="288"/>
        </pc:sldMkLst>
        <pc:spChg chg="mod">
          <ac:chgData name="Thompson, Ewan R." userId="S::thompe21@my.erau.edu::7e538e4f-eb2e-41d5-bfa0-87564047ed0f" providerId="AD" clId="Web-{00000000-0000-0000-0000-000000000000}" dt="2026-09-14T12:56:01.439" v="288" actId="20577"/>
          <ac:spMkLst>
            <pc:docMk/>
            <pc:sldMk cId="3182290494" sldId="288"/>
            <ac:spMk id="241" creationId="{C3D1BD70-DDDE-BC1C-BAA3-E47680CC2161}"/>
          </ac:spMkLst>
        </pc:spChg>
        <pc:spChg chg="mod">
          <ac:chgData name="Thompson, Ewan R." userId="S::thompe21@my.erau.edu::7e538e4f-eb2e-41d5-bfa0-87564047ed0f" providerId="AD" clId="Web-{00000000-0000-0000-0000-000000000000}" dt="2026-09-14T13:04:16.035" v="426" actId="20577"/>
          <ac:spMkLst>
            <pc:docMk/>
            <pc:sldMk cId="3182290494" sldId="288"/>
            <ac:spMk id="242" creationId="{A609B127-99D7-12DD-329D-AF51B6D84338}"/>
          </ac:spMkLst>
        </pc:spChg>
        <pc:picChg chg="add mod">
          <ac:chgData name="Thompson, Ewan R." userId="S::thompe21@my.erau.edu::7e538e4f-eb2e-41d5-bfa0-87564047ed0f" providerId="AD" clId="Web-{00000000-0000-0000-0000-000000000000}" dt="2026-09-14T12:49:36.206" v="245" actId="1076"/>
          <ac:picMkLst>
            <pc:docMk/>
            <pc:sldMk cId="3182290494" sldId="288"/>
            <ac:picMk id="2" creationId="{9BD58530-1AC7-27BF-08A8-147C7D20029B}"/>
          </ac:picMkLst>
        </pc:picChg>
      </pc:sldChg>
    </pc:docChg>
  </pc:docChgLst>
  <pc:docChgLst>
    <pc:chgData name="Munoz, Antonio M." userId="S::munoza24@my.erau.edu::ce30d51b-4c43-4434-831d-9b70b54f9fa2" providerId="AD" clId="Web-{00000000-0000-0000-0000-000000000000}"/>
    <pc:docChg chg="addSld delSld modSld">
      <pc:chgData name="Munoz, Antonio M." userId="S::munoza24@my.erau.edu::ce30d51b-4c43-4434-831d-9b70b54f9fa2" providerId="AD" clId="Web-{00000000-0000-0000-0000-000000000000}" dt="2026-09-17T17:38:26.825" v="598" actId="20577"/>
      <pc:docMkLst>
        <pc:docMk/>
      </pc:docMkLst>
      <pc:sldChg chg="addSp delSp modSp">
        <pc:chgData name="Munoz, Antonio M." userId="S::munoza24@my.erau.edu::ce30d51b-4c43-4434-831d-9b70b54f9fa2" providerId="AD" clId="Web-{00000000-0000-0000-0000-000000000000}" dt="2026-09-17T17:14:43.243" v="548" actId="1076"/>
        <pc:sldMkLst>
          <pc:docMk/>
          <pc:sldMk cId="3589065475" sldId="297"/>
        </pc:sldMkLst>
        <pc:spChg chg="mod">
          <ac:chgData name="Munoz, Antonio M." userId="S::munoza24@my.erau.edu::ce30d51b-4c43-4434-831d-9b70b54f9fa2" providerId="AD" clId="Web-{00000000-0000-0000-0000-000000000000}" dt="2026-09-17T17:14:18.008" v="541" actId="20577"/>
          <ac:spMkLst>
            <pc:docMk/>
            <pc:sldMk cId="3589065475" sldId="297"/>
            <ac:spMk id="242" creationId="{83ECE89A-B98A-9C50-7D56-21D219B75AAC}"/>
          </ac:spMkLst>
        </pc:spChg>
        <pc:picChg chg="add mod">
          <ac:chgData name="Munoz, Antonio M." userId="S::munoza24@my.erau.edu::ce30d51b-4c43-4434-831d-9b70b54f9fa2" providerId="AD" clId="Web-{00000000-0000-0000-0000-000000000000}" dt="2026-09-17T17:14:43.243" v="548" actId="1076"/>
          <ac:picMkLst>
            <pc:docMk/>
            <pc:sldMk cId="3589065475" sldId="297"/>
            <ac:picMk id="6" creationId="{AEB72399-400B-3738-D0C3-A14F1467B7FD}"/>
          </ac:picMkLst>
        </pc:picChg>
      </pc:sldChg>
      <pc:sldChg chg="modSp">
        <pc:chgData name="Munoz, Antonio M." userId="S::munoza24@my.erau.edu::ce30d51b-4c43-4434-831d-9b70b54f9fa2" providerId="AD" clId="Web-{00000000-0000-0000-0000-000000000000}" dt="2026-09-17T17:38:26.825" v="598" actId="20577"/>
        <pc:sldMkLst>
          <pc:docMk/>
          <pc:sldMk cId="2642984869" sldId="298"/>
        </pc:sldMkLst>
        <pc:spChg chg="mod">
          <ac:chgData name="Munoz, Antonio M." userId="S::munoza24@my.erau.edu::ce30d51b-4c43-4434-831d-9b70b54f9fa2" providerId="AD" clId="Web-{00000000-0000-0000-0000-000000000000}" dt="2026-09-17T17:38:26.825" v="598" actId="20577"/>
          <ac:spMkLst>
            <pc:docMk/>
            <pc:sldMk cId="2642984869" sldId="298"/>
            <ac:spMk id="242" creationId="{AAAF7670-228A-D5A6-610B-66F7BAED3A3B}"/>
          </ac:spMkLst>
        </pc:spChg>
        <pc:picChg chg="mod">
          <ac:chgData name="Munoz, Antonio M." userId="S::munoza24@my.erau.edu::ce30d51b-4c43-4434-831d-9b70b54f9fa2" providerId="AD" clId="Web-{00000000-0000-0000-0000-000000000000}" dt="2026-09-17T17:25:58.963" v="593" actId="1076"/>
          <ac:picMkLst>
            <pc:docMk/>
            <pc:sldMk cId="2642984869" sldId="298"/>
            <ac:picMk id="4" creationId="{98282A49-C968-80A9-957B-435559D1C9F2}"/>
          </ac:picMkLst>
        </pc:picChg>
      </pc:sldChg>
    </pc:docChg>
  </pc:docChgLst>
  <pc:docChgLst>
    <pc:chgData name="Munoz, Antonio M." userId="S::munoza24@my.erau.edu::ce30d51b-4c43-4434-831d-9b70b54f9fa2" providerId="AD" clId="Web-{537DBC90-4003-59B6-2DE4-D9313A275FDF}"/>
    <pc:docChg chg="sldOrd">
      <pc:chgData name="Munoz, Antonio M." userId="S::munoza24@my.erau.edu::ce30d51b-4c43-4434-831d-9b70b54f9fa2" providerId="AD" clId="Web-{537DBC90-4003-59B6-2DE4-D9313A275FDF}" dt="2026-09-17T17:49:04.509" v="0"/>
      <pc:docMkLst>
        <pc:docMk/>
      </pc:docMkLst>
      <pc:sldChg chg="ord">
        <pc:chgData name="Munoz, Antonio M." userId="S::munoza24@my.erau.edu::ce30d51b-4c43-4434-831d-9b70b54f9fa2" providerId="AD" clId="Web-{537DBC90-4003-59B6-2DE4-D9313A275FDF}" dt="2026-09-17T17:49:04.509" v="0"/>
        <pc:sldMkLst>
          <pc:docMk/>
          <pc:sldMk cId="976986697" sldId="284"/>
        </pc:sldMkLst>
      </pc:sldChg>
    </pc:docChg>
  </pc:docChgLst>
  <pc:docChgLst>
    <pc:chgData name="Tormo, Diana L." userId="04481bbd-0ad2-4ef4-a9d1-38c7b9996cc1" providerId="ADAL" clId="{6AD8FC80-033F-4429-9535-2985D5F29A42}"/>
    <pc:docChg chg="undo custSel addSld delSld modSld sldOrd">
      <pc:chgData name="Tormo, Diana L." userId="04481bbd-0ad2-4ef4-a9d1-38c7b9996cc1" providerId="ADAL" clId="{6AD8FC80-033F-4429-9535-2985D5F29A42}" dt="2026-09-21T12:28:52.879" v="3754" actId="20577"/>
      <pc:docMkLst>
        <pc:docMk/>
      </pc:docMkLst>
      <pc:sldChg chg="modSp mod">
        <pc:chgData name="Tormo, Diana L." userId="04481bbd-0ad2-4ef4-a9d1-38c7b9996cc1" providerId="ADAL" clId="{6AD8FC80-033F-4429-9535-2985D5F29A42}" dt="2026-09-14T12:37:51.350" v="947" actId="20577"/>
        <pc:sldMkLst>
          <pc:docMk/>
          <pc:sldMk cId="0" sldId="257"/>
        </pc:sldMkLst>
      </pc:sldChg>
      <pc:sldChg chg="modSp mod ord">
        <pc:chgData name="Tormo, Diana L." userId="04481bbd-0ad2-4ef4-a9d1-38c7b9996cc1" providerId="ADAL" clId="{6AD8FC80-033F-4429-9535-2985D5F29A42}" dt="2026-09-14T12:49:07.368" v="1398" actId="255"/>
        <pc:sldMkLst>
          <pc:docMk/>
          <pc:sldMk cId="0" sldId="258"/>
        </pc:sldMkLst>
      </pc:sldChg>
      <pc:sldChg chg="modSp mod">
        <pc:chgData name="Tormo, Diana L." userId="04481bbd-0ad2-4ef4-a9d1-38c7b9996cc1" providerId="ADAL" clId="{6AD8FC80-033F-4429-9535-2985D5F29A42}" dt="2026-09-04T13:35:05.867" v="32" actId="27636"/>
        <pc:sldMkLst>
          <pc:docMk/>
          <pc:sldMk cId="0" sldId="259"/>
        </pc:sldMkLst>
      </pc:sldChg>
      <pc:sldChg chg="modSp mod modNotesTx">
        <pc:chgData name="Tormo, Diana L." userId="04481bbd-0ad2-4ef4-a9d1-38c7b9996cc1" providerId="ADAL" clId="{6AD8FC80-033F-4429-9535-2985D5F29A42}" dt="2026-09-17T17:35:02.614" v="3570" actId="207"/>
        <pc:sldMkLst>
          <pc:docMk/>
          <pc:sldMk cId="0" sldId="260"/>
        </pc:sldMkLst>
        <pc:spChg chg="mod">
          <ac:chgData name="Tormo, Diana L." userId="04481bbd-0ad2-4ef4-a9d1-38c7b9996cc1" providerId="ADAL" clId="{6AD8FC80-033F-4429-9535-2985D5F29A42}" dt="2026-09-14T12:18:52.004" v="550" actId="20577"/>
          <ac:spMkLst>
            <pc:docMk/>
            <pc:sldMk cId="0" sldId="260"/>
            <ac:spMk id="234" creationId="{00000000-0000-0000-0000-000000000000}"/>
          </ac:spMkLst>
        </pc:spChg>
        <pc:graphicFrameChg chg="modGraphic">
          <ac:chgData name="Tormo, Diana L." userId="04481bbd-0ad2-4ef4-a9d1-38c7b9996cc1" providerId="ADAL" clId="{6AD8FC80-033F-4429-9535-2985D5F29A42}" dt="2026-09-17T17:35:02.614" v="3570" actId="207"/>
          <ac:graphicFrameMkLst>
            <pc:docMk/>
            <pc:sldMk cId="0" sldId="260"/>
            <ac:graphicFrameMk id="2" creationId="{69CE6B7C-CCA0-BAA5-A20A-A63F79944F17}"/>
          </ac:graphicFrameMkLst>
        </pc:graphicFrameChg>
      </pc:sldChg>
      <pc:sldChg chg="modSp mod ord">
        <pc:chgData name="Tormo, Diana L." userId="04481bbd-0ad2-4ef4-a9d1-38c7b9996cc1" providerId="ADAL" clId="{6AD8FC80-033F-4429-9535-2985D5F29A42}" dt="2026-09-14T12:37:05.266" v="936" actId="14100"/>
        <pc:sldMkLst>
          <pc:docMk/>
          <pc:sldMk cId="0" sldId="263"/>
        </pc:sldMkLst>
        <pc:spChg chg="mod">
          <ac:chgData name="Tormo, Diana L." userId="04481bbd-0ad2-4ef4-a9d1-38c7b9996cc1" providerId="ADAL" clId="{6AD8FC80-033F-4429-9535-2985D5F29A42}" dt="2026-09-14T12:35:51.723" v="928" actId="20577"/>
          <ac:spMkLst>
            <pc:docMk/>
            <pc:sldMk cId="0" sldId="263"/>
            <ac:spMk id="256" creationId="{00000000-0000-0000-0000-000000000000}"/>
          </ac:spMkLst>
        </pc:spChg>
      </pc:sldChg>
      <pc:sldChg chg="modSp mod">
        <pc:chgData name="Tormo, Diana L." userId="04481bbd-0ad2-4ef4-a9d1-38c7b9996cc1" providerId="ADAL" clId="{6AD8FC80-033F-4429-9535-2985D5F29A42}" dt="2026-09-21T12:28:52.879" v="3754" actId="20577"/>
        <pc:sldMkLst>
          <pc:docMk/>
          <pc:sldMk cId="0" sldId="267"/>
        </pc:sldMkLst>
        <pc:graphicFrameChg chg="modGraphic">
          <ac:chgData name="Tormo, Diana L." userId="04481bbd-0ad2-4ef4-a9d1-38c7b9996cc1" providerId="ADAL" clId="{6AD8FC80-033F-4429-9535-2985D5F29A42}" dt="2026-09-21T12:28:52.879" v="3754" actId="20577"/>
          <ac:graphicFrameMkLst>
            <pc:docMk/>
            <pc:sldMk cId="0" sldId="267"/>
            <ac:graphicFrameMk id="2" creationId="{603FE4AD-E590-A862-C322-AC6A4103110A}"/>
          </ac:graphicFrameMkLst>
        </pc:graphicFrameChg>
      </pc:sldChg>
      <pc:sldChg chg="addSp delSp modSp mod">
        <pc:chgData name="Tormo, Diana L." userId="04481bbd-0ad2-4ef4-a9d1-38c7b9996cc1" providerId="ADAL" clId="{6AD8FC80-033F-4429-9535-2985D5F29A42}" dt="2026-09-17T17:49:01.821" v="3594"/>
        <pc:sldMkLst>
          <pc:docMk/>
          <pc:sldMk cId="0" sldId="278"/>
        </pc:sldMkLst>
        <pc:spChg chg="mod">
          <ac:chgData name="Tormo, Diana L." userId="04481bbd-0ad2-4ef4-a9d1-38c7b9996cc1" providerId="ADAL" clId="{6AD8FC80-033F-4429-9535-2985D5F29A42}" dt="2026-09-14T12:22:14.761" v="563" actId="27636"/>
          <ac:spMkLst>
            <pc:docMk/>
            <pc:sldMk cId="0" sldId="278"/>
            <ac:spMk id="474" creationId="{00000000-0000-0000-0000-000000000000}"/>
          </ac:spMkLst>
        </pc:spChg>
      </pc:sldChg>
      <pc:sldChg chg="modSp mod">
        <pc:chgData name="Tormo, Diana L." userId="04481bbd-0ad2-4ef4-a9d1-38c7b9996cc1" providerId="ADAL" clId="{6AD8FC80-033F-4429-9535-2985D5F29A42}" dt="2026-09-17T17:47:54.357" v="3573" actId="20577"/>
        <pc:sldMkLst>
          <pc:docMk/>
          <pc:sldMk cId="976986697" sldId="284"/>
        </pc:sldMkLst>
        <pc:spChg chg="mod">
          <ac:chgData name="Tormo, Diana L." userId="04481bbd-0ad2-4ef4-a9d1-38c7b9996cc1" providerId="ADAL" clId="{6AD8FC80-033F-4429-9535-2985D5F29A42}" dt="2026-09-17T17:47:54.357" v="3573" actId="20577"/>
          <ac:spMkLst>
            <pc:docMk/>
            <pc:sldMk cId="976986697" sldId="284"/>
            <ac:spMk id="241" creationId="{9C280156-D9C2-78E5-D0A6-5E4B0234FB71}"/>
          </ac:spMkLst>
        </pc:spChg>
        <pc:spChg chg="mod">
          <ac:chgData name="Tormo, Diana L." userId="04481bbd-0ad2-4ef4-a9d1-38c7b9996cc1" providerId="ADAL" clId="{6AD8FC80-033F-4429-9535-2985D5F29A42}" dt="2026-09-16T12:30:55.611" v="2363" actId="1035"/>
          <ac:spMkLst>
            <pc:docMk/>
            <pc:sldMk cId="976986697" sldId="284"/>
            <ac:spMk id="242" creationId="{7D6B5CC7-BA0E-EB49-A5DA-0E1E2DCABA23}"/>
          </ac:spMkLst>
        </pc:spChg>
      </pc:sldChg>
      <pc:sldChg chg="modSp new mod">
        <pc:chgData name="Tormo, Diana L." userId="04481bbd-0ad2-4ef4-a9d1-38c7b9996cc1" providerId="ADAL" clId="{6AD8FC80-033F-4429-9535-2985D5F29A42}" dt="2026-09-16T13:02:00.710" v="2738" actId="20577"/>
        <pc:sldMkLst>
          <pc:docMk/>
          <pc:sldMk cId="2636470706" sldId="285"/>
        </pc:sldMkLst>
        <pc:spChg chg="mod">
          <ac:chgData name="Tormo, Diana L." userId="04481bbd-0ad2-4ef4-a9d1-38c7b9996cc1" providerId="ADAL" clId="{6AD8FC80-033F-4429-9535-2985D5F29A42}" dt="2026-09-14T12:41:21.782" v="965" actId="20577"/>
          <ac:spMkLst>
            <pc:docMk/>
            <pc:sldMk cId="2636470706" sldId="285"/>
            <ac:spMk id="2" creationId="{3AD3E086-C9D5-D280-DB62-DC56E800F04F}"/>
          </ac:spMkLst>
        </pc:spChg>
        <pc:spChg chg="mod">
          <ac:chgData name="Tormo, Diana L." userId="04481bbd-0ad2-4ef4-a9d1-38c7b9996cc1" providerId="ADAL" clId="{6AD8FC80-033F-4429-9535-2985D5F29A42}" dt="2026-09-16T13:02:00.710" v="2738" actId="20577"/>
          <ac:spMkLst>
            <pc:docMk/>
            <pc:sldMk cId="2636470706" sldId="285"/>
            <ac:spMk id="3" creationId="{782992A7-F3D9-1841-7D64-6FA34D9B071B}"/>
          </ac:spMkLst>
        </pc:spChg>
      </pc:sldChg>
      <pc:sldChg chg="addSp delSp modSp mod ord modNotesTx">
        <pc:chgData name="Tormo, Diana L." userId="04481bbd-0ad2-4ef4-a9d1-38c7b9996cc1" providerId="ADAL" clId="{6AD8FC80-033F-4429-9535-2985D5F29A42}" dt="2026-09-17T17:56:13.598" v="3692" actId="1076"/>
        <pc:sldMkLst>
          <pc:docMk/>
          <pc:sldMk cId="890615971" sldId="286"/>
        </pc:sldMkLst>
        <pc:spChg chg="mod">
          <ac:chgData name="Tormo, Diana L." userId="04481bbd-0ad2-4ef4-a9d1-38c7b9996cc1" providerId="ADAL" clId="{6AD8FC80-033F-4429-9535-2985D5F29A42}" dt="2026-09-17T17:56:13.598" v="3692" actId="1076"/>
          <ac:spMkLst>
            <pc:docMk/>
            <pc:sldMk cId="890615971" sldId="286"/>
            <ac:spMk id="3" creationId="{9BE725E4-ED2D-AAAC-9BE7-3DCFE6E7E7F2}"/>
          </ac:spMkLst>
        </pc:spChg>
        <pc:spChg chg="add mod">
          <ac:chgData name="Tormo, Diana L." userId="04481bbd-0ad2-4ef4-a9d1-38c7b9996cc1" providerId="ADAL" clId="{6AD8FC80-033F-4429-9535-2985D5F29A42}" dt="2026-09-16T13:17:05.036" v="2875" actId="20577"/>
          <ac:spMkLst>
            <pc:docMk/>
            <pc:sldMk cId="890615971" sldId="286"/>
            <ac:spMk id="7" creationId="{A49639F7-7E95-F503-1A21-5518DD9BB475}"/>
          </ac:spMkLst>
        </pc:spChg>
        <pc:spChg chg="mod">
          <ac:chgData name="Tormo, Diana L." userId="04481bbd-0ad2-4ef4-a9d1-38c7b9996cc1" providerId="ADAL" clId="{6AD8FC80-033F-4429-9535-2985D5F29A42}" dt="2026-09-17T17:54:41.561" v="3691" actId="20577"/>
          <ac:spMkLst>
            <pc:docMk/>
            <pc:sldMk cId="890615971" sldId="286"/>
            <ac:spMk id="241" creationId="{E28A2FBE-2048-8D5D-D2F7-31B88FBBDC99}"/>
          </ac:spMkLst>
        </pc:spChg>
        <pc:spChg chg="mod">
          <ac:chgData name="Tormo, Diana L." userId="04481bbd-0ad2-4ef4-a9d1-38c7b9996cc1" providerId="ADAL" clId="{6AD8FC80-033F-4429-9535-2985D5F29A42}" dt="2026-09-16T13:12:45.063" v="2816" actId="20577"/>
          <ac:spMkLst>
            <pc:docMk/>
            <pc:sldMk cId="890615971" sldId="286"/>
            <ac:spMk id="242" creationId="{4B5EA3F4-CA68-093F-1753-1BB75DA19BBC}"/>
          </ac:spMkLst>
        </pc:spChg>
        <pc:picChg chg="mod modCrop">
          <ac:chgData name="Tormo, Diana L." userId="04481bbd-0ad2-4ef4-a9d1-38c7b9996cc1" providerId="ADAL" clId="{6AD8FC80-033F-4429-9535-2985D5F29A42}" dt="2026-09-17T17:49:17.657" v="3596" actId="1076"/>
          <ac:picMkLst>
            <pc:docMk/>
            <pc:sldMk cId="890615971" sldId="286"/>
            <ac:picMk id="4" creationId="{166CD281-9250-513E-CAD4-2C0F2F7A1254}"/>
          </ac:picMkLst>
        </pc:picChg>
      </pc:sldChg>
      <pc:sldChg chg="modSp mod ord">
        <pc:chgData name="Tormo, Diana L." userId="04481bbd-0ad2-4ef4-a9d1-38c7b9996cc1" providerId="ADAL" clId="{6AD8FC80-033F-4429-9535-2985D5F29A42}" dt="2026-09-17T17:48:02.856" v="3575" actId="20577"/>
        <pc:sldMkLst>
          <pc:docMk/>
          <pc:sldMk cId="1273212998" sldId="287"/>
        </pc:sldMkLst>
        <pc:spChg chg="mod">
          <ac:chgData name="Tormo, Diana L." userId="04481bbd-0ad2-4ef4-a9d1-38c7b9996cc1" providerId="ADAL" clId="{6AD8FC80-033F-4429-9535-2985D5F29A42}" dt="2026-09-16T12:05:40.792" v="1702" actId="1076"/>
          <ac:spMkLst>
            <pc:docMk/>
            <pc:sldMk cId="1273212998" sldId="287"/>
            <ac:spMk id="4" creationId="{4C187B2C-DA10-6B49-D8E5-037DEEB1F871}"/>
          </ac:spMkLst>
        </pc:spChg>
        <pc:spChg chg="mod">
          <ac:chgData name="Tormo, Diana L." userId="04481bbd-0ad2-4ef4-a9d1-38c7b9996cc1" providerId="ADAL" clId="{6AD8FC80-033F-4429-9535-2985D5F29A42}" dt="2026-09-17T17:48:02.856" v="3575" actId="20577"/>
          <ac:spMkLst>
            <pc:docMk/>
            <pc:sldMk cId="1273212998" sldId="287"/>
            <ac:spMk id="241" creationId="{6751C8F2-E99A-311E-9EAB-A279993F3016}"/>
          </ac:spMkLst>
        </pc:spChg>
        <pc:spChg chg="mod">
          <ac:chgData name="Tormo, Diana L." userId="04481bbd-0ad2-4ef4-a9d1-38c7b9996cc1" providerId="ADAL" clId="{6AD8FC80-033F-4429-9535-2985D5F29A42}" dt="2026-09-16T13:27:51.211" v="3354" actId="1035"/>
          <ac:spMkLst>
            <pc:docMk/>
            <pc:sldMk cId="1273212998" sldId="287"/>
            <ac:spMk id="242" creationId="{739F0AF6-D8BC-152D-8E3A-5BA92F659B8F}"/>
          </ac:spMkLst>
        </pc:spChg>
      </pc:sldChg>
      <pc:sldChg chg="addSp modSp mod">
        <pc:chgData name="Tormo, Diana L." userId="04481bbd-0ad2-4ef4-a9d1-38c7b9996cc1" providerId="ADAL" clId="{6AD8FC80-033F-4429-9535-2985D5F29A42}" dt="2026-09-17T17:50:23.608" v="3599" actId="20577"/>
        <pc:sldMkLst>
          <pc:docMk/>
          <pc:sldMk cId="3182290494" sldId="288"/>
        </pc:sldMkLst>
        <pc:spChg chg="mod">
          <ac:chgData name="Tormo, Diana L." userId="04481bbd-0ad2-4ef4-a9d1-38c7b9996cc1" providerId="ADAL" clId="{6AD8FC80-033F-4429-9535-2985D5F29A42}" dt="2026-09-17T17:23:37.341" v="3534" actId="1035"/>
          <ac:spMkLst>
            <pc:docMk/>
            <pc:sldMk cId="3182290494" sldId="288"/>
            <ac:spMk id="241" creationId="{C3D1BD70-DDDE-BC1C-BAA3-E47680CC2161}"/>
          </ac:spMkLst>
        </pc:spChg>
        <pc:spChg chg="mod">
          <ac:chgData name="Tormo, Diana L." userId="04481bbd-0ad2-4ef4-a9d1-38c7b9996cc1" providerId="ADAL" clId="{6AD8FC80-033F-4429-9535-2985D5F29A42}" dt="2026-09-17T17:50:23.608" v="3599" actId="20577"/>
          <ac:spMkLst>
            <pc:docMk/>
            <pc:sldMk cId="3182290494" sldId="288"/>
            <ac:spMk id="242" creationId="{A609B127-99D7-12DD-329D-AF51B6D84338}"/>
          </ac:spMkLst>
        </pc:spChg>
        <pc:picChg chg="mod">
          <ac:chgData name="Tormo, Diana L." userId="04481bbd-0ad2-4ef4-a9d1-38c7b9996cc1" providerId="ADAL" clId="{6AD8FC80-033F-4429-9535-2985D5F29A42}" dt="2026-09-17T17:23:21.842" v="3500" actId="1076"/>
          <ac:picMkLst>
            <pc:docMk/>
            <pc:sldMk cId="3182290494" sldId="288"/>
            <ac:picMk id="2" creationId="{9BD58530-1AC7-27BF-08A8-147C7D20029B}"/>
          </ac:picMkLst>
        </pc:picChg>
        <pc:picChg chg="add mod">
          <ac:chgData name="Tormo, Diana L." userId="04481bbd-0ad2-4ef4-a9d1-38c7b9996cc1" providerId="ADAL" clId="{6AD8FC80-033F-4429-9535-2985D5F29A42}" dt="2026-09-17T17:23:18.715" v="3499" actId="1076"/>
          <ac:picMkLst>
            <pc:docMk/>
            <pc:sldMk cId="3182290494" sldId="288"/>
            <ac:picMk id="4" creationId="{92B8D0FE-7180-A1E7-F25C-8060C3E78E26}"/>
          </ac:picMkLst>
        </pc:picChg>
      </pc:sldChg>
      <pc:sldChg chg="modSp mod">
        <pc:chgData name="Tormo, Diana L." userId="04481bbd-0ad2-4ef4-a9d1-38c7b9996cc1" providerId="ADAL" clId="{6AD8FC80-033F-4429-9535-2985D5F29A42}" dt="2026-09-14T13:03:45.648" v="1460" actId="20577"/>
        <pc:sldMkLst>
          <pc:docMk/>
          <pc:sldMk cId="2481908728" sldId="290"/>
        </pc:sldMkLst>
      </pc:sldChg>
      <pc:sldChg chg="modSp mod">
        <pc:chgData name="Tormo, Diana L." userId="04481bbd-0ad2-4ef4-a9d1-38c7b9996cc1" providerId="ADAL" clId="{6AD8FC80-033F-4429-9535-2985D5F29A42}" dt="2026-09-14T13:19:28.608" v="1587" actId="20577"/>
        <pc:sldMkLst>
          <pc:docMk/>
          <pc:sldMk cId="602589719" sldId="291"/>
        </pc:sldMkLst>
      </pc:sldChg>
      <pc:sldChg chg="modSp mod">
        <pc:chgData name="Tormo, Diana L." userId="04481bbd-0ad2-4ef4-a9d1-38c7b9996cc1" providerId="ADAL" clId="{6AD8FC80-033F-4429-9535-2985D5F29A42}" dt="2026-09-16T13:07:11.769" v="2777" actId="20577"/>
        <pc:sldMkLst>
          <pc:docMk/>
          <pc:sldMk cId="2642984869" sldId="298"/>
        </pc:sldMkLst>
        <pc:spChg chg="mod">
          <ac:chgData name="Tormo, Diana L." userId="04481bbd-0ad2-4ef4-a9d1-38c7b9996cc1" providerId="ADAL" clId="{6AD8FC80-033F-4429-9535-2985D5F29A42}" dt="2026-09-16T13:07:11.769" v="2777" actId="20577"/>
          <ac:spMkLst>
            <pc:docMk/>
            <pc:sldMk cId="2642984869" sldId="298"/>
            <ac:spMk id="242" creationId="{AAAF7670-228A-D5A6-610B-66F7BAED3A3B}"/>
          </ac:spMkLst>
        </pc:spChg>
      </pc:sldChg>
      <pc:sldChg chg="modSp mod">
        <pc:chgData name="Tormo, Diana L." userId="04481bbd-0ad2-4ef4-a9d1-38c7b9996cc1" providerId="ADAL" clId="{6AD8FC80-033F-4429-9535-2985D5F29A42}" dt="2026-09-16T12:15:52.826" v="1958" actId="20577"/>
        <pc:sldMkLst>
          <pc:docMk/>
          <pc:sldMk cId="3662934977" sldId="299"/>
        </pc:sldMkLst>
        <pc:spChg chg="mod">
          <ac:chgData name="Tormo, Diana L." userId="04481bbd-0ad2-4ef4-a9d1-38c7b9996cc1" providerId="ADAL" clId="{6AD8FC80-033F-4429-9535-2985D5F29A42}" dt="2026-09-16T12:15:52.826" v="1958" actId="20577"/>
          <ac:spMkLst>
            <pc:docMk/>
            <pc:sldMk cId="3662934977" sldId="299"/>
            <ac:spMk id="242" creationId="{252C64CA-21B8-2313-FD13-DC9CEBB6E0B7}"/>
          </ac:spMkLst>
        </pc:spChg>
      </pc:sldChg>
    </pc:docChg>
  </pc:docChgLst>
  <pc:docChgLst>
    <pc:chgData name="Starysh, Dmytro D." userId="S::staryshd@my.erau.edu::2a2a2e7d-070c-44d8-a5c4-394c78396624" providerId="AD" clId="Web-{00000000-0000-0000-0000-000000000000}"/>
    <pc:docChg chg="addSld delSld modSld sldOrd">
      <pc:chgData name="Starysh, Dmytro D." userId="S::staryshd@my.erau.edu::2a2a2e7d-070c-44d8-a5c4-394c78396624" providerId="AD" clId="Web-{00000000-0000-0000-0000-000000000000}" dt="2026-09-16T12:27:28.392" v="400" actId="14100"/>
      <pc:docMkLst>
        <pc:docMk/>
      </pc:docMkLst>
      <pc:sldChg chg="modSp">
        <pc:chgData name="Starysh, Dmytro D." userId="S::staryshd@my.erau.edu::2a2a2e7d-070c-44d8-a5c4-394c78396624" providerId="AD" clId="Web-{00000000-0000-0000-0000-000000000000}" dt="2026-09-14T12:38:04.620" v="28" actId="20577"/>
        <pc:sldMkLst>
          <pc:docMk/>
          <pc:sldMk cId="0" sldId="257"/>
        </pc:sldMkLst>
      </pc:sldChg>
      <pc:sldChg chg="addSp delSp modSp">
        <pc:chgData name="Starysh, Dmytro D." userId="S::staryshd@my.erau.edu::2a2a2e7d-070c-44d8-a5c4-394c78396624" providerId="AD" clId="Web-{00000000-0000-0000-0000-000000000000}" dt="2026-09-16T12:20:57.679" v="399"/>
        <pc:sldMkLst>
          <pc:docMk/>
          <pc:sldMk cId="0" sldId="267"/>
        </pc:sldMkLst>
        <pc:spChg chg="mod">
          <ac:chgData name="Starysh, Dmytro D." userId="S::staryshd@my.erau.edu::2a2a2e7d-070c-44d8-a5c4-394c78396624" providerId="AD" clId="Web-{00000000-0000-0000-0000-000000000000}" dt="2026-09-14T13:27:12.510" v="230" actId="20577"/>
          <ac:spMkLst>
            <pc:docMk/>
            <pc:sldMk cId="0" sldId="267"/>
            <ac:spMk id="298" creationId="{00000000-0000-0000-0000-000000000000}"/>
          </ac:spMkLst>
        </pc:spChg>
        <pc:graphicFrameChg chg="add del mod modGraphic">
          <ac:chgData name="Starysh, Dmytro D." userId="S::staryshd@my.erau.edu::2a2a2e7d-070c-44d8-a5c4-394c78396624" providerId="AD" clId="Web-{00000000-0000-0000-0000-000000000000}" dt="2026-09-16T12:20:57.679" v="399"/>
          <ac:graphicFrameMkLst>
            <pc:docMk/>
            <pc:sldMk cId="0" sldId="267"/>
            <ac:graphicFrameMk id="2" creationId="{603FE4AD-E590-A862-C322-AC6A4103110A}"/>
          </ac:graphicFrameMkLst>
        </pc:graphicFrameChg>
      </pc:sldChg>
      <pc:sldChg chg="modSp">
        <pc:chgData name="Starysh, Dmytro D." userId="S::staryshd@my.erau.edu::2a2a2e7d-070c-44d8-a5c4-394c78396624" providerId="AD" clId="Web-{00000000-0000-0000-0000-000000000000}" dt="2026-09-16T12:27:28.392" v="400" actId="14100"/>
        <pc:sldMkLst>
          <pc:docMk/>
          <pc:sldMk cId="0" sldId="278"/>
        </pc:sldMkLst>
      </pc:sldChg>
      <pc:sldChg chg="modSp add replId">
        <pc:chgData name="Starysh, Dmytro D." userId="S::staryshd@my.erau.edu::2a2a2e7d-070c-44d8-a5c4-394c78396624" providerId="AD" clId="Web-{00000000-0000-0000-0000-000000000000}" dt="2026-09-14T12:50:14.444" v="68" actId="20577"/>
        <pc:sldMkLst>
          <pc:docMk/>
          <pc:sldMk cId="2675987635" sldId="289"/>
        </pc:sldMkLst>
        <pc:spChg chg="mod">
          <ac:chgData name="Starysh, Dmytro D." userId="S::staryshd@my.erau.edu::2a2a2e7d-070c-44d8-a5c4-394c78396624" providerId="AD" clId="Web-{00000000-0000-0000-0000-000000000000}" dt="2026-09-14T12:50:14.444" v="68" actId="20577"/>
          <ac:spMkLst>
            <pc:docMk/>
            <pc:sldMk cId="2675987635" sldId="289"/>
            <ac:spMk id="227" creationId="{71D67469-1DBA-22F6-7FA0-1C79D3142209}"/>
          </ac:spMkLst>
        </pc:spChg>
        <pc:spChg chg="mod">
          <ac:chgData name="Starysh, Dmytro D." userId="S::staryshd@my.erau.edu::2a2a2e7d-070c-44d8-a5c4-394c78396624" providerId="AD" clId="Web-{00000000-0000-0000-0000-000000000000}" dt="2026-09-14T12:50:01.288" v="48" actId="20577"/>
          <ac:spMkLst>
            <pc:docMk/>
            <pc:sldMk cId="2675987635" sldId="289"/>
            <ac:spMk id="228" creationId="{4CF90765-79AB-2D13-5B15-B4E7041CF165}"/>
          </ac:spMkLst>
        </pc:spChg>
      </pc:sldChg>
      <pc:sldChg chg="addSp delSp modSp add ord replId">
        <pc:chgData name="Starysh, Dmytro D." userId="S::staryshd@my.erau.edu::2a2a2e7d-070c-44d8-a5c4-394c78396624" providerId="AD" clId="Web-{00000000-0000-0000-0000-000000000000}" dt="2026-09-16T12:14:41.294" v="384" actId="1076"/>
        <pc:sldMkLst>
          <pc:docMk/>
          <pc:sldMk cId="602589719" sldId="291"/>
        </pc:sldMkLst>
        <pc:picChg chg="mod">
          <ac:chgData name="Starysh, Dmytro D." userId="S::staryshd@my.erau.edu::2a2a2e7d-070c-44d8-a5c4-394c78396624" providerId="AD" clId="Web-{00000000-0000-0000-0000-000000000000}" dt="2026-09-16T12:14:41.294" v="384" actId="1076"/>
          <ac:picMkLst>
            <pc:docMk/>
            <pc:sldMk cId="602589719" sldId="291"/>
            <ac:picMk id="15" creationId="{974105E6-1EBF-49BB-16EF-8A3C419FA2DD}"/>
          </ac:picMkLst>
        </pc:picChg>
      </pc:sldChg>
    </pc:docChg>
  </pc:docChgLst>
  <pc:docChgLst>
    <pc:chgData name="Apprekuh, Winfred A." userId="S::apprekuw@my.erau.edu::53f4b3f9-2fb2-4158-893d-39d05b732a92" providerId="AD" clId="Web-{87F43702-E617-3D1A-25F3-15918FE2B702}"/>
    <pc:docChg chg="modSld">
      <pc:chgData name="Apprekuh, Winfred A." userId="S::apprekuw@my.erau.edu::53f4b3f9-2fb2-4158-893d-39d05b732a92" providerId="AD" clId="Web-{87F43702-E617-3D1A-25F3-15918FE2B702}" dt="2026-09-14T12:36:38.240" v="17"/>
      <pc:docMkLst>
        <pc:docMk/>
      </pc:docMkLst>
      <pc:sldChg chg="modSp">
        <pc:chgData name="Apprekuh, Winfred A." userId="S::apprekuw@my.erau.edu::53f4b3f9-2fb2-4158-893d-39d05b732a92" providerId="AD" clId="Web-{87F43702-E617-3D1A-25F3-15918FE2B702}" dt="2026-09-14T12:36:38.240" v="17"/>
        <pc:sldMkLst>
          <pc:docMk/>
          <pc:sldMk cId="0" sldId="260"/>
        </pc:sldMkLst>
      </pc:sldChg>
    </pc:docChg>
  </pc:docChgLst>
  <pc:docChgLst>
    <pc:chgData name="Neufeld, Azden K." userId="S::neufelda@my.erau.edu::dd4e34fe-667c-4883-8ff3-305acbd33a8d" providerId="AD" clId="Web-{ADFAFAD2-FF82-C712-9C9C-51916F680209}"/>
    <pc:docChg chg="modSld">
      <pc:chgData name="Neufeld, Azden K." userId="S::neufelda@my.erau.edu::dd4e34fe-667c-4883-8ff3-305acbd33a8d" providerId="AD" clId="Web-{ADFAFAD2-FF82-C712-9C9C-51916F680209}" dt="2026-09-15T18:04:56.582" v="508" actId="20577"/>
      <pc:docMkLst>
        <pc:docMk/>
      </pc:docMkLst>
      <pc:sldChg chg="modSp">
        <pc:chgData name="Neufeld, Azden K." userId="S::neufelda@my.erau.edu::dd4e34fe-667c-4883-8ff3-305acbd33a8d" providerId="AD" clId="Web-{ADFAFAD2-FF82-C712-9C9C-51916F680209}" dt="2026-09-15T18:04:56.582" v="508" actId="20577"/>
        <pc:sldMkLst>
          <pc:docMk/>
          <pc:sldMk cId="3182290494" sldId="288"/>
        </pc:sldMkLst>
        <pc:spChg chg="mod">
          <ac:chgData name="Neufeld, Azden K." userId="S::neufelda@my.erau.edu::dd4e34fe-667c-4883-8ff3-305acbd33a8d" providerId="AD" clId="Web-{ADFAFAD2-FF82-C712-9C9C-51916F680209}" dt="2026-09-15T18:04:56.582" v="508" actId="20577"/>
          <ac:spMkLst>
            <pc:docMk/>
            <pc:sldMk cId="3182290494" sldId="288"/>
            <ac:spMk id="242" creationId="{A609B127-99D7-12DD-329D-AF51B6D84338}"/>
          </ac:spMkLst>
        </pc:spChg>
      </pc:sldChg>
      <pc:sldChg chg="modSp">
        <pc:chgData name="Neufeld, Azden K." userId="S::neufelda@my.erau.edu::dd4e34fe-667c-4883-8ff3-305acbd33a8d" providerId="AD" clId="Web-{ADFAFAD2-FF82-C712-9C9C-51916F680209}" dt="2026-09-15T18:04:50.097" v="503" actId="20577"/>
        <pc:sldMkLst>
          <pc:docMk/>
          <pc:sldMk cId="3662934977" sldId="299"/>
        </pc:sldMkLst>
        <pc:spChg chg="mod">
          <ac:chgData name="Neufeld, Azden K." userId="S::neufelda@my.erau.edu::dd4e34fe-667c-4883-8ff3-305acbd33a8d" providerId="AD" clId="Web-{ADFAFAD2-FF82-C712-9C9C-51916F680209}" dt="2026-09-15T18:04:50.097" v="503" actId="20577"/>
          <ac:spMkLst>
            <pc:docMk/>
            <pc:sldMk cId="3662934977" sldId="299"/>
            <ac:spMk id="242" creationId="{252C64CA-21B8-2313-FD13-DC9CEBB6E0B7}"/>
          </ac:spMkLst>
        </pc:spChg>
      </pc:sldChg>
    </pc:docChg>
  </pc:docChgLst>
  <pc:docChgLst>
    <pc:chgData name="Thompson, Ewan R." userId="S::thompe21@my.erau.edu::7e538e4f-eb2e-41d5-bfa0-87564047ed0f" providerId="AD" clId="Web-{EF37D338-8AA5-7B26-188A-167D6C3337A8}"/>
    <pc:docChg chg="modSld">
      <pc:chgData name="Thompson, Ewan R." userId="S::thompe21@my.erau.edu::7e538e4f-eb2e-41d5-bfa0-87564047ed0f" providerId="AD" clId="Web-{EF37D338-8AA5-7B26-188A-167D6C3337A8}" dt="2026-09-15T17:49:31.290" v="4" actId="20577"/>
      <pc:docMkLst>
        <pc:docMk/>
      </pc:docMkLst>
      <pc:sldChg chg="modSp">
        <pc:chgData name="Thompson, Ewan R." userId="S::thompe21@my.erau.edu::7e538e4f-eb2e-41d5-bfa0-87564047ed0f" providerId="AD" clId="Web-{EF37D338-8AA5-7B26-188A-167D6C3337A8}" dt="2026-09-15T17:49:31.290" v="4" actId="20577"/>
        <pc:sldMkLst>
          <pc:docMk/>
          <pc:sldMk cId="1273212998" sldId="287"/>
        </pc:sldMkLst>
        <pc:spChg chg="mod">
          <ac:chgData name="Thompson, Ewan R." userId="S::thompe21@my.erau.edu::7e538e4f-eb2e-41d5-bfa0-87564047ed0f" providerId="AD" clId="Web-{EF37D338-8AA5-7B26-188A-167D6C3337A8}" dt="2026-09-15T17:49:31.290" v="4" actId="20577"/>
          <ac:spMkLst>
            <pc:docMk/>
            <pc:sldMk cId="1273212998" sldId="287"/>
            <ac:spMk id="242" creationId="{739F0AF6-D8BC-152D-8E3A-5BA92F659B8F}"/>
          </ac:spMkLst>
        </pc:spChg>
      </pc:sldChg>
    </pc:docChg>
  </pc:docChgLst>
  <pc:docChgLst>
    <pc:chgData name="Neufeld, Azden K." userId="S::neufelda@my.erau.edu::dd4e34fe-667c-4883-8ff3-305acbd33a8d" providerId="AD" clId="Web-{5004FDAB-2D7D-3CF8-84BD-B488A5F5DCAE}"/>
    <pc:docChg chg="modSld">
      <pc:chgData name="Neufeld, Azden K." userId="S::neufelda@my.erau.edu::dd4e34fe-667c-4883-8ff3-305acbd33a8d" providerId="AD" clId="Web-{5004FDAB-2D7D-3CF8-84BD-B488A5F5DCAE}" dt="2026-09-16T22:09:24.659" v="179" actId="20577"/>
      <pc:docMkLst>
        <pc:docMk/>
      </pc:docMkLst>
      <pc:sldChg chg="modSp">
        <pc:chgData name="Neufeld, Azden K." userId="S::neufelda@my.erau.edu::dd4e34fe-667c-4883-8ff3-305acbd33a8d" providerId="AD" clId="Web-{5004FDAB-2D7D-3CF8-84BD-B488A5F5DCAE}" dt="2026-09-16T22:09:24.659" v="179" actId="20577"/>
        <pc:sldMkLst>
          <pc:docMk/>
          <pc:sldMk cId="3182290494" sldId="288"/>
        </pc:sldMkLst>
        <pc:spChg chg="mod">
          <ac:chgData name="Neufeld, Azden K." userId="S::neufelda@my.erau.edu::dd4e34fe-667c-4883-8ff3-305acbd33a8d" providerId="AD" clId="Web-{5004FDAB-2D7D-3CF8-84BD-B488A5F5DCAE}" dt="2026-09-16T22:09:24.659" v="179" actId="20577"/>
          <ac:spMkLst>
            <pc:docMk/>
            <pc:sldMk cId="3182290494" sldId="288"/>
            <ac:spMk id="242" creationId="{A609B127-99D7-12DD-329D-AF51B6D84338}"/>
          </ac:spMkLst>
        </pc:spChg>
      </pc:sldChg>
    </pc:docChg>
  </pc:docChgLst>
  <pc:docChgLst>
    <pc:chgData name="Munoz, Antonio M." userId="S::munoza24@my.erau.edu::ce30d51b-4c43-4434-831d-9b70b54f9fa2" providerId="AD" clId="Web-{360829C8-E5EC-320A-B8F7-045B4F014AF5}"/>
    <pc:docChg chg="addSld delSld modSld">
      <pc:chgData name="Munoz, Antonio M." userId="S::munoza24@my.erau.edu::ce30d51b-4c43-4434-831d-9b70b54f9fa2" providerId="AD" clId="Web-{360829C8-E5EC-320A-B8F7-045B4F014AF5}" dt="2026-09-16T12:31:17.365" v="116"/>
      <pc:docMkLst>
        <pc:docMk/>
      </pc:docMkLst>
      <pc:sldChg chg="modSp">
        <pc:chgData name="Munoz, Antonio M." userId="S::munoza24@my.erau.edu::ce30d51b-4c43-4434-831d-9b70b54f9fa2" providerId="AD" clId="Web-{360829C8-E5EC-320A-B8F7-045B4F014AF5}" dt="2026-09-16T12:25:13.409" v="108" actId="20577"/>
        <pc:sldMkLst>
          <pc:docMk/>
          <pc:sldMk cId="2642984869" sldId="298"/>
        </pc:sldMkLst>
        <pc:spChg chg="mod">
          <ac:chgData name="Munoz, Antonio M." userId="S::munoza24@my.erau.edu::ce30d51b-4c43-4434-831d-9b70b54f9fa2" providerId="AD" clId="Web-{360829C8-E5EC-320A-B8F7-045B4F014AF5}" dt="2026-09-16T12:25:13.409" v="108" actId="20577"/>
          <ac:spMkLst>
            <pc:docMk/>
            <pc:sldMk cId="2642984869" sldId="298"/>
            <ac:spMk id="242" creationId="{AAAF7670-228A-D5A6-610B-66F7BAED3A3B}"/>
          </ac:spMkLst>
        </pc:spChg>
      </pc:sldChg>
      <pc:sldChg chg="modSp">
        <pc:chgData name="Munoz, Antonio M." userId="S::munoza24@my.erau.edu::ce30d51b-4c43-4434-831d-9b70b54f9fa2" providerId="AD" clId="Web-{360829C8-E5EC-320A-B8F7-045B4F014AF5}" dt="2026-09-16T12:28:18.989" v="110" actId="1076"/>
        <pc:sldMkLst>
          <pc:docMk/>
          <pc:sldMk cId="3662934977" sldId="299"/>
        </pc:sldMkLst>
        <pc:spChg chg="mod">
          <ac:chgData name="Munoz, Antonio M." userId="S::munoza24@my.erau.edu::ce30d51b-4c43-4434-831d-9b70b54f9fa2" providerId="AD" clId="Web-{360829C8-E5EC-320A-B8F7-045B4F014AF5}" dt="2026-09-16T12:24:07.940" v="95" actId="20577"/>
          <ac:spMkLst>
            <pc:docMk/>
            <pc:sldMk cId="3662934977" sldId="299"/>
            <ac:spMk id="242" creationId="{252C64CA-21B8-2313-FD13-DC9CEBB6E0B7}"/>
          </ac:spMkLst>
        </pc:spChg>
        <pc:picChg chg="mod">
          <ac:chgData name="Munoz, Antonio M." userId="S::munoza24@my.erau.edu::ce30d51b-4c43-4434-831d-9b70b54f9fa2" providerId="AD" clId="Web-{360829C8-E5EC-320A-B8F7-045B4F014AF5}" dt="2026-09-16T12:28:18.989" v="110" actId="1076"/>
          <ac:picMkLst>
            <pc:docMk/>
            <pc:sldMk cId="3662934977" sldId="299"/>
            <ac:picMk id="3" creationId="{FFDDF52E-7449-7681-B530-D9E1E7894C70}"/>
          </ac:picMkLst>
        </pc:picChg>
      </pc:sldChg>
    </pc:docChg>
  </pc:docChgLst>
  <pc:docChgLst>
    <pc:chgData name="Crawford, Clancy K." userId="7c6ec59a-9fc9-469c-b2c6-df74f2342050" providerId="ADAL" clId="{1104B748-CEB2-4C14-B6B4-2F4BE06E9715}"/>
    <pc:docChg chg="undo custSel addSld delSld modSld sldOrd modMainMaster">
      <pc:chgData name="Crawford, Clancy K." userId="7c6ec59a-9fc9-469c-b2c6-df74f2342050" providerId="ADAL" clId="{1104B748-CEB2-4C14-B6B4-2F4BE06E9715}" dt="2026-09-17T17:55:37.946" v="662" actId="20577"/>
      <pc:docMkLst>
        <pc:docMk/>
      </pc:docMkLst>
      <pc:sldChg chg="addSp delSp modSp mod setBg modClrScheme chgLayout">
        <pc:chgData name="Crawford, Clancy K." userId="7c6ec59a-9fc9-469c-b2c6-df74f2342050" providerId="ADAL" clId="{1104B748-CEB2-4C14-B6B4-2F4BE06E9715}" dt="2026-09-16T01:39:25.525" v="503"/>
        <pc:sldMkLst>
          <pc:docMk/>
          <pc:sldMk cId="0" sldId="257"/>
        </pc:sldMkLst>
        <pc:spChg chg="add">
          <ac:chgData name="Crawford, Clancy K." userId="7c6ec59a-9fc9-469c-b2c6-df74f2342050" providerId="ADAL" clId="{1104B748-CEB2-4C14-B6B4-2F4BE06E9715}" dt="2026-09-16T01:38:42.561" v="493" actId="22"/>
          <ac:spMkLst>
            <pc:docMk/>
            <pc:sldMk cId="0" sldId="257"/>
            <ac:spMk id="3" creationId="{8E850F56-BB58-5692-9A0A-CD81BBAE14FE}"/>
          </ac:spMkLst>
        </pc:spChg>
        <pc:spChg chg="mod ord">
          <ac:chgData name="Crawford, Clancy K." userId="7c6ec59a-9fc9-469c-b2c6-df74f2342050" providerId="ADAL" clId="{1104B748-CEB2-4C14-B6B4-2F4BE06E9715}" dt="2026-09-15T17:48:53.919" v="362" actId="404"/>
          <ac:spMkLst>
            <pc:docMk/>
            <pc:sldMk cId="0" sldId="257"/>
            <ac:spMk id="186" creationId="{00000000-0000-0000-0000-000000000000}"/>
          </ac:spMkLst>
        </pc:spChg>
        <pc:picChg chg="add mod ord">
          <ac:chgData name="Crawford, Clancy K." userId="7c6ec59a-9fc9-469c-b2c6-df74f2342050" providerId="ADAL" clId="{1104B748-CEB2-4C14-B6B4-2F4BE06E9715}" dt="2026-09-15T17:48:11.656" v="343" actId="171"/>
          <ac:picMkLst>
            <pc:docMk/>
            <pc:sldMk cId="0" sldId="257"/>
            <ac:picMk id="5" creationId="{88DA43A3-5897-0843-34B7-D7154D982C8D}"/>
          </ac:picMkLst>
        </pc:picChg>
        <pc:picChg chg="add mod ord">
          <ac:chgData name="Crawford, Clancy K." userId="7c6ec59a-9fc9-469c-b2c6-df74f2342050" providerId="ADAL" clId="{1104B748-CEB2-4C14-B6B4-2F4BE06E9715}" dt="2026-09-15T17:48:28.072" v="350" actId="1076"/>
          <ac:picMkLst>
            <pc:docMk/>
            <pc:sldMk cId="0" sldId="257"/>
            <ac:picMk id="7" creationId="{4D543896-5E5B-6D3C-DDA6-E6873B606521}"/>
          </ac:picMkLst>
        </pc:picChg>
      </pc:sldChg>
      <pc:sldChg chg="addSp delSp modSp mod">
        <pc:chgData name="Crawford, Clancy K." userId="7c6ec59a-9fc9-469c-b2c6-df74f2342050" providerId="ADAL" clId="{1104B748-CEB2-4C14-B6B4-2F4BE06E9715}" dt="2026-09-17T17:55:37.946" v="662" actId="20577"/>
        <pc:sldMkLst>
          <pc:docMk/>
          <pc:sldMk cId="0" sldId="258"/>
        </pc:sldMkLst>
        <pc:spChg chg="add mod">
          <ac:chgData name="Crawford, Clancy K." userId="7c6ec59a-9fc9-469c-b2c6-df74f2342050" providerId="ADAL" clId="{1104B748-CEB2-4C14-B6B4-2F4BE06E9715}" dt="2026-09-16T01:39:08.854" v="501"/>
          <ac:spMkLst>
            <pc:docMk/>
            <pc:sldMk cId="0" sldId="258"/>
            <ac:spMk id="200" creationId="{5891EFBF-5DF9-6050-4ECA-96D452E115D6}"/>
          </ac:spMkLst>
        </pc:spChg>
        <pc:spChg chg="add mod">
          <ac:chgData name="Crawford, Clancy K." userId="7c6ec59a-9fc9-469c-b2c6-df74f2342050" providerId="ADAL" clId="{1104B748-CEB2-4C14-B6B4-2F4BE06E9715}" dt="2026-09-16T01:39:08.854" v="501"/>
          <ac:spMkLst>
            <pc:docMk/>
            <pc:sldMk cId="0" sldId="258"/>
            <ac:spMk id="201" creationId="{86209591-1662-662D-4FDA-90CA1E3E3B01}"/>
          </ac:spMkLst>
        </pc:spChg>
        <pc:spChg chg="add mod">
          <ac:chgData name="Crawford, Clancy K." userId="7c6ec59a-9fc9-469c-b2c6-df74f2342050" providerId="ADAL" clId="{1104B748-CEB2-4C14-B6B4-2F4BE06E9715}" dt="2026-09-16T01:39:08.854" v="501"/>
          <ac:spMkLst>
            <pc:docMk/>
            <pc:sldMk cId="0" sldId="258"/>
            <ac:spMk id="204" creationId="{3A5ED3B5-682D-8603-807C-7DD2C4DB1C3A}"/>
          </ac:spMkLst>
        </pc:spChg>
        <pc:spChg chg="mod">
          <ac:chgData name="Crawford, Clancy K." userId="7c6ec59a-9fc9-469c-b2c6-df74f2342050" providerId="ADAL" clId="{1104B748-CEB2-4C14-B6B4-2F4BE06E9715}" dt="2026-09-16T01:39:08.854" v="501"/>
          <ac:spMkLst>
            <pc:docMk/>
            <pc:sldMk cId="0" sldId="258"/>
            <ac:spMk id="217" creationId="{DCB98D6C-0CB3-94D2-22B1-7A6B21A4607F}"/>
          </ac:spMkLst>
        </pc:spChg>
        <pc:spChg chg="mod">
          <ac:chgData name="Crawford, Clancy K." userId="7c6ec59a-9fc9-469c-b2c6-df74f2342050" providerId="ADAL" clId="{1104B748-CEB2-4C14-B6B4-2F4BE06E9715}" dt="2026-09-16T01:39:08.854" v="501"/>
          <ac:spMkLst>
            <pc:docMk/>
            <pc:sldMk cId="0" sldId="258"/>
            <ac:spMk id="219" creationId="{024DD738-A33B-EBAF-510A-1321AD085B58}"/>
          </ac:spMkLst>
        </pc:spChg>
        <pc:spChg chg="mod">
          <ac:chgData name="Crawford, Clancy K." userId="7c6ec59a-9fc9-469c-b2c6-df74f2342050" providerId="ADAL" clId="{1104B748-CEB2-4C14-B6B4-2F4BE06E9715}" dt="2026-09-16T01:39:08.854" v="501"/>
          <ac:spMkLst>
            <pc:docMk/>
            <pc:sldMk cId="0" sldId="258"/>
            <ac:spMk id="220" creationId="{27603C2E-5171-CFCB-3F45-0B16D07B7D0F}"/>
          </ac:spMkLst>
        </pc:spChg>
        <pc:spChg chg="mod">
          <ac:chgData name="Crawford, Clancy K." userId="7c6ec59a-9fc9-469c-b2c6-df74f2342050" providerId="ADAL" clId="{1104B748-CEB2-4C14-B6B4-2F4BE06E9715}" dt="2026-09-16T01:39:08.854" v="501"/>
          <ac:spMkLst>
            <pc:docMk/>
            <pc:sldMk cId="0" sldId="258"/>
            <ac:spMk id="222" creationId="{4F11C8CD-322E-B0BD-F725-60D472E1E197}"/>
          </ac:spMkLst>
        </pc:spChg>
        <pc:spChg chg="add mod">
          <ac:chgData name="Crawford, Clancy K." userId="7c6ec59a-9fc9-469c-b2c6-df74f2342050" providerId="ADAL" clId="{1104B748-CEB2-4C14-B6B4-2F4BE06E9715}" dt="2026-09-17T17:55:37.946" v="662" actId="20577"/>
          <ac:spMkLst>
            <pc:docMk/>
            <pc:sldMk cId="0" sldId="258"/>
            <ac:spMk id="226" creationId="{8DD68B18-3D02-6345-3E65-8FC02E7ED992}"/>
          </ac:spMkLst>
        </pc:spChg>
        <pc:spChg chg="mod">
          <ac:chgData name="Crawford, Clancy K." userId="7c6ec59a-9fc9-469c-b2c6-df74f2342050" providerId="ADAL" clId="{1104B748-CEB2-4C14-B6B4-2F4BE06E9715}" dt="2026-09-16T01:39:08.854" v="501"/>
          <ac:spMkLst>
            <pc:docMk/>
            <pc:sldMk cId="0" sldId="258"/>
            <ac:spMk id="229" creationId="{0047E593-9CB4-B3C9-ABDB-A79E7BC51579}"/>
          </ac:spMkLst>
        </pc:spChg>
        <pc:spChg chg="add mod">
          <ac:chgData name="Crawford, Clancy K." userId="7c6ec59a-9fc9-469c-b2c6-df74f2342050" providerId="ADAL" clId="{1104B748-CEB2-4C14-B6B4-2F4BE06E9715}" dt="2026-09-16T01:39:08.854" v="501"/>
          <ac:spMkLst>
            <pc:docMk/>
            <pc:sldMk cId="0" sldId="258"/>
            <ac:spMk id="230" creationId="{936E46F4-0829-979C-1291-8AD0BB88AB74}"/>
          </ac:spMkLst>
        </pc:spChg>
      </pc:sldChg>
      <pc:sldChg chg="addSp mod setBg">
        <pc:chgData name="Crawford, Clancy K." userId="7c6ec59a-9fc9-469c-b2c6-df74f2342050" providerId="ADAL" clId="{1104B748-CEB2-4C14-B6B4-2F4BE06E9715}" dt="2026-09-16T01:40:04.717" v="508" actId="22"/>
        <pc:sldMkLst>
          <pc:docMk/>
          <pc:sldMk cId="0" sldId="259"/>
        </pc:sldMkLst>
        <pc:spChg chg="add">
          <ac:chgData name="Crawford, Clancy K." userId="7c6ec59a-9fc9-469c-b2c6-df74f2342050" providerId="ADAL" clId="{1104B748-CEB2-4C14-B6B4-2F4BE06E9715}" dt="2026-09-16T01:40:04.717" v="508" actId="22"/>
          <ac:spMkLst>
            <pc:docMk/>
            <pc:sldMk cId="0" sldId="259"/>
            <ac:spMk id="3" creationId="{F1F190E1-8672-D5B6-01A5-00C10A81E50B}"/>
          </ac:spMkLst>
        </pc:spChg>
      </pc:sldChg>
      <pc:sldChg chg="addSp modSp mod">
        <pc:chgData name="Crawford, Clancy K." userId="7c6ec59a-9fc9-469c-b2c6-df74f2342050" providerId="ADAL" clId="{1104B748-CEB2-4C14-B6B4-2F4BE06E9715}" dt="2026-09-17T16:59:53.552" v="578" actId="798"/>
        <pc:sldMkLst>
          <pc:docMk/>
          <pc:sldMk cId="0" sldId="260"/>
        </pc:sldMkLst>
        <pc:spChg chg="add">
          <ac:chgData name="Crawford, Clancy K." userId="7c6ec59a-9fc9-469c-b2c6-df74f2342050" providerId="ADAL" clId="{1104B748-CEB2-4C14-B6B4-2F4BE06E9715}" dt="2026-09-16T01:40:22.574" v="510" actId="22"/>
          <ac:spMkLst>
            <pc:docMk/>
            <pc:sldMk cId="0" sldId="260"/>
            <ac:spMk id="4" creationId="{FFD7AFF5-B141-8966-75C4-E55117BF334F}"/>
          </ac:spMkLst>
        </pc:spChg>
        <pc:spChg chg="mod">
          <ac:chgData name="Crawford, Clancy K." userId="7c6ec59a-9fc9-469c-b2c6-df74f2342050" providerId="ADAL" clId="{1104B748-CEB2-4C14-B6B4-2F4BE06E9715}" dt="2026-09-16T01:40:14.833" v="509"/>
          <ac:spMkLst>
            <pc:docMk/>
            <pc:sldMk cId="0" sldId="260"/>
            <ac:spMk id="234" creationId="{00000000-0000-0000-0000-000000000000}"/>
          </ac:spMkLst>
        </pc:spChg>
        <pc:graphicFrameChg chg="modGraphic">
          <ac:chgData name="Crawford, Clancy K." userId="7c6ec59a-9fc9-469c-b2c6-df74f2342050" providerId="ADAL" clId="{1104B748-CEB2-4C14-B6B4-2F4BE06E9715}" dt="2026-09-17T16:59:53.552" v="578" actId="798"/>
          <ac:graphicFrameMkLst>
            <pc:docMk/>
            <pc:sldMk cId="0" sldId="260"/>
            <ac:graphicFrameMk id="2" creationId="{69CE6B7C-CCA0-BAA5-A20A-A63F79944F17}"/>
          </ac:graphicFrameMkLst>
        </pc:graphicFrameChg>
      </pc:sldChg>
      <pc:sldChg chg="addSp modSp mod">
        <pc:chgData name="Crawford, Clancy K." userId="7c6ec59a-9fc9-469c-b2c6-df74f2342050" providerId="ADAL" clId="{1104B748-CEB2-4C14-B6B4-2F4BE06E9715}" dt="2026-09-16T01:41:12.393" v="513"/>
        <pc:sldMkLst>
          <pc:docMk/>
          <pc:sldMk cId="0" sldId="263"/>
        </pc:sldMkLst>
        <pc:spChg chg="add">
          <ac:chgData name="Crawford, Clancy K." userId="7c6ec59a-9fc9-469c-b2c6-df74f2342050" providerId="ADAL" clId="{1104B748-CEB2-4C14-B6B4-2F4BE06E9715}" dt="2026-09-16T01:41:06.641" v="512" actId="22"/>
          <ac:spMkLst>
            <pc:docMk/>
            <pc:sldMk cId="0" sldId="263"/>
            <ac:spMk id="5" creationId="{1C9E702F-3942-5763-846D-536C09D210D1}"/>
          </ac:spMkLst>
        </pc:spChg>
        <pc:spChg chg="mod">
          <ac:chgData name="Crawford, Clancy K." userId="7c6ec59a-9fc9-469c-b2c6-df74f2342050" providerId="ADAL" clId="{1104B748-CEB2-4C14-B6B4-2F4BE06E9715}" dt="2026-09-16T01:41:12.393" v="513"/>
          <ac:spMkLst>
            <pc:docMk/>
            <pc:sldMk cId="0" sldId="263"/>
            <ac:spMk id="256" creationId="{00000000-0000-0000-0000-000000000000}"/>
          </ac:spMkLst>
        </pc:spChg>
      </pc:sldChg>
      <pc:sldChg chg="addSp modSp mod modNotesTx">
        <pc:chgData name="Crawford, Clancy K." userId="7c6ec59a-9fc9-469c-b2c6-df74f2342050" providerId="ADAL" clId="{1104B748-CEB2-4C14-B6B4-2F4BE06E9715}" dt="2026-09-16T01:42:54.735" v="532" actId="20577"/>
        <pc:sldMkLst>
          <pc:docMk/>
          <pc:sldMk cId="0" sldId="267"/>
        </pc:sldMkLst>
        <pc:spChg chg="add mod">
          <ac:chgData name="Crawford, Clancy K." userId="7c6ec59a-9fc9-469c-b2c6-df74f2342050" providerId="ADAL" clId="{1104B748-CEB2-4C14-B6B4-2F4BE06E9715}" dt="2026-09-16T01:41:42.604" v="517" actId="1076"/>
          <ac:spMkLst>
            <pc:docMk/>
            <pc:sldMk cId="0" sldId="267"/>
            <ac:spMk id="4" creationId="{ECC0618A-2C92-223B-F49D-CE6025D746FD}"/>
          </ac:spMkLst>
        </pc:spChg>
        <pc:graphicFrameChg chg="mod modGraphic">
          <ac:chgData name="Crawford, Clancy K." userId="7c6ec59a-9fc9-469c-b2c6-df74f2342050" providerId="ADAL" clId="{1104B748-CEB2-4C14-B6B4-2F4BE06E9715}" dt="2026-09-15T17:39:07.261" v="210" actId="20577"/>
          <ac:graphicFrameMkLst>
            <pc:docMk/>
            <pc:sldMk cId="0" sldId="267"/>
            <ac:graphicFrameMk id="2" creationId="{603FE4AD-E590-A862-C322-AC6A4103110A}"/>
          </ac:graphicFrameMkLst>
        </pc:graphicFrameChg>
      </pc:sldChg>
      <pc:sldChg chg="addSp delSp modSp mod">
        <pc:chgData name="Crawford, Clancy K." userId="7c6ec59a-9fc9-469c-b2c6-df74f2342050" providerId="ADAL" clId="{1104B748-CEB2-4C14-B6B4-2F4BE06E9715}" dt="2026-09-17T17:22:17.764" v="598" actId="5793"/>
        <pc:sldMkLst>
          <pc:docMk/>
          <pc:sldMk cId="0" sldId="278"/>
        </pc:sldMkLst>
        <pc:spChg chg="mod">
          <ac:chgData name="Crawford, Clancy K." userId="7c6ec59a-9fc9-469c-b2c6-df74f2342050" providerId="ADAL" clId="{1104B748-CEB2-4C14-B6B4-2F4BE06E9715}" dt="2026-09-17T17:22:17.764" v="598" actId="5793"/>
          <ac:spMkLst>
            <pc:docMk/>
            <pc:sldMk cId="0" sldId="278"/>
            <ac:spMk id="474" creationId="{00000000-0000-0000-0000-000000000000}"/>
          </ac:spMkLst>
        </pc:spChg>
      </pc:sldChg>
      <pc:sldChg chg="addSp modSp mod">
        <pc:chgData name="Crawford, Clancy K." userId="7c6ec59a-9fc9-469c-b2c6-df74f2342050" providerId="ADAL" clId="{1104B748-CEB2-4C14-B6B4-2F4BE06E9715}" dt="2026-09-17T17:52:57.331" v="626" actId="20577"/>
        <pc:sldMkLst>
          <pc:docMk/>
          <pc:sldMk cId="976986697" sldId="284"/>
        </pc:sldMkLst>
        <pc:spChg chg="add">
          <ac:chgData name="Crawford, Clancy K." userId="7c6ec59a-9fc9-469c-b2c6-df74f2342050" providerId="ADAL" clId="{1104B748-CEB2-4C14-B6B4-2F4BE06E9715}" dt="2026-09-16T01:43:35.410" v="537" actId="22"/>
          <ac:spMkLst>
            <pc:docMk/>
            <pc:sldMk cId="976986697" sldId="284"/>
            <ac:spMk id="4" creationId="{E2A1F1EB-2624-B3E2-FEE4-B3562F1ABC60}"/>
          </ac:spMkLst>
        </pc:spChg>
        <pc:spChg chg="mod">
          <ac:chgData name="Crawford, Clancy K." userId="7c6ec59a-9fc9-469c-b2c6-df74f2342050" providerId="ADAL" clId="{1104B748-CEB2-4C14-B6B4-2F4BE06E9715}" dt="2026-09-17T17:52:57.331" v="626" actId="20577"/>
          <ac:spMkLst>
            <pc:docMk/>
            <pc:sldMk cId="976986697" sldId="284"/>
            <ac:spMk id="241" creationId="{9C280156-D9C2-78E5-D0A6-5E4B0234FB71}"/>
          </ac:spMkLst>
        </pc:spChg>
      </pc:sldChg>
      <pc:sldChg chg="addSp modSp mod modNotesTx">
        <pc:chgData name="Crawford, Clancy K." userId="7c6ec59a-9fc9-469c-b2c6-df74f2342050" providerId="ADAL" clId="{1104B748-CEB2-4C14-B6B4-2F4BE06E9715}" dt="2026-09-16T01:45:57.060" v="560" actId="20577"/>
        <pc:sldMkLst>
          <pc:docMk/>
          <pc:sldMk cId="2636470706" sldId="285"/>
        </pc:sldMkLst>
        <pc:spChg chg="mod">
          <ac:chgData name="Crawford, Clancy K." userId="7c6ec59a-9fc9-469c-b2c6-df74f2342050" providerId="ADAL" clId="{1104B748-CEB2-4C14-B6B4-2F4BE06E9715}" dt="2026-09-16T01:45:57.060" v="560" actId="20577"/>
          <ac:spMkLst>
            <pc:docMk/>
            <pc:sldMk cId="2636470706" sldId="285"/>
            <ac:spMk id="3" creationId="{782992A7-F3D9-1841-7D64-6FA34D9B071B}"/>
          </ac:spMkLst>
        </pc:spChg>
        <pc:spChg chg="add">
          <ac:chgData name="Crawford, Clancy K." userId="7c6ec59a-9fc9-469c-b2c6-df74f2342050" providerId="ADAL" clId="{1104B748-CEB2-4C14-B6B4-2F4BE06E9715}" dt="2026-09-16T01:42:08.731" v="519" actId="22"/>
          <ac:spMkLst>
            <pc:docMk/>
            <pc:sldMk cId="2636470706" sldId="285"/>
            <ac:spMk id="5" creationId="{B05BA9D3-2F62-A284-7742-9DBF17EAE339}"/>
          </ac:spMkLst>
        </pc:spChg>
      </pc:sldChg>
      <pc:sldChg chg="addSp delSp modSp mod">
        <pc:chgData name="Crawford, Clancy K." userId="7c6ec59a-9fc9-469c-b2c6-df74f2342050" providerId="ADAL" clId="{1104B748-CEB2-4C14-B6B4-2F4BE06E9715}" dt="2026-09-17T17:55:26.984" v="657" actId="20577"/>
        <pc:sldMkLst>
          <pc:docMk/>
          <pc:sldMk cId="890615971" sldId="286"/>
        </pc:sldMkLst>
        <pc:spChg chg="add mod">
          <ac:chgData name="Crawford, Clancy K." userId="7c6ec59a-9fc9-469c-b2c6-df74f2342050" providerId="ADAL" clId="{1104B748-CEB2-4C14-B6B4-2F4BE06E9715}" dt="2026-09-17T17:21:33.564" v="579" actId="1076"/>
          <ac:spMkLst>
            <pc:docMk/>
            <pc:sldMk cId="890615971" sldId="286"/>
            <ac:spMk id="3" creationId="{9BE725E4-ED2D-AAAC-9BE7-3DCFE6E7E7F2}"/>
          </ac:spMkLst>
        </pc:spChg>
        <pc:spChg chg="mod">
          <ac:chgData name="Crawford, Clancy K." userId="7c6ec59a-9fc9-469c-b2c6-df74f2342050" providerId="ADAL" clId="{1104B748-CEB2-4C14-B6B4-2F4BE06E9715}" dt="2026-09-17T17:55:26.984" v="657" actId="20577"/>
          <ac:spMkLst>
            <pc:docMk/>
            <pc:sldMk cId="890615971" sldId="286"/>
            <ac:spMk id="241" creationId="{E28A2FBE-2048-8D5D-D2F7-31B88FBBDC99}"/>
          </ac:spMkLst>
        </pc:spChg>
        <pc:picChg chg="add mod">
          <ac:chgData name="Crawford, Clancy K." userId="7c6ec59a-9fc9-469c-b2c6-df74f2342050" providerId="ADAL" clId="{1104B748-CEB2-4C14-B6B4-2F4BE06E9715}" dt="2026-09-15T17:07:58.439" v="65" actId="1076"/>
          <ac:picMkLst>
            <pc:docMk/>
            <pc:sldMk cId="890615971" sldId="286"/>
            <ac:picMk id="4" creationId="{166CD281-9250-513E-CAD4-2C0F2F7A1254}"/>
          </ac:picMkLst>
        </pc:picChg>
      </pc:sldChg>
      <pc:sldChg chg="addSp modSp mod">
        <pc:chgData name="Crawford, Clancy K." userId="7c6ec59a-9fc9-469c-b2c6-df74f2342050" providerId="ADAL" clId="{1104B748-CEB2-4C14-B6B4-2F4BE06E9715}" dt="2026-09-17T17:53:02.089" v="628" actId="20577"/>
        <pc:sldMkLst>
          <pc:docMk/>
          <pc:sldMk cId="1273212998" sldId="287"/>
        </pc:sldMkLst>
        <pc:spChg chg="add">
          <ac:chgData name="Crawford, Clancy K." userId="7c6ec59a-9fc9-469c-b2c6-df74f2342050" providerId="ADAL" clId="{1104B748-CEB2-4C14-B6B4-2F4BE06E9715}" dt="2026-09-16T01:45:01.274" v="556" actId="22"/>
          <ac:spMkLst>
            <pc:docMk/>
            <pc:sldMk cId="1273212998" sldId="287"/>
            <ac:spMk id="4" creationId="{4C187B2C-DA10-6B49-D8E5-037DEEB1F871}"/>
          </ac:spMkLst>
        </pc:spChg>
        <pc:spChg chg="mod">
          <ac:chgData name="Crawford, Clancy K." userId="7c6ec59a-9fc9-469c-b2c6-df74f2342050" providerId="ADAL" clId="{1104B748-CEB2-4C14-B6B4-2F4BE06E9715}" dt="2026-09-17T17:53:02.089" v="628" actId="20577"/>
          <ac:spMkLst>
            <pc:docMk/>
            <pc:sldMk cId="1273212998" sldId="287"/>
            <ac:spMk id="241" creationId="{6751C8F2-E99A-311E-9EAB-A279993F3016}"/>
          </ac:spMkLst>
        </pc:spChg>
      </pc:sldChg>
      <pc:sldChg chg="addSp delSp modSp mod">
        <pc:chgData name="Crawford, Clancy K." userId="7c6ec59a-9fc9-469c-b2c6-df74f2342050" providerId="ADAL" clId="{1104B748-CEB2-4C14-B6B4-2F4BE06E9715}" dt="2026-09-16T01:44:40.425" v="554" actId="22"/>
        <pc:sldMkLst>
          <pc:docMk/>
          <pc:sldMk cId="3182290494" sldId="288"/>
        </pc:sldMkLst>
        <pc:spChg chg="add">
          <ac:chgData name="Crawford, Clancy K." userId="7c6ec59a-9fc9-469c-b2c6-df74f2342050" providerId="ADAL" clId="{1104B748-CEB2-4C14-B6B4-2F4BE06E9715}" dt="2026-09-16T01:44:40.425" v="554" actId="22"/>
          <ac:spMkLst>
            <pc:docMk/>
            <pc:sldMk cId="3182290494" sldId="288"/>
            <ac:spMk id="5" creationId="{6969A101-ADE5-9678-2F67-8E74F2238F55}"/>
          </ac:spMkLst>
        </pc:spChg>
        <pc:spChg chg="mod">
          <ac:chgData name="Crawford, Clancy K." userId="7c6ec59a-9fc9-469c-b2c6-df74f2342050" providerId="ADAL" clId="{1104B748-CEB2-4C14-B6B4-2F4BE06E9715}" dt="2026-09-16T01:44:32.072" v="550" actId="20577"/>
          <ac:spMkLst>
            <pc:docMk/>
            <pc:sldMk cId="3182290494" sldId="288"/>
            <ac:spMk id="242" creationId="{A609B127-99D7-12DD-329D-AF51B6D84338}"/>
          </ac:spMkLst>
        </pc:spChg>
      </pc:sldChg>
      <pc:sldChg chg="addSp mod modNotesTx">
        <pc:chgData name="Crawford, Clancy K." userId="7c6ec59a-9fc9-469c-b2c6-df74f2342050" providerId="ADAL" clId="{1104B748-CEB2-4C14-B6B4-2F4BE06E9715}" dt="2026-09-16T01:43:00.409" v="534" actId="20577"/>
        <pc:sldMkLst>
          <pc:docMk/>
          <pc:sldMk cId="2675987635" sldId="289"/>
        </pc:sldMkLst>
        <pc:spChg chg="add">
          <ac:chgData name="Crawford, Clancy K." userId="7c6ec59a-9fc9-469c-b2c6-df74f2342050" providerId="ADAL" clId="{1104B748-CEB2-4C14-B6B4-2F4BE06E9715}" dt="2026-09-16T01:41:27.309" v="514" actId="22"/>
          <ac:spMkLst>
            <pc:docMk/>
            <pc:sldMk cId="2675987635" sldId="289"/>
            <ac:spMk id="3" creationId="{EAA77302-55C0-B1B1-8ADF-1A35E1059BC6}"/>
          </ac:spMkLst>
        </pc:spChg>
      </pc:sldChg>
      <pc:sldChg chg="addSp delSp modSp mod modNotesTx">
        <pc:chgData name="Crawford, Clancy K." userId="7c6ec59a-9fc9-469c-b2c6-df74f2342050" providerId="ADAL" clId="{1104B748-CEB2-4C14-B6B4-2F4BE06E9715}" dt="2026-09-16T01:40:46.047" v="511" actId="20577"/>
        <pc:sldMkLst>
          <pc:docMk/>
          <pc:sldMk cId="2481908728" sldId="290"/>
        </pc:sldMkLst>
        <pc:spChg chg="add mod">
          <ac:chgData name="Crawford, Clancy K." userId="7c6ec59a-9fc9-469c-b2c6-df74f2342050" providerId="ADAL" clId="{1104B748-CEB2-4C14-B6B4-2F4BE06E9715}" dt="2026-09-16T01:39:49.201" v="507"/>
          <ac:spMkLst>
            <pc:docMk/>
            <pc:sldMk cId="2481908728" sldId="290"/>
            <ac:spMk id="8" creationId="{E62B4818-EEDF-0F18-5B64-E6008562BD7D}"/>
          </ac:spMkLst>
        </pc:spChg>
        <pc:spChg chg="add mod">
          <ac:chgData name="Crawford, Clancy K." userId="7c6ec59a-9fc9-469c-b2c6-df74f2342050" providerId="ADAL" clId="{1104B748-CEB2-4C14-B6B4-2F4BE06E9715}" dt="2026-09-16T01:39:49.201" v="507"/>
          <ac:spMkLst>
            <pc:docMk/>
            <pc:sldMk cId="2481908728" sldId="290"/>
            <ac:spMk id="9" creationId="{326CF027-361F-02CD-4FDB-B788C8B40FB6}"/>
          </ac:spMkLst>
        </pc:spChg>
        <pc:spChg chg="add mod">
          <ac:chgData name="Crawford, Clancy K." userId="7c6ec59a-9fc9-469c-b2c6-df74f2342050" providerId="ADAL" clId="{1104B748-CEB2-4C14-B6B4-2F4BE06E9715}" dt="2026-09-16T01:39:49.201" v="507"/>
          <ac:spMkLst>
            <pc:docMk/>
            <pc:sldMk cId="2481908728" sldId="290"/>
            <ac:spMk id="10" creationId="{791726F8-982B-7912-C2A7-3B32E1E62B69}"/>
          </ac:spMkLst>
        </pc:spChg>
      </pc:sldChg>
      <pc:sldChg chg="addSp mod modNotesTx">
        <pc:chgData name="Crawford, Clancy K." userId="7c6ec59a-9fc9-469c-b2c6-df74f2342050" providerId="ADAL" clId="{1104B748-CEB2-4C14-B6B4-2F4BE06E9715}" dt="2026-09-16T01:42:57.540" v="533" actId="20577"/>
        <pc:sldMkLst>
          <pc:docMk/>
          <pc:sldMk cId="602589719" sldId="291"/>
        </pc:sldMkLst>
        <pc:spChg chg="add">
          <ac:chgData name="Crawford, Clancy K." userId="7c6ec59a-9fc9-469c-b2c6-df74f2342050" providerId="ADAL" clId="{1104B748-CEB2-4C14-B6B4-2F4BE06E9715}" dt="2026-09-16T01:41:37.744" v="515" actId="22"/>
          <ac:spMkLst>
            <pc:docMk/>
            <pc:sldMk cId="602589719" sldId="291"/>
            <ac:spMk id="3" creationId="{BECB2993-EB0A-1A36-2922-1A8E71418874}"/>
          </ac:spMkLst>
        </pc:spChg>
      </pc:sldChg>
      <pc:sldChg chg="addSp mod ord">
        <pc:chgData name="Crawford, Clancy K." userId="7c6ec59a-9fc9-469c-b2c6-df74f2342050" providerId="ADAL" clId="{1104B748-CEB2-4C14-B6B4-2F4BE06E9715}" dt="2026-09-16T01:42:00.038" v="518" actId="22"/>
        <pc:sldMkLst>
          <pc:docMk/>
          <pc:sldMk cId="1024876182" sldId="294"/>
        </pc:sldMkLst>
        <pc:spChg chg="add">
          <ac:chgData name="Crawford, Clancy K." userId="7c6ec59a-9fc9-469c-b2c6-df74f2342050" providerId="ADAL" clId="{1104B748-CEB2-4C14-B6B4-2F4BE06E9715}" dt="2026-09-16T01:42:00.038" v="518" actId="22"/>
          <ac:spMkLst>
            <pc:docMk/>
            <pc:sldMk cId="1024876182" sldId="294"/>
            <ac:spMk id="3" creationId="{B8807626-17A1-6B84-B843-AB7C16F9EE33}"/>
          </ac:spMkLst>
        </pc:spChg>
      </pc:sldChg>
      <pc:sldChg chg="addSp delSp modSp add mod">
        <pc:chgData name="Crawford, Clancy K." userId="7c6ec59a-9fc9-469c-b2c6-df74f2342050" providerId="ADAL" clId="{1104B748-CEB2-4C14-B6B4-2F4BE06E9715}" dt="2026-09-16T01:44:11.848" v="547" actId="22"/>
        <pc:sldMkLst>
          <pc:docMk/>
          <pc:sldMk cId="2047359264" sldId="296"/>
        </pc:sldMkLst>
        <pc:spChg chg="add">
          <ac:chgData name="Crawford, Clancy K." userId="7c6ec59a-9fc9-469c-b2c6-df74f2342050" providerId="ADAL" clId="{1104B748-CEB2-4C14-B6B4-2F4BE06E9715}" dt="2026-09-16T01:44:11.848" v="547" actId="22"/>
          <ac:spMkLst>
            <pc:docMk/>
            <pc:sldMk cId="2047359264" sldId="296"/>
            <ac:spMk id="6" creationId="{AA66C79C-F794-3FB3-8919-100024B0D1D2}"/>
          </ac:spMkLst>
        </pc:spChg>
        <pc:spChg chg="mod">
          <ac:chgData name="Crawford, Clancy K." userId="7c6ec59a-9fc9-469c-b2c6-df74f2342050" providerId="ADAL" clId="{1104B748-CEB2-4C14-B6B4-2F4BE06E9715}" dt="2026-09-15T17:37:35.541" v="206"/>
          <ac:spMkLst>
            <pc:docMk/>
            <pc:sldMk cId="2047359264" sldId="296"/>
            <ac:spMk id="227" creationId="{EA667ED7-0523-C567-3CEA-E7EE616A2686}"/>
          </ac:spMkLst>
        </pc:spChg>
        <pc:spChg chg="mod">
          <ac:chgData name="Crawford, Clancy K." userId="7c6ec59a-9fc9-469c-b2c6-df74f2342050" providerId="ADAL" clId="{1104B748-CEB2-4C14-B6B4-2F4BE06E9715}" dt="2026-09-15T17:10:55.641" v="90" actId="20577"/>
          <ac:spMkLst>
            <pc:docMk/>
            <pc:sldMk cId="2047359264" sldId="296"/>
            <ac:spMk id="228" creationId="{8BFBA6D4-D08D-AE66-78FF-9BC6A39FBECE}"/>
          </ac:spMkLst>
        </pc:spChg>
      </pc:sldChg>
      <pc:sldChg chg="addSp delSp modSp add mod modNotesTx">
        <pc:chgData name="Crawford, Clancy K." userId="7c6ec59a-9fc9-469c-b2c6-df74f2342050" providerId="ADAL" clId="{1104B748-CEB2-4C14-B6B4-2F4BE06E9715}" dt="2026-09-16T01:43:11.511" v="535" actId="22"/>
        <pc:sldMkLst>
          <pc:docMk/>
          <pc:sldMk cId="3589065475" sldId="297"/>
        </pc:sldMkLst>
        <pc:spChg chg="add">
          <ac:chgData name="Crawford, Clancy K." userId="7c6ec59a-9fc9-469c-b2c6-df74f2342050" providerId="ADAL" clId="{1104B748-CEB2-4C14-B6B4-2F4BE06E9715}" dt="2026-09-16T01:43:11.511" v="535" actId="22"/>
          <ac:spMkLst>
            <pc:docMk/>
            <pc:sldMk cId="3589065475" sldId="297"/>
            <ac:spMk id="3" creationId="{8393D98D-5033-E278-9610-967A8F356B03}"/>
          </ac:spMkLst>
        </pc:spChg>
        <pc:spChg chg="mod">
          <ac:chgData name="Crawford, Clancy K." userId="7c6ec59a-9fc9-469c-b2c6-df74f2342050" providerId="ADAL" clId="{1104B748-CEB2-4C14-B6B4-2F4BE06E9715}" dt="2026-09-15T17:13:32.628" v="155" actId="14100"/>
          <ac:spMkLst>
            <pc:docMk/>
            <pc:sldMk cId="3589065475" sldId="297"/>
            <ac:spMk id="241" creationId="{C021BCBB-BB3C-E9D7-7470-192371766613}"/>
          </ac:spMkLst>
        </pc:spChg>
        <pc:spChg chg="mod">
          <ac:chgData name="Crawford, Clancy K." userId="7c6ec59a-9fc9-469c-b2c6-df74f2342050" providerId="ADAL" clId="{1104B748-CEB2-4C14-B6B4-2F4BE06E9715}" dt="2026-09-15T17:15:13.834" v="173"/>
          <ac:spMkLst>
            <pc:docMk/>
            <pc:sldMk cId="3589065475" sldId="297"/>
            <ac:spMk id="242" creationId="{83ECE89A-B98A-9C50-7D56-21D219B75AAC}"/>
          </ac:spMkLst>
        </pc:spChg>
      </pc:sldChg>
      <pc:sldChg chg="addSp delSp modSp add mod">
        <pc:chgData name="Crawford, Clancy K." userId="7c6ec59a-9fc9-469c-b2c6-df74f2342050" providerId="ADAL" clId="{1104B748-CEB2-4C14-B6B4-2F4BE06E9715}" dt="2026-09-17T17:49:13.964" v="600" actId="22"/>
        <pc:sldMkLst>
          <pc:docMk/>
          <pc:sldMk cId="2642984869" sldId="298"/>
        </pc:sldMkLst>
        <pc:spChg chg="add">
          <ac:chgData name="Crawford, Clancy K." userId="7c6ec59a-9fc9-469c-b2c6-df74f2342050" providerId="ADAL" clId="{1104B748-CEB2-4C14-B6B4-2F4BE06E9715}" dt="2026-09-17T17:49:13.964" v="600" actId="22"/>
          <ac:spMkLst>
            <pc:docMk/>
            <pc:sldMk cId="2642984869" sldId="298"/>
            <ac:spMk id="6" creationId="{AEAFDD68-D18F-C113-F8D9-63ADA9C701AC}"/>
          </ac:spMkLst>
        </pc:spChg>
        <pc:spChg chg="mod">
          <ac:chgData name="Crawford, Clancy K." userId="7c6ec59a-9fc9-469c-b2c6-df74f2342050" providerId="ADAL" clId="{1104B748-CEB2-4C14-B6B4-2F4BE06E9715}" dt="2026-09-15T17:14:28.190" v="168" actId="20577"/>
          <ac:spMkLst>
            <pc:docMk/>
            <pc:sldMk cId="2642984869" sldId="298"/>
            <ac:spMk id="241" creationId="{F4159A8A-21E7-27EF-C8A5-1C7CD7C6D50E}"/>
          </ac:spMkLst>
        </pc:spChg>
        <pc:spChg chg="mod">
          <ac:chgData name="Crawford, Clancy K." userId="7c6ec59a-9fc9-469c-b2c6-df74f2342050" providerId="ADAL" clId="{1104B748-CEB2-4C14-B6B4-2F4BE06E9715}" dt="2026-09-15T17:15:31.479" v="175"/>
          <ac:spMkLst>
            <pc:docMk/>
            <pc:sldMk cId="2642984869" sldId="298"/>
            <ac:spMk id="242" creationId="{AAAF7670-228A-D5A6-610B-66F7BAED3A3B}"/>
          </ac:spMkLst>
        </pc:spChg>
        <pc:picChg chg="add mod">
          <ac:chgData name="Crawford, Clancy K." userId="7c6ec59a-9fc9-469c-b2c6-df74f2342050" providerId="ADAL" clId="{1104B748-CEB2-4C14-B6B4-2F4BE06E9715}" dt="2026-09-15T17:36:18.484" v="204" actId="1076"/>
          <ac:picMkLst>
            <pc:docMk/>
            <pc:sldMk cId="2642984869" sldId="298"/>
            <ac:picMk id="5" creationId="{C3CDB0CD-A30B-75E5-63BA-099BDDD17FBA}"/>
          </ac:picMkLst>
        </pc:picChg>
      </pc:sldChg>
      <pc:sldChg chg="addSp delSp modSp add mod">
        <pc:chgData name="Crawford, Clancy K." userId="7c6ec59a-9fc9-469c-b2c6-df74f2342050" providerId="ADAL" clId="{1104B748-CEB2-4C14-B6B4-2F4BE06E9715}" dt="2026-09-16T01:45:49.482" v="559" actId="20577"/>
        <pc:sldMkLst>
          <pc:docMk/>
          <pc:sldMk cId="3662934977" sldId="299"/>
        </pc:sldMkLst>
        <pc:spChg chg="add">
          <ac:chgData name="Crawford, Clancy K." userId="7c6ec59a-9fc9-469c-b2c6-df74f2342050" providerId="ADAL" clId="{1104B748-CEB2-4C14-B6B4-2F4BE06E9715}" dt="2026-09-16T01:43:58.247" v="541" actId="22"/>
          <ac:spMkLst>
            <pc:docMk/>
            <pc:sldMk cId="3662934977" sldId="299"/>
            <ac:spMk id="5" creationId="{0438CD70-822D-B360-C334-B52448B58DBE}"/>
          </ac:spMkLst>
        </pc:spChg>
        <pc:spChg chg="mod">
          <ac:chgData name="Crawford, Clancy K." userId="7c6ec59a-9fc9-469c-b2c6-df74f2342050" providerId="ADAL" clId="{1104B748-CEB2-4C14-B6B4-2F4BE06E9715}" dt="2026-09-15T17:13:58.821" v="164" actId="14100"/>
          <ac:spMkLst>
            <pc:docMk/>
            <pc:sldMk cId="3662934977" sldId="299"/>
            <ac:spMk id="241" creationId="{38E70F2E-2DDB-F908-610B-D525A8DFABC2}"/>
          </ac:spMkLst>
        </pc:spChg>
        <pc:spChg chg="mod">
          <ac:chgData name="Crawford, Clancy K." userId="7c6ec59a-9fc9-469c-b2c6-df74f2342050" providerId="ADAL" clId="{1104B748-CEB2-4C14-B6B4-2F4BE06E9715}" dt="2026-09-16T01:45:49.482" v="559" actId="20577"/>
          <ac:spMkLst>
            <pc:docMk/>
            <pc:sldMk cId="3662934977" sldId="299"/>
            <ac:spMk id="242" creationId="{252C64CA-21B8-2313-FD13-DC9CEBB6E0B7}"/>
          </ac:spMkLst>
        </pc:spChg>
        <pc:picChg chg="mod">
          <ac:chgData name="Crawford, Clancy K." userId="7c6ec59a-9fc9-469c-b2c6-df74f2342050" providerId="ADAL" clId="{1104B748-CEB2-4C14-B6B4-2F4BE06E9715}" dt="2026-09-15T17:12:48.220" v="139" actId="1076"/>
          <ac:picMkLst>
            <pc:docMk/>
            <pc:sldMk cId="3662934977" sldId="299"/>
            <ac:picMk id="3" creationId="{FFDDF52E-7449-7681-B530-D9E1E7894C70}"/>
          </ac:picMkLst>
        </pc:picChg>
      </pc:sldChg>
      <pc:sldMasterChg chg="delSldLayout modSldLayout">
        <pc:chgData name="Crawford, Clancy K." userId="7c6ec59a-9fc9-469c-b2c6-df74f2342050" providerId="ADAL" clId="{1104B748-CEB2-4C14-B6B4-2F4BE06E9715}" dt="2026-09-16T01:39:25.525" v="503"/>
        <pc:sldMasterMkLst>
          <pc:docMk/>
          <pc:sldMasterMk cId="0" sldId="2147483669"/>
        </pc:sldMasterMkLst>
        <pc:sldLayoutChg chg="setBg">
          <pc:chgData name="Crawford, Clancy K." userId="7c6ec59a-9fc9-469c-b2c6-df74f2342050" providerId="ADAL" clId="{1104B748-CEB2-4C14-B6B4-2F4BE06E9715}" dt="2026-09-16T01:39:25.525" v="503"/>
          <pc:sldLayoutMkLst>
            <pc:docMk/>
            <pc:sldMasterMk cId="0" sldId="2147483669"/>
            <pc:sldLayoutMk cId="0" sldId="2147483661"/>
          </pc:sldLayoutMkLst>
        </pc:sldLayoutChg>
        <pc:sldLayoutChg chg="setBg">
          <pc:chgData name="Crawford, Clancy K." userId="7c6ec59a-9fc9-469c-b2c6-df74f2342050" providerId="ADAL" clId="{1104B748-CEB2-4C14-B6B4-2F4BE06E9715}" dt="2026-09-16T01:39:25.525" v="503"/>
          <pc:sldLayoutMkLst>
            <pc:docMk/>
            <pc:sldMasterMk cId="0" sldId="2147483669"/>
            <pc:sldLayoutMk cId="0" sldId="2147483666"/>
          </pc:sldLayoutMkLst>
        </pc:sldLayoutChg>
        <pc:sldLayoutChg chg="setBg">
          <pc:chgData name="Crawford, Clancy K." userId="7c6ec59a-9fc9-469c-b2c6-df74f2342050" providerId="ADAL" clId="{1104B748-CEB2-4C14-B6B4-2F4BE06E9715}" dt="2026-09-16T01:39:25.525" v="503"/>
          <pc:sldLayoutMkLst>
            <pc:docMk/>
            <pc:sldMasterMk cId="0" sldId="2147483669"/>
            <pc:sldLayoutMk cId="0" sldId="2147483670"/>
          </pc:sldLayoutMkLst>
        </pc:sldLayoutChg>
        <pc:sldLayoutChg chg="setBg">
          <pc:chgData name="Crawford, Clancy K." userId="7c6ec59a-9fc9-469c-b2c6-df74f2342050" providerId="ADAL" clId="{1104B748-CEB2-4C14-B6B4-2F4BE06E9715}" dt="2026-09-16T01:39:25.525" v="503"/>
          <pc:sldLayoutMkLst>
            <pc:docMk/>
            <pc:sldMasterMk cId="0" sldId="2147483669"/>
            <pc:sldLayoutMk cId="0" sldId="2147483671"/>
          </pc:sldLayoutMkLst>
        </pc:sldLayoutChg>
        <pc:sldLayoutChg chg="setBg">
          <pc:chgData name="Crawford, Clancy K." userId="7c6ec59a-9fc9-469c-b2c6-df74f2342050" providerId="ADAL" clId="{1104B748-CEB2-4C14-B6B4-2F4BE06E9715}" dt="2026-09-16T01:39:25.525" v="503"/>
          <pc:sldLayoutMkLst>
            <pc:docMk/>
            <pc:sldMasterMk cId="0" sldId="2147483669"/>
            <pc:sldLayoutMk cId="0" sldId="2147483674"/>
          </pc:sldLayoutMkLst>
        </pc:sldLayoutChg>
      </pc:sldMasterChg>
    </pc:docChg>
  </pc:docChgLst>
  <pc:docChgLst>
    <pc:chgData name="Crawford, Clancy K." userId="S::crawfoc1@my.erau.edu::7c6ec59a-9fc9-469c-b2c6-df74f2342050" providerId="AD" clId="Web-{29B3C428-080C-2176-0437-208BD0A34D7D}"/>
    <pc:docChg chg="addSld delSld modSld sldOrd">
      <pc:chgData name="Crawford, Clancy K." userId="S::crawfoc1@my.erau.edu::7c6ec59a-9fc9-469c-b2c6-df74f2342050" providerId="AD" clId="Web-{29B3C428-080C-2176-0437-208BD0A34D7D}" dt="2026-09-14T13:42:05.701" v="284" actId="20577"/>
      <pc:docMkLst>
        <pc:docMk/>
      </pc:docMkLst>
      <pc:sldChg chg="addSp delSp modSp">
        <pc:chgData name="Crawford, Clancy K." userId="S::crawfoc1@my.erau.edu::7c6ec59a-9fc9-469c-b2c6-df74f2342050" providerId="AD" clId="Web-{29B3C428-080C-2176-0437-208BD0A34D7D}" dt="2026-09-14T13:41:47.216" v="279" actId="1076"/>
        <pc:sldMkLst>
          <pc:docMk/>
          <pc:sldMk cId="0" sldId="258"/>
        </pc:sldMkLst>
      </pc:sldChg>
      <pc:sldChg chg="addSp modSp">
        <pc:chgData name="Crawford, Clancy K." userId="S::crawfoc1@my.erau.edu::7c6ec59a-9fc9-469c-b2c6-df74f2342050" providerId="AD" clId="Web-{29B3C428-080C-2176-0437-208BD0A34D7D}" dt="2026-09-14T13:17:35.483" v="79" actId="14100"/>
        <pc:sldMkLst>
          <pc:docMk/>
          <pc:sldMk cId="0" sldId="260"/>
        </pc:sldMkLst>
        <pc:spChg chg="add mod">
          <ac:chgData name="Crawford, Clancy K." userId="S::crawfoc1@my.erau.edu::7c6ec59a-9fc9-469c-b2c6-df74f2342050" providerId="AD" clId="Web-{29B3C428-080C-2176-0437-208BD0A34D7D}" dt="2026-09-14T13:17:35.483" v="79" actId="14100"/>
          <ac:spMkLst>
            <pc:docMk/>
            <pc:sldMk cId="0" sldId="260"/>
            <ac:spMk id="5" creationId="{A8D6B087-6A73-3887-51DF-5F7EFF074C49}"/>
          </ac:spMkLst>
        </pc:spChg>
        <pc:graphicFrameChg chg="mod modGraphic">
          <ac:chgData name="Crawford, Clancy K." userId="S::crawfoc1@my.erau.edu::7c6ec59a-9fc9-469c-b2c6-df74f2342050" providerId="AD" clId="Web-{29B3C428-080C-2176-0437-208BD0A34D7D}" dt="2026-09-14T13:14:16.906" v="56" actId="1076"/>
          <ac:graphicFrameMkLst>
            <pc:docMk/>
            <pc:sldMk cId="0" sldId="260"/>
            <ac:graphicFrameMk id="2" creationId="{69CE6B7C-CCA0-BAA5-A20A-A63F79944F17}"/>
          </ac:graphicFrameMkLst>
        </pc:graphicFrameChg>
      </pc:sldChg>
      <pc:sldChg chg="addSp modSp">
        <pc:chgData name="Crawford, Clancy K." userId="S::crawfoc1@my.erau.edu::7c6ec59a-9fc9-469c-b2c6-df74f2342050" providerId="AD" clId="Web-{29B3C428-080C-2176-0437-208BD0A34D7D}" dt="2026-09-14T13:27:02.244" v="99" actId="20577"/>
        <pc:sldMkLst>
          <pc:docMk/>
          <pc:sldMk cId="0" sldId="263"/>
        </pc:sldMkLst>
        <pc:spChg chg="add mod">
          <ac:chgData name="Crawford, Clancy K." userId="S::crawfoc1@my.erau.edu::7c6ec59a-9fc9-469c-b2c6-df74f2342050" providerId="AD" clId="Web-{29B3C428-080C-2176-0437-208BD0A34D7D}" dt="2026-09-14T13:27:02.244" v="99" actId="20577"/>
          <ac:spMkLst>
            <pc:docMk/>
            <pc:sldMk cId="0" sldId="263"/>
            <ac:spMk id="4" creationId="{1485E15B-F19A-0374-0A52-770388E62044}"/>
          </ac:spMkLst>
        </pc:spChg>
        <pc:graphicFrameChg chg="mod modGraphic">
          <ac:chgData name="Crawford, Clancy K." userId="S::crawfoc1@my.erau.edu::7c6ec59a-9fc9-469c-b2c6-df74f2342050" providerId="AD" clId="Web-{29B3C428-080C-2176-0437-208BD0A34D7D}" dt="2026-09-14T13:26:41.586" v="96"/>
          <ac:graphicFrameMkLst>
            <pc:docMk/>
            <pc:sldMk cId="0" sldId="263"/>
            <ac:graphicFrameMk id="2" creationId="{AD9B6320-6852-240C-34AE-E045BF441083}"/>
          </ac:graphicFrameMkLst>
        </pc:graphicFrameChg>
      </pc:sldChg>
      <pc:sldChg chg="ord">
        <pc:chgData name="Crawford, Clancy K." userId="S::crawfoc1@my.erau.edu::7c6ec59a-9fc9-469c-b2c6-df74f2342050" providerId="AD" clId="Web-{29B3C428-080C-2176-0437-208BD0A34D7D}" dt="2026-09-14T13:32:33.471" v="138"/>
        <pc:sldMkLst>
          <pc:docMk/>
          <pc:sldMk cId="0" sldId="267"/>
        </pc:sldMkLst>
      </pc:sldChg>
      <pc:sldChg chg="ord">
        <pc:chgData name="Crawford, Clancy K." userId="S::crawfoc1@my.erau.edu::7c6ec59a-9fc9-469c-b2c6-df74f2342050" providerId="AD" clId="Web-{29B3C428-080C-2176-0437-208BD0A34D7D}" dt="2026-09-14T13:34:08.369" v="148"/>
        <pc:sldMkLst>
          <pc:docMk/>
          <pc:sldMk cId="0" sldId="278"/>
        </pc:sldMkLst>
      </pc:sldChg>
      <pc:sldChg chg="modSp mod ord modClrScheme chgLayout">
        <pc:chgData name="Crawford, Clancy K." userId="S::crawfoc1@my.erau.edu::7c6ec59a-9fc9-469c-b2c6-df74f2342050" providerId="AD" clId="Web-{29B3C428-080C-2176-0437-208BD0A34D7D}" dt="2026-09-14T13:33:11.568" v="142"/>
        <pc:sldMkLst>
          <pc:docMk/>
          <pc:sldMk cId="2636470706" sldId="285"/>
        </pc:sldMkLst>
        <pc:spChg chg="mod ord">
          <ac:chgData name="Crawford, Clancy K." userId="S::crawfoc1@my.erau.edu::7c6ec59a-9fc9-469c-b2c6-df74f2342050" providerId="AD" clId="Web-{29B3C428-080C-2176-0437-208BD0A34D7D}" dt="2026-09-14T12:53:19.313" v="1"/>
          <ac:spMkLst>
            <pc:docMk/>
            <pc:sldMk cId="2636470706" sldId="285"/>
            <ac:spMk id="2" creationId="{3AD3E086-C9D5-D280-DB62-DC56E800F04F}"/>
          </ac:spMkLst>
        </pc:spChg>
        <pc:spChg chg="mod ord">
          <ac:chgData name="Crawford, Clancy K." userId="S::crawfoc1@my.erau.edu::7c6ec59a-9fc9-469c-b2c6-df74f2342050" providerId="AD" clId="Web-{29B3C428-080C-2176-0437-208BD0A34D7D}" dt="2026-09-14T12:53:19.313" v="1"/>
          <ac:spMkLst>
            <pc:docMk/>
            <pc:sldMk cId="2636470706" sldId="285"/>
            <ac:spMk id="3" creationId="{782992A7-F3D9-1841-7D64-6FA34D9B071B}"/>
          </ac:spMkLst>
        </pc:spChg>
      </pc:sldChg>
      <pc:sldChg chg="modSp">
        <pc:chgData name="Crawford, Clancy K." userId="S::crawfoc1@my.erau.edu::7c6ec59a-9fc9-469c-b2c6-df74f2342050" providerId="AD" clId="Web-{29B3C428-080C-2176-0437-208BD0A34D7D}" dt="2026-09-14T13:07:31.063" v="54" actId="20577"/>
        <pc:sldMkLst>
          <pc:docMk/>
          <pc:sldMk cId="890615971" sldId="286"/>
        </pc:sldMkLst>
        <pc:spChg chg="mod">
          <ac:chgData name="Crawford, Clancy K." userId="S::crawfoc1@my.erau.edu::7c6ec59a-9fc9-469c-b2c6-df74f2342050" providerId="AD" clId="Web-{29B3C428-080C-2176-0437-208BD0A34D7D}" dt="2026-09-14T13:07:31.063" v="54" actId="20577"/>
          <ac:spMkLst>
            <pc:docMk/>
            <pc:sldMk cId="890615971" sldId="286"/>
            <ac:spMk id="242" creationId="{4B5EA3F4-CA68-093F-1753-1BB75DA19BBC}"/>
          </ac:spMkLst>
        </pc:spChg>
      </pc:sldChg>
      <pc:sldChg chg="ord">
        <pc:chgData name="Crawford, Clancy K." userId="S::crawfoc1@my.erau.edu::7c6ec59a-9fc9-469c-b2c6-df74f2342050" providerId="AD" clId="Web-{29B3C428-080C-2176-0437-208BD0A34D7D}" dt="2026-09-14T13:33:15.787" v="143"/>
        <pc:sldMkLst>
          <pc:docMk/>
          <pc:sldMk cId="3182290494" sldId="288"/>
        </pc:sldMkLst>
      </pc:sldChg>
      <pc:sldChg chg="ord">
        <pc:chgData name="Crawford, Clancy K." userId="S::crawfoc1@my.erau.edu::7c6ec59a-9fc9-469c-b2c6-df74f2342050" providerId="AD" clId="Web-{29B3C428-080C-2176-0437-208BD0A34D7D}" dt="2026-09-14T13:32:05.156" v="137"/>
        <pc:sldMkLst>
          <pc:docMk/>
          <pc:sldMk cId="2675987635" sldId="289"/>
        </pc:sldMkLst>
      </pc:sldChg>
      <pc:sldChg chg="modSp new mod ord modClrScheme chgLayout">
        <pc:chgData name="Crawford, Clancy K." userId="S::crawfoc1@my.erau.edu::7c6ec59a-9fc9-469c-b2c6-df74f2342050" providerId="AD" clId="Web-{29B3C428-080C-2176-0437-208BD0A34D7D}" dt="2026-09-14T13:02:50.746" v="32" actId="20577"/>
        <pc:sldMkLst>
          <pc:docMk/>
          <pc:sldMk cId="2481908728" sldId="290"/>
        </pc:sldMkLst>
      </pc:sldChg>
      <pc:sldChg chg="ord">
        <pc:chgData name="Crawford, Clancy K." userId="S::crawfoc1@my.erau.edu::7c6ec59a-9fc9-469c-b2c6-df74f2342050" providerId="AD" clId="Web-{29B3C428-080C-2176-0437-208BD0A34D7D}" dt="2026-09-14T13:32:52.707" v="139"/>
        <pc:sldMkLst>
          <pc:docMk/>
          <pc:sldMk cId="602589719" sldId="291"/>
        </pc:sldMkLst>
      </pc:sldChg>
      <pc:sldChg chg="addSp delSp modSp add replId">
        <pc:chgData name="Crawford, Clancy K." userId="S::crawfoc1@my.erau.edu::7c6ec59a-9fc9-469c-b2c6-df74f2342050" providerId="AD" clId="Web-{29B3C428-080C-2176-0437-208BD0A34D7D}" dt="2026-09-14T13:42:05.701" v="284" actId="20577"/>
        <pc:sldMkLst>
          <pc:docMk/>
          <pc:sldMk cId="1024876182" sldId="294"/>
        </pc:sldMkLst>
        <pc:spChg chg="mod">
          <ac:chgData name="Crawford, Clancy K." userId="S::crawfoc1@my.erau.edu::7c6ec59a-9fc9-469c-b2c6-df74f2342050" providerId="AD" clId="Web-{29B3C428-080C-2176-0437-208BD0A34D7D}" dt="2026-09-14T13:38:34.342" v="233" actId="20577"/>
          <ac:spMkLst>
            <pc:docMk/>
            <pc:sldMk cId="1024876182" sldId="294"/>
            <ac:spMk id="227" creationId="{2E219D1C-0436-23DA-6D59-3A8F1C11735D}"/>
          </ac:spMkLst>
        </pc:spChg>
        <pc:spChg chg="add del mod">
          <ac:chgData name="Crawford, Clancy K." userId="S::crawfoc1@my.erau.edu::7c6ec59a-9fc9-469c-b2c6-df74f2342050" providerId="AD" clId="Web-{29B3C428-080C-2176-0437-208BD0A34D7D}" dt="2026-09-14T13:42:05.701" v="284" actId="20577"/>
          <ac:spMkLst>
            <pc:docMk/>
            <pc:sldMk cId="1024876182" sldId="294"/>
            <ac:spMk id="228" creationId="{B96AA951-320E-5DE6-4452-F63CF4B174B6}"/>
          </ac:spMkLst>
        </pc:spChg>
      </pc:sldChg>
    </pc:docChg>
  </pc:docChgLst>
  <pc:docChgLst>
    <pc:chgData name="Starysh, Dmytro D." userId="S::staryshd@my.erau.edu::2a2a2e7d-070c-44d8-a5c4-394c78396624" providerId="AD" clId="Web-{1670EED9-D59E-262F-52D5-C349EB1EF02E}"/>
    <pc:docChg chg="modSld">
      <pc:chgData name="Starysh, Dmytro D." userId="S::staryshd@my.erau.edu::2a2a2e7d-070c-44d8-a5c4-394c78396624" providerId="AD" clId="Web-{1670EED9-D59E-262F-52D5-C349EB1EF02E}" dt="2026-09-15T18:01:08.439" v="1222"/>
      <pc:docMkLst>
        <pc:docMk/>
      </pc:docMkLst>
      <pc:sldChg chg="modSp">
        <pc:chgData name="Starysh, Dmytro D." userId="S::staryshd@my.erau.edu::2a2a2e7d-070c-44d8-a5c4-394c78396624" providerId="AD" clId="Web-{1670EED9-D59E-262F-52D5-C349EB1EF02E}" dt="2026-09-15T17:09:14.659" v="241" actId="20577"/>
        <pc:sldMkLst>
          <pc:docMk/>
          <pc:sldMk cId="0" sldId="257"/>
        </pc:sldMkLst>
      </pc:sldChg>
      <pc:sldChg chg="modSp modNotes">
        <pc:chgData name="Starysh, Dmytro D." userId="S::staryshd@my.erau.edu::2a2a2e7d-070c-44d8-a5c4-394c78396624" providerId="AD" clId="Web-{1670EED9-D59E-262F-52D5-C349EB1EF02E}" dt="2026-09-15T18:00:52.782" v="1204"/>
        <pc:sldMkLst>
          <pc:docMk/>
          <pc:sldMk cId="0" sldId="267"/>
        </pc:sldMkLst>
        <pc:graphicFrameChg chg="mod modGraphic">
          <ac:chgData name="Starysh, Dmytro D." userId="S::staryshd@my.erau.edu::2a2a2e7d-070c-44d8-a5c4-394c78396624" providerId="AD" clId="Web-{1670EED9-D59E-262F-52D5-C349EB1EF02E}" dt="2026-09-15T17:57:10.992" v="1195"/>
          <ac:graphicFrameMkLst>
            <pc:docMk/>
            <pc:sldMk cId="0" sldId="267"/>
            <ac:graphicFrameMk id="2" creationId="{603FE4AD-E590-A862-C322-AC6A4103110A}"/>
          </ac:graphicFrameMkLst>
        </pc:graphicFrameChg>
      </pc:sldChg>
      <pc:sldChg chg="addSp modSp">
        <pc:chgData name="Starysh, Dmytro D." userId="S::staryshd@my.erau.edu::2a2a2e7d-070c-44d8-a5c4-394c78396624" providerId="AD" clId="Web-{1670EED9-D59E-262F-52D5-C349EB1EF02E}" dt="2026-09-15T18:00:30.375" v="1199" actId="1076"/>
        <pc:sldMkLst>
          <pc:docMk/>
          <pc:sldMk cId="0" sldId="278"/>
        </pc:sldMkLst>
      </pc:sldChg>
      <pc:sldChg chg="modSp">
        <pc:chgData name="Starysh, Dmytro D." userId="S::staryshd@my.erau.edu::2a2a2e7d-070c-44d8-a5c4-394c78396624" providerId="AD" clId="Web-{1670EED9-D59E-262F-52D5-C349EB1EF02E}" dt="2026-09-15T17:27:39.578" v="272" actId="20577"/>
        <pc:sldMkLst>
          <pc:docMk/>
          <pc:sldMk cId="1273212998" sldId="287"/>
        </pc:sldMkLst>
        <pc:spChg chg="mod">
          <ac:chgData name="Starysh, Dmytro D." userId="S::staryshd@my.erau.edu::2a2a2e7d-070c-44d8-a5c4-394c78396624" providerId="AD" clId="Web-{1670EED9-D59E-262F-52D5-C349EB1EF02E}" dt="2026-09-15T17:27:39.578" v="272" actId="20577"/>
          <ac:spMkLst>
            <pc:docMk/>
            <pc:sldMk cId="1273212998" sldId="287"/>
            <ac:spMk id="242" creationId="{739F0AF6-D8BC-152D-8E3A-5BA92F659B8F}"/>
          </ac:spMkLst>
        </pc:spChg>
      </pc:sldChg>
      <pc:sldChg chg="modNotes">
        <pc:chgData name="Starysh, Dmytro D." userId="S::staryshd@my.erau.edu::2a2a2e7d-070c-44d8-a5c4-394c78396624" providerId="AD" clId="Web-{1670EED9-D59E-262F-52D5-C349EB1EF02E}" dt="2026-09-15T18:01:08.439" v="1222"/>
        <pc:sldMkLst>
          <pc:docMk/>
          <pc:sldMk cId="2675987635" sldId="289"/>
        </pc:sldMkLst>
      </pc:sldChg>
      <pc:sldChg chg="modSp">
        <pc:chgData name="Starysh, Dmytro D." userId="S::staryshd@my.erau.edu::2a2a2e7d-070c-44d8-a5c4-394c78396624" providerId="AD" clId="Web-{1670EED9-D59E-262F-52D5-C349EB1EF02E}" dt="2026-09-15T17:31:03.680" v="339" actId="20577"/>
        <pc:sldMkLst>
          <pc:docMk/>
          <pc:sldMk cId="2481908728" sldId="290"/>
        </pc:sldMkLst>
      </pc:sldChg>
      <pc:sldChg chg="modNotes">
        <pc:chgData name="Starysh, Dmytro D." userId="S::staryshd@my.erau.edu::2a2a2e7d-070c-44d8-a5c4-394c78396624" providerId="AD" clId="Web-{1670EED9-D59E-262F-52D5-C349EB1EF02E}" dt="2026-09-15T18:01:03.611" v="1215"/>
        <pc:sldMkLst>
          <pc:docMk/>
          <pc:sldMk cId="602589719" sldId="291"/>
        </pc:sldMkLst>
      </pc:sldChg>
      <pc:sldChg chg="addSp modSp modNotes">
        <pc:chgData name="Starysh, Dmytro D." userId="S::staryshd@my.erau.edu::2a2a2e7d-070c-44d8-a5c4-394c78396624" providerId="AD" clId="Web-{1670EED9-D59E-262F-52D5-C349EB1EF02E}" dt="2026-09-15T17:15:05.861" v="270" actId="20577"/>
        <pc:sldMkLst>
          <pc:docMk/>
          <pc:sldMk cId="3662934977" sldId="299"/>
        </pc:sldMkLst>
        <pc:spChg chg="mod">
          <ac:chgData name="Starysh, Dmytro D." userId="S::staryshd@my.erau.edu::2a2a2e7d-070c-44d8-a5c4-394c78396624" providerId="AD" clId="Web-{1670EED9-D59E-262F-52D5-C349EB1EF02E}" dt="2026-09-15T17:15:05.861" v="270" actId="20577"/>
          <ac:spMkLst>
            <pc:docMk/>
            <pc:sldMk cId="3662934977" sldId="299"/>
            <ac:spMk id="241" creationId="{38E70F2E-2DDB-F908-610B-D525A8DFABC2}"/>
          </ac:spMkLst>
        </pc:spChg>
        <pc:picChg chg="add mod">
          <ac:chgData name="Starysh, Dmytro D." userId="S::staryshd@my.erau.edu::2a2a2e7d-070c-44d8-a5c4-394c78396624" providerId="AD" clId="Web-{1670EED9-D59E-262F-52D5-C349EB1EF02E}" dt="2026-09-15T17:12:32.198" v="244" actId="1076"/>
          <ac:picMkLst>
            <pc:docMk/>
            <pc:sldMk cId="3662934977" sldId="299"/>
            <ac:picMk id="3" creationId="{FFDDF52E-7449-7681-B530-D9E1E7894C70}"/>
          </ac:picMkLst>
        </pc:picChg>
      </pc:sldChg>
    </pc:docChg>
  </pc:docChgLst>
  <pc:docChgLst>
    <pc:chgData name="Munoz, Antonio M." userId="S::munoza24@my.erau.edu::ce30d51b-4c43-4434-831d-9b70b54f9fa2" providerId="AD" clId="Web-{6558B43B-F1A5-E1E8-B964-92CF684A697E}"/>
    <pc:docChg chg="modSld">
      <pc:chgData name="Munoz, Antonio M." userId="S::munoza24@my.erau.edu::ce30d51b-4c43-4434-831d-9b70b54f9fa2" providerId="AD" clId="Web-{6558B43B-F1A5-E1E8-B964-92CF684A697E}" dt="2026-09-04T13:22:29.980" v="42" actId="20577"/>
      <pc:docMkLst>
        <pc:docMk/>
      </pc:docMkLst>
      <pc:sldChg chg="addSp delSp modSp">
        <pc:chgData name="Munoz, Antonio M." userId="S::munoza24@my.erau.edu::ce30d51b-4c43-4434-831d-9b70b54f9fa2" providerId="AD" clId="Web-{6558B43B-F1A5-E1E8-B964-92CF684A697E}" dt="2026-09-04T13:22:29.980" v="42" actId="20577"/>
        <pc:sldMkLst>
          <pc:docMk/>
          <pc:sldMk cId="0" sldId="258"/>
        </pc:sldMkLst>
      </pc:sldChg>
    </pc:docChg>
  </pc:docChgLst>
  <pc:docChgLst>
    <pc:chgData name="Munoz, Antonio M." userId="S::munoza24@my.erau.edu::ce30d51b-4c43-4434-831d-9b70b54f9fa2" providerId="AD" clId="Web-{5313FD08-CE0E-D3DE-5D68-6EBF7F0E4193}"/>
    <pc:docChg chg="modSld">
      <pc:chgData name="Munoz, Antonio M." userId="S::munoza24@my.erau.edu::ce30d51b-4c43-4434-831d-9b70b54f9fa2" providerId="AD" clId="Web-{5313FD08-CE0E-D3DE-5D68-6EBF7F0E4193}" dt="2026-09-14T13:09:11.609" v="319" actId="20577"/>
      <pc:docMkLst>
        <pc:docMk/>
      </pc:docMkLst>
      <pc:sldChg chg="addSp delSp modSp">
        <pc:chgData name="Munoz, Antonio M." userId="S::munoza24@my.erau.edu::ce30d51b-4c43-4434-831d-9b70b54f9fa2" providerId="AD" clId="Web-{5313FD08-CE0E-D3DE-5D68-6EBF7F0E4193}" dt="2026-09-14T12:38:37.541" v="28"/>
        <pc:sldMkLst>
          <pc:docMk/>
          <pc:sldMk cId="0" sldId="257"/>
        </pc:sldMkLst>
      </pc:sldChg>
      <pc:sldChg chg="modSp">
        <pc:chgData name="Munoz, Antonio M." userId="S::munoza24@my.erau.edu::ce30d51b-4c43-4434-831d-9b70b54f9fa2" providerId="AD" clId="Web-{5313FD08-CE0E-D3DE-5D68-6EBF7F0E4193}" dt="2026-09-14T12:37:19.695" v="7" actId="20577"/>
        <pc:sldMkLst>
          <pc:docMk/>
          <pc:sldMk cId="0" sldId="258"/>
        </pc:sldMkLst>
      </pc:sldChg>
      <pc:sldChg chg="modSp">
        <pc:chgData name="Munoz, Antonio M." userId="S::munoza24@my.erau.edu::ce30d51b-4c43-4434-831d-9b70b54f9fa2" providerId="AD" clId="Web-{5313FD08-CE0E-D3DE-5D68-6EBF7F0E4193}" dt="2026-09-14T12:57:53.777" v="49" actId="20577"/>
        <pc:sldMkLst>
          <pc:docMk/>
          <pc:sldMk cId="976986697" sldId="284"/>
        </pc:sldMkLst>
        <pc:spChg chg="mod">
          <ac:chgData name="Munoz, Antonio M." userId="S::munoza24@my.erau.edu::ce30d51b-4c43-4434-831d-9b70b54f9fa2" providerId="AD" clId="Web-{5313FD08-CE0E-D3DE-5D68-6EBF7F0E4193}" dt="2026-09-14T12:57:53.777" v="49" actId="20577"/>
          <ac:spMkLst>
            <pc:docMk/>
            <pc:sldMk cId="976986697" sldId="284"/>
            <ac:spMk id="242" creationId="{7D6B5CC7-BA0E-EB49-A5DA-0E1E2DCABA23}"/>
          </ac:spMkLst>
        </pc:spChg>
      </pc:sldChg>
      <pc:sldChg chg="addSp delSp modSp">
        <pc:chgData name="Munoz, Antonio M." userId="S::munoza24@my.erau.edu::ce30d51b-4c43-4434-831d-9b70b54f9fa2" providerId="AD" clId="Web-{5313FD08-CE0E-D3DE-5D68-6EBF7F0E4193}" dt="2026-09-14T12:47:58.166" v="47" actId="14100"/>
        <pc:sldMkLst>
          <pc:docMk/>
          <pc:sldMk cId="2636470706" sldId="285"/>
        </pc:sldMkLst>
        <pc:picChg chg="add mod">
          <ac:chgData name="Munoz, Antonio M." userId="S::munoza24@my.erau.edu::ce30d51b-4c43-4434-831d-9b70b54f9fa2" providerId="AD" clId="Web-{5313FD08-CE0E-D3DE-5D68-6EBF7F0E4193}" dt="2026-09-14T12:47:58.166" v="47" actId="14100"/>
          <ac:picMkLst>
            <pc:docMk/>
            <pc:sldMk cId="2636470706" sldId="285"/>
            <ac:picMk id="11" creationId="{9C7F25B9-C51A-6A5D-605F-01E1991C5BF1}"/>
          </ac:picMkLst>
        </pc:picChg>
      </pc:sldChg>
      <pc:sldChg chg="modSp">
        <pc:chgData name="Munoz, Antonio M." userId="S::munoza24@my.erau.edu::ce30d51b-4c43-4434-831d-9b70b54f9fa2" providerId="AD" clId="Web-{5313FD08-CE0E-D3DE-5D68-6EBF7F0E4193}" dt="2026-09-14T13:09:11.609" v="319" actId="20577"/>
        <pc:sldMkLst>
          <pc:docMk/>
          <pc:sldMk cId="890615971" sldId="286"/>
        </pc:sldMkLst>
        <pc:spChg chg="mod">
          <ac:chgData name="Munoz, Antonio M." userId="S::munoza24@my.erau.edu::ce30d51b-4c43-4434-831d-9b70b54f9fa2" providerId="AD" clId="Web-{5313FD08-CE0E-D3DE-5D68-6EBF7F0E4193}" dt="2026-09-14T13:09:11.609" v="319" actId="20577"/>
          <ac:spMkLst>
            <pc:docMk/>
            <pc:sldMk cId="890615971" sldId="286"/>
            <ac:spMk id="242" creationId="{4B5EA3F4-CA68-093F-1753-1BB75DA19BBC}"/>
          </ac:spMkLst>
        </pc:spChg>
      </pc:sldChg>
      <pc:sldChg chg="modSp">
        <pc:chgData name="Munoz, Antonio M." userId="S::munoza24@my.erau.edu::ce30d51b-4c43-4434-831d-9b70b54f9fa2" providerId="AD" clId="Web-{5313FD08-CE0E-D3DE-5D68-6EBF7F0E4193}" dt="2026-09-14T12:58:24.044" v="64" actId="20577"/>
        <pc:sldMkLst>
          <pc:docMk/>
          <pc:sldMk cId="602589719" sldId="291"/>
        </pc:sldMkLst>
      </pc:sldChg>
    </pc:docChg>
  </pc:docChgLst>
  <pc:docChgLst>
    <pc:chgData name="Apprekuh, Winfred A." userId="53f4b3f9-2fb2-4158-893d-39d05b732a92" providerId="ADAL" clId="{F69CD9D1-D7EA-47A1-99D1-47B31A1A4AA0}"/>
    <pc:docChg chg="undo redo custSel delSld modSld sldOrd">
      <pc:chgData name="Apprekuh, Winfred A." userId="53f4b3f9-2fb2-4158-893d-39d05b732a92" providerId="ADAL" clId="{F69CD9D1-D7EA-47A1-99D1-47B31A1A4AA0}" dt="2026-09-18T01:47:51.632" v="3749" actId="113"/>
      <pc:docMkLst>
        <pc:docMk/>
      </pc:docMkLst>
      <pc:sldChg chg="modSp mod">
        <pc:chgData name="Apprekuh, Winfred A." userId="53f4b3f9-2fb2-4158-893d-39d05b732a92" providerId="ADAL" clId="{F69CD9D1-D7EA-47A1-99D1-47B31A1A4AA0}" dt="2026-09-14T13:23:42.259" v="797" actId="255"/>
        <pc:sldMkLst>
          <pc:docMk/>
          <pc:sldMk cId="0" sldId="257"/>
        </pc:sldMkLst>
        <pc:spChg chg="mod">
          <ac:chgData name="Apprekuh, Winfred A." userId="53f4b3f9-2fb2-4158-893d-39d05b732a92" providerId="ADAL" clId="{F69CD9D1-D7EA-47A1-99D1-47B31A1A4AA0}" dt="2026-09-14T13:23:42.259" v="797" actId="255"/>
          <ac:spMkLst>
            <pc:docMk/>
            <pc:sldMk cId="0" sldId="257"/>
            <ac:spMk id="186" creationId="{00000000-0000-0000-0000-000000000000}"/>
          </ac:spMkLst>
        </pc:spChg>
      </pc:sldChg>
      <pc:sldChg chg="modSp mod">
        <pc:chgData name="Apprekuh, Winfred A." userId="53f4b3f9-2fb2-4158-893d-39d05b732a92" providerId="ADAL" clId="{F69CD9D1-D7EA-47A1-99D1-47B31A1A4AA0}" dt="2026-09-18T01:46:44.665" v="3740" actId="255"/>
        <pc:sldMkLst>
          <pc:docMk/>
          <pc:sldMk cId="0" sldId="258"/>
        </pc:sldMkLst>
        <pc:spChg chg="mod">
          <ac:chgData name="Apprekuh, Winfred A." userId="53f4b3f9-2fb2-4158-893d-39d05b732a92" providerId="ADAL" clId="{F69CD9D1-D7EA-47A1-99D1-47B31A1A4AA0}" dt="2026-09-18T01:46:19.539" v="3737" actId="255"/>
          <ac:spMkLst>
            <pc:docMk/>
            <pc:sldMk cId="0" sldId="258"/>
            <ac:spMk id="201" creationId="{86209591-1662-662D-4FDA-90CA1E3E3B01}"/>
          </ac:spMkLst>
        </pc:spChg>
        <pc:spChg chg="mod">
          <ac:chgData name="Apprekuh, Winfred A." userId="53f4b3f9-2fb2-4158-893d-39d05b732a92" providerId="ADAL" clId="{F69CD9D1-D7EA-47A1-99D1-47B31A1A4AA0}" dt="2026-09-18T01:46:44.665" v="3740" actId="255"/>
          <ac:spMkLst>
            <pc:docMk/>
            <pc:sldMk cId="0" sldId="258"/>
            <ac:spMk id="214" creationId="{9D3636DE-0296-E06A-0B0A-9983FC0553D5}"/>
          </ac:spMkLst>
        </pc:spChg>
        <pc:spChg chg="mod">
          <ac:chgData name="Apprekuh, Winfred A." userId="53f4b3f9-2fb2-4158-893d-39d05b732a92" providerId="ADAL" clId="{F69CD9D1-D7EA-47A1-99D1-47B31A1A4AA0}" dt="2026-09-18T01:46:34.613" v="3739" actId="14100"/>
          <ac:spMkLst>
            <pc:docMk/>
            <pc:sldMk cId="0" sldId="258"/>
            <ac:spMk id="226" creationId="{8DD68B18-3D02-6345-3E65-8FC02E7ED992}"/>
          </ac:spMkLst>
        </pc:spChg>
      </pc:sldChg>
      <pc:sldChg chg="addSp delSp modSp mod setBg chgLayout">
        <pc:chgData name="Apprekuh, Winfred A." userId="53f4b3f9-2fb2-4158-893d-39d05b732a92" providerId="ADAL" clId="{F69CD9D1-D7EA-47A1-99D1-47B31A1A4AA0}" dt="2026-09-14T13:17:44.535" v="769" actId="255"/>
        <pc:sldMkLst>
          <pc:docMk/>
          <pc:sldMk cId="0" sldId="259"/>
        </pc:sldMkLst>
        <pc:spChg chg="mod ord">
          <ac:chgData name="Apprekuh, Winfred A." userId="53f4b3f9-2fb2-4158-893d-39d05b732a92" providerId="ADAL" clId="{F69CD9D1-D7EA-47A1-99D1-47B31A1A4AA0}" dt="2026-09-14T13:17:44.535" v="769" actId="255"/>
          <ac:spMkLst>
            <pc:docMk/>
            <pc:sldMk cId="0" sldId="259"/>
            <ac:spMk id="227" creationId="{00000000-0000-0000-0000-000000000000}"/>
          </ac:spMkLst>
        </pc:spChg>
      </pc:sldChg>
      <pc:sldChg chg="addSp delSp modSp mod modClrScheme chgLayout">
        <pc:chgData name="Apprekuh, Winfred A." userId="53f4b3f9-2fb2-4158-893d-39d05b732a92" providerId="ADAL" clId="{F69CD9D1-D7EA-47A1-99D1-47B31A1A4AA0}" dt="2026-09-18T01:47:17.727" v="3744" actId="255"/>
        <pc:sldMkLst>
          <pc:docMk/>
          <pc:sldMk cId="0" sldId="260"/>
        </pc:sldMkLst>
        <pc:spChg chg="mod">
          <ac:chgData name="Apprekuh, Winfred A." userId="53f4b3f9-2fb2-4158-893d-39d05b732a92" providerId="ADAL" clId="{F69CD9D1-D7EA-47A1-99D1-47B31A1A4AA0}" dt="2026-09-18T01:47:17.727" v="3744" actId="255"/>
          <ac:spMkLst>
            <pc:docMk/>
            <pc:sldMk cId="0" sldId="260"/>
            <ac:spMk id="5" creationId="{A8D6B087-6A73-3887-51DF-5F7EFF074C49}"/>
          </ac:spMkLst>
        </pc:spChg>
        <pc:spChg chg="mod ord">
          <ac:chgData name="Apprekuh, Winfred A." userId="53f4b3f9-2fb2-4158-893d-39d05b732a92" providerId="ADAL" clId="{F69CD9D1-D7EA-47A1-99D1-47B31A1A4AA0}" dt="2026-09-14T13:06:56.509" v="721" actId="255"/>
          <ac:spMkLst>
            <pc:docMk/>
            <pc:sldMk cId="0" sldId="260"/>
            <ac:spMk id="234" creationId="{00000000-0000-0000-0000-000000000000}"/>
          </ac:spMkLst>
        </pc:spChg>
        <pc:graphicFrameChg chg="add mod modGraphic">
          <ac:chgData name="Apprekuh, Winfred A." userId="53f4b3f9-2fb2-4158-893d-39d05b732a92" providerId="ADAL" clId="{F69CD9D1-D7EA-47A1-99D1-47B31A1A4AA0}" dt="2026-09-18T01:41:22.098" v="3702" actId="255"/>
          <ac:graphicFrameMkLst>
            <pc:docMk/>
            <pc:sldMk cId="0" sldId="260"/>
            <ac:graphicFrameMk id="2" creationId="{69CE6B7C-CCA0-BAA5-A20A-A63F79944F17}"/>
          </ac:graphicFrameMkLst>
        </pc:graphicFrameChg>
      </pc:sldChg>
      <pc:sldChg chg="addSp delSp modSp mod modClrScheme chgLayout">
        <pc:chgData name="Apprekuh, Winfred A." userId="53f4b3f9-2fb2-4158-893d-39d05b732a92" providerId="ADAL" clId="{F69CD9D1-D7EA-47A1-99D1-47B31A1A4AA0}" dt="2026-09-18T01:47:51.632" v="3749" actId="113"/>
        <pc:sldMkLst>
          <pc:docMk/>
          <pc:sldMk cId="0" sldId="263"/>
        </pc:sldMkLst>
        <pc:spChg chg="mod">
          <ac:chgData name="Apprekuh, Winfred A." userId="53f4b3f9-2fb2-4158-893d-39d05b732a92" providerId="ADAL" clId="{F69CD9D1-D7EA-47A1-99D1-47B31A1A4AA0}" dt="2026-09-18T01:47:51.632" v="3749" actId="113"/>
          <ac:spMkLst>
            <pc:docMk/>
            <pc:sldMk cId="0" sldId="263"/>
            <ac:spMk id="4" creationId="{1485E15B-F19A-0374-0A52-770388E62044}"/>
          </ac:spMkLst>
        </pc:spChg>
        <pc:spChg chg="add del mod ord">
          <ac:chgData name="Apprekuh, Winfred A." userId="53f4b3f9-2fb2-4158-893d-39d05b732a92" providerId="ADAL" clId="{F69CD9D1-D7EA-47A1-99D1-47B31A1A4AA0}" dt="2026-09-14T13:06:36.869" v="719" actId="2711"/>
          <ac:spMkLst>
            <pc:docMk/>
            <pc:sldMk cId="0" sldId="263"/>
            <ac:spMk id="256" creationId="{00000000-0000-0000-0000-000000000000}"/>
          </ac:spMkLst>
        </pc:spChg>
        <pc:graphicFrameChg chg="add mod modGraphic">
          <ac:chgData name="Apprekuh, Winfred A." userId="53f4b3f9-2fb2-4158-893d-39d05b732a92" providerId="ADAL" clId="{F69CD9D1-D7EA-47A1-99D1-47B31A1A4AA0}" dt="2026-09-18T01:40:56.134" v="3700" actId="14100"/>
          <ac:graphicFrameMkLst>
            <pc:docMk/>
            <pc:sldMk cId="0" sldId="263"/>
            <ac:graphicFrameMk id="2" creationId="{AD9B6320-6852-240C-34AE-E045BF441083}"/>
          </ac:graphicFrameMkLst>
        </pc:graphicFrameChg>
      </pc:sldChg>
      <pc:sldChg chg="modSp mod">
        <pc:chgData name="Apprekuh, Winfred A." userId="53f4b3f9-2fb2-4158-893d-39d05b732a92" providerId="ADAL" clId="{F69CD9D1-D7EA-47A1-99D1-47B31A1A4AA0}" dt="2026-09-18T01:40:22.933" v="3697" actId="255"/>
        <pc:sldMkLst>
          <pc:docMk/>
          <pc:sldMk cId="0" sldId="267"/>
        </pc:sldMkLst>
        <pc:graphicFrameChg chg="modGraphic">
          <ac:chgData name="Apprekuh, Winfred A." userId="53f4b3f9-2fb2-4158-893d-39d05b732a92" providerId="ADAL" clId="{F69CD9D1-D7EA-47A1-99D1-47B31A1A4AA0}" dt="2026-09-18T01:40:22.933" v="3697" actId="255"/>
          <ac:graphicFrameMkLst>
            <pc:docMk/>
            <pc:sldMk cId="0" sldId="267"/>
            <ac:graphicFrameMk id="2" creationId="{603FE4AD-E590-A862-C322-AC6A4103110A}"/>
          </ac:graphicFrameMkLst>
        </pc:graphicFrameChg>
      </pc:sldChg>
      <pc:sldChg chg="modSp mod ord">
        <pc:chgData name="Apprekuh, Winfred A." userId="53f4b3f9-2fb2-4158-893d-39d05b732a92" providerId="ADAL" clId="{F69CD9D1-D7EA-47A1-99D1-47B31A1A4AA0}" dt="2026-09-18T01:45:09.504" v="3733" actId="255"/>
        <pc:sldMkLst>
          <pc:docMk/>
          <pc:sldMk cId="976986697" sldId="284"/>
        </pc:sldMkLst>
        <pc:spChg chg="mod">
          <ac:chgData name="Apprekuh, Winfred A." userId="53f4b3f9-2fb2-4158-893d-39d05b732a92" providerId="ADAL" clId="{F69CD9D1-D7EA-47A1-99D1-47B31A1A4AA0}" dt="2026-09-16T12:05:38.315" v="1549" actId="20577"/>
          <ac:spMkLst>
            <pc:docMk/>
            <pc:sldMk cId="976986697" sldId="284"/>
            <ac:spMk id="4" creationId="{E2A1F1EB-2624-B3E2-FEE4-B3562F1ABC60}"/>
          </ac:spMkLst>
        </pc:spChg>
        <pc:spChg chg="mod">
          <ac:chgData name="Apprekuh, Winfred A." userId="53f4b3f9-2fb2-4158-893d-39d05b732a92" providerId="ADAL" clId="{F69CD9D1-D7EA-47A1-99D1-47B31A1A4AA0}" dt="2026-09-18T01:44:51.219" v="3729" actId="1076"/>
          <ac:spMkLst>
            <pc:docMk/>
            <pc:sldMk cId="976986697" sldId="284"/>
            <ac:spMk id="241" creationId="{9C280156-D9C2-78E5-D0A6-5E4B0234FB71}"/>
          </ac:spMkLst>
        </pc:spChg>
        <pc:spChg chg="mod">
          <ac:chgData name="Apprekuh, Winfred A." userId="53f4b3f9-2fb2-4158-893d-39d05b732a92" providerId="ADAL" clId="{F69CD9D1-D7EA-47A1-99D1-47B31A1A4AA0}" dt="2026-09-18T01:45:09.504" v="3733" actId="255"/>
          <ac:spMkLst>
            <pc:docMk/>
            <pc:sldMk cId="976986697" sldId="284"/>
            <ac:spMk id="242" creationId="{7D6B5CC7-BA0E-EB49-A5DA-0E1E2DCABA23}"/>
          </ac:spMkLst>
        </pc:spChg>
      </pc:sldChg>
      <pc:sldChg chg="modSp mod">
        <pc:chgData name="Apprekuh, Winfred A." userId="53f4b3f9-2fb2-4158-893d-39d05b732a92" providerId="ADAL" clId="{F69CD9D1-D7EA-47A1-99D1-47B31A1A4AA0}" dt="2026-09-18T01:42:29.627" v="3706" actId="255"/>
        <pc:sldMkLst>
          <pc:docMk/>
          <pc:sldMk cId="2636470706" sldId="285"/>
        </pc:sldMkLst>
        <pc:spChg chg="mod">
          <ac:chgData name="Apprekuh, Winfred A." userId="53f4b3f9-2fb2-4158-893d-39d05b732a92" providerId="ADAL" clId="{F69CD9D1-D7EA-47A1-99D1-47B31A1A4AA0}" dt="2026-09-14T13:15:17.917" v="758" actId="27636"/>
          <ac:spMkLst>
            <pc:docMk/>
            <pc:sldMk cId="2636470706" sldId="285"/>
            <ac:spMk id="2" creationId="{3AD3E086-C9D5-D280-DB62-DC56E800F04F}"/>
          </ac:spMkLst>
        </pc:spChg>
        <pc:spChg chg="mod">
          <ac:chgData name="Apprekuh, Winfred A." userId="53f4b3f9-2fb2-4158-893d-39d05b732a92" providerId="ADAL" clId="{F69CD9D1-D7EA-47A1-99D1-47B31A1A4AA0}" dt="2026-09-18T01:42:29.627" v="3706" actId="255"/>
          <ac:spMkLst>
            <pc:docMk/>
            <pc:sldMk cId="2636470706" sldId="285"/>
            <ac:spMk id="3" creationId="{782992A7-F3D9-1841-7D64-6FA34D9B071B}"/>
          </ac:spMkLst>
        </pc:spChg>
      </pc:sldChg>
      <pc:sldChg chg="modSp mod">
        <pc:chgData name="Apprekuh, Winfred A." userId="53f4b3f9-2fb2-4158-893d-39d05b732a92" providerId="ADAL" clId="{F69CD9D1-D7EA-47A1-99D1-47B31A1A4AA0}" dt="2026-09-18T01:44:09.979" v="3722" actId="2711"/>
        <pc:sldMkLst>
          <pc:docMk/>
          <pc:sldMk cId="890615971" sldId="286"/>
        </pc:sldMkLst>
        <pc:spChg chg="mod">
          <ac:chgData name="Apprekuh, Winfred A." userId="53f4b3f9-2fb2-4158-893d-39d05b732a92" providerId="ADAL" clId="{F69CD9D1-D7EA-47A1-99D1-47B31A1A4AA0}" dt="2026-09-18T01:44:09.979" v="3722" actId="2711"/>
          <ac:spMkLst>
            <pc:docMk/>
            <pc:sldMk cId="890615971" sldId="286"/>
            <ac:spMk id="7" creationId="{A49639F7-7E95-F503-1A21-5518DD9BB475}"/>
          </ac:spMkLst>
        </pc:spChg>
        <pc:spChg chg="mod">
          <ac:chgData name="Apprekuh, Winfred A." userId="53f4b3f9-2fb2-4158-893d-39d05b732a92" providerId="ADAL" clId="{F69CD9D1-D7EA-47A1-99D1-47B31A1A4AA0}" dt="2026-09-14T13:26:05.983" v="809" actId="122"/>
          <ac:spMkLst>
            <pc:docMk/>
            <pc:sldMk cId="890615971" sldId="286"/>
            <ac:spMk id="241" creationId="{E28A2FBE-2048-8D5D-D2F7-31B88FBBDC99}"/>
          </ac:spMkLst>
        </pc:spChg>
        <pc:spChg chg="mod">
          <ac:chgData name="Apprekuh, Winfred A." userId="53f4b3f9-2fb2-4158-893d-39d05b732a92" providerId="ADAL" clId="{F69CD9D1-D7EA-47A1-99D1-47B31A1A4AA0}" dt="2026-09-14T13:27:09.675" v="844" actId="20577"/>
          <ac:spMkLst>
            <pc:docMk/>
            <pc:sldMk cId="890615971" sldId="286"/>
            <ac:spMk id="242" creationId="{4B5EA3F4-CA68-093F-1753-1BB75DA19BBC}"/>
          </ac:spMkLst>
        </pc:spChg>
      </pc:sldChg>
      <pc:sldChg chg="modSp mod">
        <pc:chgData name="Apprekuh, Winfred A." userId="53f4b3f9-2fb2-4158-893d-39d05b732a92" providerId="ADAL" clId="{F69CD9D1-D7EA-47A1-99D1-47B31A1A4AA0}" dt="2026-09-18T01:45:20.550" v="3736" actId="27636"/>
        <pc:sldMkLst>
          <pc:docMk/>
          <pc:sldMk cId="1273212998" sldId="287"/>
        </pc:sldMkLst>
        <pc:spChg chg="mod">
          <ac:chgData name="Apprekuh, Winfred A." userId="53f4b3f9-2fb2-4158-893d-39d05b732a92" providerId="ADAL" clId="{F69CD9D1-D7EA-47A1-99D1-47B31A1A4AA0}" dt="2026-09-17T17:21:15.375" v="2169" actId="1076"/>
          <ac:spMkLst>
            <pc:docMk/>
            <pc:sldMk cId="1273212998" sldId="287"/>
            <ac:spMk id="4" creationId="{4C187B2C-DA10-6B49-D8E5-037DEEB1F871}"/>
          </ac:spMkLst>
        </pc:spChg>
        <pc:spChg chg="mod">
          <ac:chgData name="Apprekuh, Winfred A." userId="53f4b3f9-2fb2-4158-893d-39d05b732a92" providerId="ADAL" clId="{F69CD9D1-D7EA-47A1-99D1-47B31A1A4AA0}" dt="2026-09-18T01:45:15.123" v="3734" actId="1076"/>
          <ac:spMkLst>
            <pc:docMk/>
            <pc:sldMk cId="1273212998" sldId="287"/>
            <ac:spMk id="241" creationId="{6751C8F2-E99A-311E-9EAB-A279993F3016}"/>
          </ac:spMkLst>
        </pc:spChg>
        <pc:spChg chg="mod">
          <ac:chgData name="Apprekuh, Winfred A." userId="53f4b3f9-2fb2-4158-893d-39d05b732a92" providerId="ADAL" clId="{F69CD9D1-D7EA-47A1-99D1-47B31A1A4AA0}" dt="2026-09-18T01:45:20.550" v="3736" actId="27636"/>
          <ac:spMkLst>
            <pc:docMk/>
            <pc:sldMk cId="1273212998" sldId="287"/>
            <ac:spMk id="242" creationId="{739F0AF6-D8BC-152D-8E3A-5BA92F659B8F}"/>
          </ac:spMkLst>
        </pc:spChg>
      </pc:sldChg>
      <pc:sldChg chg="addSp delSp modSp mod">
        <pc:chgData name="Apprekuh, Winfred A." userId="53f4b3f9-2fb2-4158-893d-39d05b732a92" providerId="ADAL" clId="{F69CD9D1-D7EA-47A1-99D1-47B31A1A4AA0}" dt="2026-09-14T13:29:46.424" v="908" actId="478"/>
        <pc:sldMkLst>
          <pc:docMk/>
          <pc:sldMk cId="2675987635" sldId="289"/>
        </pc:sldMkLst>
        <pc:spChg chg="mod">
          <ac:chgData name="Apprekuh, Winfred A." userId="53f4b3f9-2fb2-4158-893d-39d05b732a92" providerId="ADAL" clId="{F69CD9D1-D7EA-47A1-99D1-47B31A1A4AA0}" dt="2026-09-14T13:29:36.205" v="906" actId="122"/>
          <ac:spMkLst>
            <pc:docMk/>
            <pc:sldMk cId="2675987635" sldId="289"/>
            <ac:spMk id="227" creationId="{71D67469-1DBA-22F6-7FA0-1C79D3142209}"/>
          </ac:spMkLst>
        </pc:spChg>
      </pc:sldChg>
      <pc:sldChg chg="modSp mod">
        <pc:chgData name="Apprekuh, Winfred A." userId="53f4b3f9-2fb2-4158-893d-39d05b732a92" providerId="ADAL" clId="{F69CD9D1-D7EA-47A1-99D1-47B31A1A4AA0}" dt="2026-09-18T01:47:03.318" v="3743" actId="255"/>
        <pc:sldMkLst>
          <pc:docMk/>
          <pc:sldMk cId="2481908728" sldId="290"/>
        </pc:sldMkLst>
        <pc:spChg chg="mod">
          <ac:chgData name="Apprekuh, Winfred A." userId="53f4b3f9-2fb2-4158-893d-39d05b732a92" providerId="ADAL" clId="{F69CD9D1-D7EA-47A1-99D1-47B31A1A4AA0}" dt="2026-09-18T01:47:03.318" v="3743" actId="255"/>
          <ac:spMkLst>
            <pc:docMk/>
            <pc:sldMk cId="2481908728" sldId="290"/>
            <ac:spMk id="9" creationId="{326CF027-361F-02CD-4FDB-B788C8B40FB6}"/>
          </ac:spMkLst>
        </pc:spChg>
      </pc:sldChg>
      <pc:sldChg chg="addSp delSp modSp mod modClrScheme chgLayout">
        <pc:chgData name="Apprekuh, Winfred A." userId="53f4b3f9-2fb2-4158-893d-39d05b732a92" providerId="ADAL" clId="{F69CD9D1-D7EA-47A1-99D1-47B31A1A4AA0}" dt="2026-09-15T17:42:18.261" v="1174"/>
        <pc:sldMkLst>
          <pc:docMk/>
          <pc:sldMk cId="602589719" sldId="291"/>
        </pc:sldMkLst>
        <pc:spChg chg="add mod ord">
          <ac:chgData name="Apprekuh, Winfred A." userId="53f4b3f9-2fb2-4158-893d-39d05b732a92" providerId="ADAL" clId="{F69CD9D1-D7EA-47A1-99D1-47B31A1A4AA0}" dt="2026-09-15T17:39:13.400" v="1000" actId="27636"/>
          <ac:spMkLst>
            <pc:docMk/>
            <pc:sldMk cId="602589719" sldId="291"/>
            <ac:spMk id="16" creationId="{6773073C-AEC6-B4B4-F9BC-42EF273BD572}"/>
          </ac:spMkLst>
        </pc:spChg>
        <pc:picChg chg="add mod">
          <ac:chgData name="Apprekuh, Winfred A." userId="53f4b3f9-2fb2-4158-893d-39d05b732a92" providerId="ADAL" clId="{F69CD9D1-D7EA-47A1-99D1-47B31A1A4AA0}" dt="2026-09-15T17:42:18.261" v="1174"/>
          <ac:picMkLst>
            <pc:docMk/>
            <pc:sldMk cId="602589719" sldId="291"/>
            <ac:picMk id="15" creationId="{974105E6-1EBF-49BB-16EF-8A3C419FA2DD}"/>
          </ac:picMkLst>
        </pc:picChg>
      </pc:sldChg>
      <pc:sldChg chg="modSp mod">
        <pc:chgData name="Apprekuh, Winfred A." userId="53f4b3f9-2fb2-4158-893d-39d05b732a92" providerId="ADAL" clId="{F69CD9D1-D7EA-47A1-99D1-47B31A1A4AA0}" dt="2026-09-17T17:49:08.435" v="2217" actId="207"/>
        <pc:sldMkLst>
          <pc:docMk/>
          <pc:sldMk cId="2047359264" sldId="296"/>
        </pc:sldMkLst>
        <pc:spChg chg="mod">
          <ac:chgData name="Apprekuh, Winfred A." userId="53f4b3f9-2fb2-4158-893d-39d05b732a92" providerId="ADAL" clId="{F69CD9D1-D7EA-47A1-99D1-47B31A1A4AA0}" dt="2026-09-17T17:49:08.435" v="2217" actId="207"/>
          <ac:spMkLst>
            <pc:docMk/>
            <pc:sldMk cId="2047359264" sldId="296"/>
            <ac:spMk id="6" creationId="{AA66C79C-F794-3FB3-8919-100024B0D1D2}"/>
          </ac:spMkLst>
        </pc:spChg>
      </pc:sldChg>
      <pc:sldChg chg="modSp mod">
        <pc:chgData name="Apprekuh, Winfred A." userId="53f4b3f9-2fb2-4158-893d-39d05b732a92" providerId="ADAL" clId="{F69CD9D1-D7EA-47A1-99D1-47B31A1A4AA0}" dt="2026-09-18T01:42:35.190" v="3707" actId="255"/>
        <pc:sldMkLst>
          <pc:docMk/>
          <pc:sldMk cId="3589065475" sldId="297"/>
        </pc:sldMkLst>
        <pc:spChg chg="mod">
          <ac:chgData name="Apprekuh, Winfred A." userId="53f4b3f9-2fb2-4158-893d-39d05b732a92" providerId="ADAL" clId="{F69CD9D1-D7EA-47A1-99D1-47B31A1A4AA0}" dt="2026-09-18T01:42:35.190" v="3707" actId="255"/>
          <ac:spMkLst>
            <pc:docMk/>
            <pc:sldMk cId="3589065475" sldId="297"/>
            <ac:spMk id="242" creationId="{83ECE89A-B98A-9C50-7D56-21D219B75AAC}"/>
          </ac:spMkLst>
        </pc:spChg>
      </pc:sldChg>
      <pc:sldChg chg="modSp mod">
        <pc:chgData name="Apprekuh, Winfred A." userId="53f4b3f9-2fb2-4158-893d-39d05b732a92" providerId="ADAL" clId="{F69CD9D1-D7EA-47A1-99D1-47B31A1A4AA0}" dt="2026-09-18T01:42:40.875" v="3708" actId="255"/>
        <pc:sldMkLst>
          <pc:docMk/>
          <pc:sldMk cId="2642984869" sldId="298"/>
        </pc:sldMkLst>
        <pc:spChg chg="mod">
          <ac:chgData name="Apprekuh, Winfred A." userId="53f4b3f9-2fb2-4158-893d-39d05b732a92" providerId="ADAL" clId="{F69CD9D1-D7EA-47A1-99D1-47B31A1A4AA0}" dt="2026-09-18T01:42:40.875" v="3708" actId="255"/>
          <ac:spMkLst>
            <pc:docMk/>
            <pc:sldMk cId="2642984869" sldId="298"/>
            <ac:spMk id="242" creationId="{AAAF7670-228A-D5A6-610B-66F7BAED3A3B}"/>
          </ac:spMkLst>
        </pc:spChg>
      </pc:sldChg>
    </pc:docChg>
  </pc:docChgLst>
  <pc:docChgLst>
    <pc:chgData clId="Web-{22BE0EC9-681A-0D79-AB6A-4C031CC079A6}"/>
    <pc:docChg chg="modSld">
      <pc:chgData name="" userId="" providerId="" clId="Web-{22BE0EC9-681A-0D79-AB6A-4C031CC079A6}" dt="2026-09-15T17:12:23.306" v="1" actId="1076"/>
      <pc:docMkLst>
        <pc:docMk/>
      </pc:docMkLst>
      <pc:sldChg chg="modSp">
        <pc:chgData name="" userId="" providerId="" clId="Web-{22BE0EC9-681A-0D79-AB6A-4C031CC079A6}" dt="2026-09-15T17:12:23.306" v="1" actId="1076"/>
        <pc:sldMkLst>
          <pc:docMk/>
          <pc:sldMk cId="0" sldId="257"/>
        </pc:sldMkLst>
      </pc:sldChg>
    </pc:docChg>
  </pc:docChgLst>
  <pc:docChgLst>
    <pc:chgData name="Thompson, Ewan R." userId="S::thompe21@my.erau.edu::7e538e4f-eb2e-41d5-bfa0-87564047ed0f" providerId="AD" clId="Web-{4FA2997C-46B4-EBC8-9290-316AF6F75A1F}"/>
    <pc:docChg chg="sldOrd">
      <pc:chgData name="Thompson, Ewan R." userId="S::thompe21@my.erau.edu::7e538e4f-eb2e-41d5-bfa0-87564047ed0f" providerId="AD" clId="Web-{4FA2997C-46B4-EBC8-9290-316AF6F75A1F}" dt="2026-09-18T12:36:00.280" v="1"/>
      <pc:docMkLst>
        <pc:docMk/>
      </pc:docMkLst>
      <pc:sldChg chg="ord">
        <pc:chgData name="Thompson, Ewan R." userId="S::thompe21@my.erau.edu::7e538e4f-eb2e-41d5-bfa0-87564047ed0f" providerId="AD" clId="Web-{4FA2997C-46B4-EBC8-9290-316AF6F75A1F}" dt="2026-09-18T12:36:00.280" v="1"/>
        <pc:sldMkLst>
          <pc:docMk/>
          <pc:sldMk cId="0" sldId="2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cdn.mos.cms.futurecdn.net/gqH8aYGAhKiqddhxrTUFJX.jpg"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deviantart.com/basiceagles/art/Freighter-spaceship-concept-1033127474"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1eb2014fdb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1eb2014fdb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1eb2014fdb4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1eb2014fdb4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a:p>
        </p:txBody>
      </p:sp>
    </p:spTree>
    <p:extLst>
      <p:ext uri="{BB962C8B-B14F-4D97-AF65-F5344CB8AC3E}">
        <p14:creationId xmlns:p14="http://schemas.microsoft.com/office/powerpoint/2010/main" val="3283302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1eb2014fdb4_1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eb2014fdb4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1eb2014fdb4_1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1eb2014fdb4_1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LOX + Hydrogen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eb205fd2b6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1eb205fd2b6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7088C0C6-FB57-2A97-EA35-326A3BE0E638}"/>
            </a:ext>
          </a:extLst>
        </p:cNvPr>
        <p:cNvGrpSpPr/>
        <p:nvPr/>
      </p:nvGrpSpPr>
      <p:grpSpPr>
        <a:xfrm>
          <a:off x="0" y="0"/>
          <a:ext cx="0" cy="0"/>
          <a:chOff x="0" y="0"/>
          <a:chExt cx="0" cy="0"/>
        </a:xfrm>
      </p:grpSpPr>
      <p:sp>
        <p:nvSpPr>
          <p:cNvPr id="224" name="Google Shape;224;g1eb2014fdb4_1_44:notes">
            <a:extLst>
              <a:ext uri="{FF2B5EF4-FFF2-40B4-BE49-F238E27FC236}">
                <a16:creationId xmlns:a16="http://schemas.microsoft.com/office/drawing/2014/main" id="{08736F75-AFEA-6455-368F-25EE5EC71B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eb2014fdb4_1_44:notes">
            <a:extLst>
              <a:ext uri="{FF2B5EF4-FFF2-40B4-BE49-F238E27FC236}">
                <a16:creationId xmlns:a16="http://schemas.microsoft.com/office/drawing/2014/main" id="{CB66298C-4251-1870-29BB-FE291B9EBC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lang="en-US"/>
          </a:p>
        </p:txBody>
      </p:sp>
    </p:spTree>
    <p:extLst>
      <p:ext uri="{BB962C8B-B14F-4D97-AF65-F5344CB8AC3E}">
        <p14:creationId xmlns:p14="http://schemas.microsoft.com/office/powerpoint/2010/main" val="2726262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a:extLst>
            <a:ext uri="{FF2B5EF4-FFF2-40B4-BE49-F238E27FC236}">
              <a16:creationId xmlns:a16="http://schemas.microsoft.com/office/drawing/2014/main" id="{4A1F4017-932F-A0C0-F63A-A00A3E84B905}"/>
            </a:ext>
          </a:extLst>
        </p:cNvPr>
        <p:cNvGrpSpPr/>
        <p:nvPr/>
      </p:nvGrpSpPr>
      <p:grpSpPr>
        <a:xfrm>
          <a:off x="0" y="0"/>
          <a:ext cx="0" cy="0"/>
          <a:chOff x="0" y="0"/>
          <a:chExt cx="0" cy="0"/>
        </a:xfrm>
      </p:grpSpPr>
      <p:sp>
        <p:nvSpPr>
          <p:cNvPr id="341" name="Google Shape;341;g1eb205fd2b6_0_68:notes">
            <a:extLst>
              <a:ext uri="{FF2B5EF4-FFF2-40B4-BE49-F238E27FC236}">
                <a16:creationId xmlns:a16="http://schemas.microsoft.com/office/drawing/2014/main" id="{85EC748F-4B1C-91AE-B9AB-00FC6AD8E3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1eb205fd2b6_0_68:notes">
            <a:extLst>
              <a:ext uri="{FF2B5EF4-FFF2-40B4-BE49-F238E27FC236}">
                <a16:creationId xmlns:a16="http://schemas.microsoft.com/office/drawing/2014/main" id="{8F066FA4-C1D3-5E53-EC5F-AF525EDDC5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lang="en-US"/>
          </a:p>
        </p:txBody>
      </p:sp>
    </p:spTree>
    <p:extLst>
      <p:ext uri="{BB962C8B-B14F-4D97-AF65-F5344CB8AC3E}">
        <p14:creationId xmlns:p14="http://schemas.microsoft.com/office/powerpoint/2010/main" val="564704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1eb205fd2b6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1eb205fd2b6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9B8E6601-1013-A59B-7055-823B4EFFA11F}"/>
            </a:ext>
          </a:extLst>
        </p:cNvPr>
        <p:cNvGrpSpPr/>
        <p:nvPr/>
      </p:nvGrpSpPr>
      <p:grpSpPr>
        <a:xfrm>
          <a:off x="0" y="0"/>
          <a:ext cx="0" cy="0"/>
          <a:chOff x="0" y="0"/>
          <a:chExt cx="0" cy="0"/>
        </a:xfrm>
      </p:grpSpPr>
      <p:sp>
        <p:nvSpPr>
          <p:cNvPr id="224" name="Google Shape;224;g1eb2014fdb4_1_44:notes">
            <a:extLst>
              <a:ext uri="{FF2B5EF4-FFF2-40B4-BE49-F238E27FC236}">
                <a16:creationId xmlns:a16="http://schemas.microsoft.com/office/drawing/2014/main" id="{0DB3CD80-8D2C-D321-55F3-9FDAF7104A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eb2014fdb4_1_44:notes">
            <a:extLst>
              <a:ext uri="{FF2B5EF4-FFF2-40B4-BE49-F238E27FC236}">
                <a16:creationId xmlns:a16="http://schemas.microsoft.com/office/drawing/2014/main" id="{3CACA04B-236F-76EE-CB99-E2838EFE5A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58975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hlinkClick r:id="rId3"/>
              </a:rPr>
              <a:t>gqH8aYGAhKiqddhxrTUFJX.jpg</a:t>
            </a:r>
            <a:endParaRPr lang="en-US"/>
          </a:p>
        </p:txBody>
      </p:sp>
    </p:spTree>
    <p:extLst>
      <p:ext uri="{BB962C8B-B14F-4D97-AF65-F5344CB8AC3E}">
        <p14:creationId xmlns:p14="http://schemas.microsoft.com/office/powerpoint/2010/main" val="258123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1FD91457-FFD8-F88B-EF6F-81B0989F3976}"/>
            </a:ext>
          </a:extLst>
        </p:cNvPr>
        <p:cNvGrpSpPr/>
        <p:nvPr/>
      </p:nvGrpSpPr>
      <p:grpSpPr>
        <a:xfrm>
          <a:off x="0" y="0"/>
          <a:ext cx="0" cy="0"/>
          <a:chOff x="0" y="0"/>
          <a:chExt cx="0" cy="0"/>
        </a:xfrm>
      </p:grpSpPr>
      <p:sp>
        <p:nvSpPr>
          <p:cNvPr id="237" name="Google Shape;237;g1eb205fd2b6_0_61:notes">
            <a:extLst>
              <a:ext uri="{FF2B5EF4-FFF2-40B4-BE49-F238E27FC236}">
                <a16:creationId xmlns:a16="http://schemas.microsoft.com/office/drawing/2014/main" id="{8EA0210C-FCDB-4F36-0DA1-78A2C485D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eb205fd2b6_0_61:notes">
            <a:extLst>
              <a:ext uri="{FF2B5EF4-FFF2-40B4-BE49-F238E27FC236}">
                <a16:creationId xmlns:a16="http://schemas.microsoft.com/office/drawing/2014/main" id="{C3F8BB65-E542-04FF-6943-E7D9470116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https://www.reddit.com/r/spacex/comments/4rrh0e/thought_you_guys_might_like_this_small_falcon_9/ </a:t>
            </a:r>
            <a:endParaRPr/>
          </a:p>
        </p:txBody>
      </p:sp>
    </p:spTree>
    <p:extLst>
      <p:ext uri="{BB962C8B-B14F-4D97-AF65-F5344CB8AC3E}">
        <p14:creationId xmlns:p14="http://schemas.microsoft.com/office/powerpoint/2010/main" val="6349740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FAB7B7D9-9C9E-6E12-D740-56B7E4CB8367}"/>
            </a:ext>
          </a:extLst>
        </p:cNvPr>
        <p:cNvGrpSpPr/>
        <p:nvPr/>
      </p:nvGrpSpPr>
      <p:grpSpPr>
        <a:xfrm>
          <a:off x="0" y="0"/>
          <a:ext cx="0" cy="0"/>
          <a:chOff x="0" y="0"/>
          <a:chExt cx="0" cy="0"/>
        </a:xfrm>
      </p:grpSpPr>
      <p:sp>
        <p:nvSpPr>
          <p:cNvPr id="237" name="Google Shape;237;g1eb205fd2b6_0_61:notes">
            <a:extLst>
              <a:ext uri="{FF2B5EF4-FFF2-40B4-BE49-F238E27FC236}">
                <a16:creationId xmlns:a16="http://schemas.microsoft.com/office/drawing/2014/main" id="{A609869E-057B-9F8A-B225-3483388246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eb205fd2b6_0_61:notes">
            <a:extLst>
              <a:ext uri="{FF2B5EF4-FFF2-40B4-BE49-F238E27FC236}">
                <a16:creationId xmlns:a16="http://schemas.microsoft.com/office/drawing/2014/main" id="{6E6DA2E6-4D37-CFCA-CCDD-740846D582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0018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43C9F5D9-2E48-0AC7-6E11-DD9F22B1E76A}"/>
            </a:ext>
          </a:extLst>
        </p:cNvPr>
        <p:cNvGrpSpPr/>
        <p:nvPr/>
      </p:nvGrpSpPr>
      <p:grpSpPr>
        <a:xfrm>
          <a:off x="0" y="0"/>
          <a:ext cx="0" cy="0"/>
          <a:chOff x="0" y="0"/>
          <a:chExt cx="0" cy="0"/>
        </a:xfrm>
      </p:grpSpPr>
      <p:sp>
        <p:nvSpPr>
          <p:cNvPr id="237" name="Google Shape;237;g1eb205fd2b6_0_61:notes">
            <a:extLst>
              <a:ext uri="{FF2B5EF4-FFF2-40B4-BE49-F238E27FC236}">
                <a16:creationId xmlns:a16="http://schemas.microsoft.com/office/drawing/2014/main" id="{BAC10DB2-1FC3-D7F7-5396-190BF029DC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eb205fd2b6_0_61:notes">
            <a:extLst>
              <a:ext uri="{FF2B5EF4-FFF2-40B4-BE49-F238E27FC236}">
                <a16:creationId xmlns:a16="http://schemas.microsoft.com/office/drawing/2014/main" id="{B8A09F29-F83E-734D-9BB4-AA63E8752D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hlinkClick r:id="rId3"/>
              </a:rPr>
              <a:t>https://www.deviantart.com/basiceagles/art/Freighter-spaceship-concept-1033127474</a:t>
            </a:r>
            <a:r>
              <a:rPr lang="en-US"/>
              <a:t> </a:t>
            </a:r>
          </a:p>
        </p:txBody>
      </p:sp>
    </p:spTree>
    <p:extLst>
      <p:ext uri="{BB962C8B-B14F-4D97-AF65-F5344CB8AC3E}">
        <p14:creationId xmlns:p14="http://schemas.microsoft.com/office/powerpoint/2010/main" val="13164706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9C5DA41A-7135-D901-2B10-696B4AC0584C}"/>
            </a:ext>
          </a:extLst>
        </p:cNvPr>
        <p:cNvGrpSpPr/>
        <p:nvPr/>
      </p:nvGrpSpPr>
      <p:grpSpPr>
        <a:xfrm>
          <a:off x="0" y="0"/>
          <a:ext cx="0" cy="0"/>
          <a:chOff x="0" y="0"/>
          <a:chExt cx="0" cy="0"/>
        </a:xfrm>
      </p:grpSpPr>
      <p:sp>
        <p:nvSpPr>
          <p:cNvPr id="224" name="Google Shape;224;g1eb2014fdb4_1_44:notes">
            <a:extLst>
              <a:ext uri="{FF2B5EF4-FFF2-40B4-BE49-F238E27FC236}">
                <a16:creationId xmlns:a16="http://schemas.microsoft.com/office/drawing/2014/main" id="{86CF1470-28D2-D3A1-1100-0ADBD30A8A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eb2014fdb4_1_44:notes">
            <a:extLst>
              <a:ext uri="{FF2B5EF4-FFF2-40B4-BE49-F238E27FC236}">
                <a16:creationId xmlns:a16="http://schemas.microsoft.com/office/drawing/2014/main" id="{BBB0BAE6-BBDA-C5A0-82D1-FE0BBEC592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07555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4B9ADB71-2608-AB3E-60FE-B02729182380}"/>
            </a:ext>
          </a:extLst>
        </p:cNvPr>
        <p:cNvGrpSpPr/>
        <p:nvPr/>
      </p:nvGrpSpPr>
      <p:grpSpPr>
        <a:xfrm>
          <a:off x="0" y="0"/>
          <a:ext cx="0" cy="0"/>
          <a:chOff x="0" y="0"/>
          <a:chExt cx="0" cy="0"/>
        </a:xfrm>
      </p:grpSpPr>
      <p:sp>
        <p:nvSpPr>
          <p:cNvPr id="237" name="Google Shape;237;g1eb205fd2b6_0_61:notes">
            <a:extLst>
              <a:ext uri="{FF2B5EF4-FFF2-40B4-BE49-F238E27FC236}">
                <a16:creationId xmlns:a16="http://schemas.microsoft.com/office/drawing/2014/main" id="{13FD836B-09BB-5AE3-591B-265D3A4DEF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eb205fd2b6_0_61:notes">
            <a:extLst>
              <a:ext uri="{FF2B5EF4-FFF2-40B4-BE49-F238E27FC236}">
                <a16:creationId xmlns:a16="http://schemas.microsoft.com/office/drawing/2014/main" id="{4C858009-1F80-E61C-1FEF-CFEF562100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0043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E708BBEF-B21C-D1F7-99C6-F2998EA35829}"/>
            </a:ext>
          </a:extLst>
        </p:cNvPr>
        <p:cNvGrpSpPr/>
        <p:nvPr/>
      </p:nvGrpSpPr>
      <p:grpSpPr>
        <a:xfrm>
          <a:off x="0" y="0"/>
          <a:ext cx="0" cy="0"/>
          <a:chOff x="0" y="0"/>
          <a:chExt cx="0" cy="0"/>
        </a:xfrm>
      </p:grpSpPr>
      <p:sp>
        <p:nvSpPr>
          <p:cNvPr id="237" name="Google Shape;237;g1eb205fd2b6_0_61:notes">
            <a:extLst>
              <a:ext uri="{FF2B5EF4-FFF2-40B4-BE49-F238E27FC236}">
                <a16:creationId xmlns:a16="http://schemas.microsoft.com/office/drawing/2014/main" id="{A1CF7645-9224-6E90-913F-A86F846F09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eb205fd2b6_0_61:notes">
            <a:extLst>
              <a:ext uri="{FF2B5EF4-FFF2-40B4-BE49-F238E27FC236}">
                <a16:creationId xmlns:a16="http://schemas.microsoft.com/office/drawing/2014/main" id="{2B331882-6AEA-4448-91FA-4C0DAE2FFA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spc="0" dirty="0">
                <a:solidFill>
                  <a:srgbClr val="000000"/>
                </a:solidFill>
                <a:effectLst/>
                <a:latin typeface="Arial"/>
                <a:ea typeface="Arial"/>
                <a:cs typeface="Arial"/>
                <a:sym typeface="Arial"/>
              </a:rPr>
              <a:t>Image: MIT MARINA Project Team</a:t>
            </a:r>
          </a:p>
          <a:p>
            <a:pPr marL="0" lvl="0" indent="0" algn="l" rtl="0">
              <a:spcBef>
                <a:spcPts val="0"/>
              </a:spcBef>
              <a:spcAft>
                <a:spcPts val="0"/>
              </a:spcAft>
              <a:buNone/>
            </a:pPr>
            <a:r>
              <a:rPr lang="en-US" sz="1100" b="0" i="0" u="none" strike="noStrike" cap="none" spc="0" dirty="0">
                <a:solidFill>
                  <a:srgbClr val="000000"/>
                </a:solidFill>
                <a:effectLst/>
                <a:latin typeface="Arial"/>
                <a:cs typeface="Arial"/>
                <a:sym typeface="Arial"/>
              </a:rPr>
              <a:t>GIF: NASA Gateway Lunar Station https://www.nasa.gov/centers-and-facilities/johnson/lunar-near-rectilinear-halo-orbit-gateway/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latin typeface="Times New Roman"/>
                <a:cs typeface="Times New Roman"/>
              </a:rPr>
              <a:t>Self-sustaining in NRHO orbit providing amenities and food for 200 guests. Providing shared living and private luxury suites with constant scenic views of the Earth and the moon. Maintaining constant communication with the ground station on earth and the other lunar stations</a:t>
            </a:r>
          </a:p>
          <a:p>
            <a:pPr marL="0" lvl="0" indent="0" algn="l" rtl="0">
              <a:spcBef>
                <a:spcPts val="0"/>
              </a:spcBef>
              <a:spcAft>
                <a:spcPts val="0"/>
              </a:spcAft>
              <a:buNone/>
            </a:pPr>
            <a:r>
              <a:rPr lang="en-US" dirty="0"/>
              <a:t>- Connected to the COLOSAL</a:t>
            </a:r>
          </a:p>
        </p:txBody>
      </p:sp>
    </p:spTree>
    <p:extLst>
      <p:ext uri="{BB962C8B-B14F-4D97-AF65-F5344CB8AC3E}">
        <p14:creationId xmlns:p14="http://schemas.microsoft.com/office/powerpoint/2010/main" val="14429608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0B4678D0-762F-65DF-71A9-5918F1186D83}"/>
            </a:ext>
          </a:extLst>
        </p:cNvPr>
        <p:cNvGrpSpPr/>
        <p:nvPr/>
      </p:nvGrpSpPr>
      <p:grpSpPr>
        <a:xfrm>
          <a:off x="0" y="0"/>
          <a:ext cx="0" cy="0"/>
          <a:chOff x="0" y="0"/>
          <a:chExt cx="0" cy="0"/>
        </a:xfrm>
      </p:grpSpPr>
      <p:sp>
        <p:nvSpPr>
          <p:cNvPr id="237" name="Google Shape;237;g1eb205fd2b6_0_61:notes">
            <a:extLst>
              <a:ext uri="{FF2B5EF4-FFF2-40B4-BE49-F238E27FC236}">
                <a16:creationId xmlns:a16="http://schemas.microsoft.com/office/drawing/2014/main" id="{168216FE-75A7-49B1-6618-0CF2ED7B7D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eb205fd2b6_0_61:notes">
            <a:extLst>
              <a:ext uri="{FF2B5EF4-FFF2-40B4-BE49-F238E27FC236}">
                <a16:creationId xmlns:a16="http://schemas.microsoft.com/office/drawing/2014/main" id="{B1D4546B-FDB5-AB96-2AD9-02B322C34D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32010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EC0527F1-D27B-68A8-1673-BF6C27A5AE12}"/>
            </a:ext>
          </a:extLst>
        </p:cNvPr>
        <p:cNvGrpSpPr/>
        <p:nvPr/>
      </p:nvGrpSpPr>
      <p:grpSpPr>
        <a:xfrm>
          <a:off x="0" y="0"/>
          <a:ext cx="0" cy="0"/>
          <a:chOff x="0" y="0"/>
          <a:chExt cx="0" cy="0"/>
        </a:xfrm>
      </p:grpSpPr>
      <p:sp>
        <p:nvSpPr>
          <p:cNvPr id="237" name="Google Shape;237;g1eb205fd2b6_0_61:notes">
            <a:extLst>
              <a:ext uri="{FF2B5EF4-FFF2-40B4-BE49-F238E27FC236}">
                <a16:creationId xmlns:a16="http://schemas.microsoft.com/office/drawing/2014/main" id="{4567B555-E134-465B-DB42-828536A52C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eb205fd2b6_0_61:notes">
            <a:extLst>
              <a:ext uri="{FF2B5EF4-FFF2-40B4-BE49-F238E27FC236}">
                <a16:creationId xmlns:a16="http://schemas.microsoft.com/office/drawing/2014/main" id="{F2FCA94F-D074-09A1-C4D9-F0CEC6039F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19358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1eb205fd2b6_0_7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1eb205fd2b6_0_7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0"/>
        <p:cNvGrpSpPr/>
        <p:nvPr/>
      </p:nvGrpSpPr>
      <p:grpSpPr>
        <a:xfrm>
          <a:off x="0" y="0"/>
          <a:ext cx="0" cy="0"/>
          <a:chOff x="0" y="0"/>
          <a:chExt cx="0" cy="0"/>
        </a:xfrm>
      </p:grpSpPr>
      <p:sp>
        <p:nvSpPr>
          <p:cNvPr id="11" name="Google Shape;11;p2"/>
          <p:cNvSpPr/>
          <p:nvPr/>
        </p:nvSpPr>
        <p:spPr>
          <a:xfrm>
            <a:off x="1771650" y="1043125"/>
            <a:ext cx="8648700" cy="39276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12" name="Google Shape;12;p2"/>
          <p:cNvSpPr txBox="1">
            <a:spLocks noGrp="1"/>
          </p:cNvSpPr>
          <p:nvPr>
            <p:ph type="ctrTitle"/>
          </p:nvPr>
        </p:nvSpPr>
        <p:spPr>
          <a:xfrm>
            <a:off x="1771650" y="1880125"/>
            <a:ext cx="8648700" cy="2253600"/>
          </a:xfrm>
          <a:prstGeom prst="rect">
            <a:avLst/>
          </a:prstGeom>
        </p:spPr>
        <p:txBody>
          <a:bodyPr spcFirstLastPara="1" wrap="square" lIns="121900" tIns="121900" rIns="121900" bIns="121900" anchor="ctr" anchorCtr="0">
            <a:normAutofit/>
          </a:bodyPr>
          <a:lstStyle>
            <a:lvl1pPr lvl="0" algn="ctr">
              <a:spcBef>
                <a:spcPts val="0"/>
              </a:spcBef>
              <a:spcAft>
                <a:spcPts val="0"/>
              </a:spcAft>
              <a:buClr>
                <a:schemeClr val="lt1"/>
              </a:buClr>
              <a:buSzPts val="6900"/>
              <a:buNone/>
              <a:defRPr sz="5510">
                <a:solidFill>
                  <a:schemeClr val="lt1"/>
                </a:solidFill>
              </a:defRPr>
            </a:lvl1pPr>
            <a:lvl2pPr lvl="1" algn="ctr">
              <a:spcBef>
                <a:spcPts val="0"/>
              </a:spcBef>
              <a:spcAft>
                <a:spcPts val="0"/>
              </a:spcAft>
              <a:buClr>
                <a:schemeClr val="lt1"/>
              </a:buClr>
              <a:buSzPts val="6900"/>
              <a:buNone/>
              <a:defRPr sz="6900">
                <a:solidFill>
                  <a:schemeClr val="lt1"/>
                </a:solidFill>
              </a:defRPr>
            </a:lvl2pPr>
            <a:lvl3pPr lvl="2" algn="ctr">
              <a:spcBef>
                <a:spcPts val="0"/>
              </a:spcBef>
              <a:spcAft>
                <a:spcPts val="0"/>
              </a:spcAft>
              <a:buClr>
                <a:schemeClr val="lt1"/>
              </a:buClr>
              <a:buSzPts val="6900"/>
              <a:buNone/>
              <a:defRPr sz="6900">
                <a:solidFill>
                  <a:schemeClr val="lt1"/>
                </a:solidFill>
              </a:defRPr>
            </a:lvl3pPr>
            <a:lvl4pPr lvl="3" algn="ctr">
              <a:spcBef>
                <a:spcPts val="0"/>
              </a:spcBef>
              <a:spcAft>
                <a:spcPts val="0"/>
              </a:spcAft>
              <a:buClr>
                <a:schemeClr val="lt1"/>
              </a:buClr>
              <a:buSzPts val="6900"/>
              <a:buNone/>
              <a:defRPr sz="6900">
                <a:solidFill>
                  <a:schemeClr val="lt1"/>
                </a:solidFill>
              </a:defRPr>
            </a:lvl4pPr>
            <a:lvl5pPr lvl="4" algn="ctr">
              <a:spcBef>
                <a:spcPts val="0"/>
              </a:spcBef>
              <a:spcAft>
                <a:spcPts val="0"/>
              </a:spcAft>
              <a:buClr>
                <a:schemeClr val="lt1"/>
              </a:buClr>
              <a:buSzPts val="6900"/>
              <a:buNone/>
              <a:defRPr sz="6900">
                <a:solidFill>
                  <a:schemeClr val="lt1"/>
                </a:solidFill>
              </a:defRPr>
            </a:lvl5pPr>
            <a:lvl6pPr lvl="5" algn="ctr">
              <a:spcBef>
                <a:spcPts val="0"/>
              </a:spcBef>
              <a:spcAft>
                <a:spcPts val="0"/>
              </a:spcAft>
              <a:buClr>
                <a:schemeClr val="lt1"/>
              </a:buClr>
              <a:buSzPts val="6900"/>
              <a:buNone/>
              <a:defRPr sz="6900">
                <a:solidFill>
                  <a:schemeClr val="lt1"/>
                </a:solidFill>
              </a:defRPr>
            </a:lvl6pPr>
            <a:lvl7pPr lvl="6" algn="ctr">
              <a:spcBef>
                <a:spcPts val="0"/>
              </a:spcBef>
              <a:spcAft>
                <a:spcPts val="0"/>
              </a:spcAft>
              <a:buClr>
                <a:schemeClr val="lt1"/>
              </a:buClr>
              <a:buSzPts val="6900"/>
              <a:buNone/>
              <a:defRPr sz="6900">
                <a:solidFill>
                  <a:schemeClr val="lt1"/>
                </a:solidFill>
              </a:defRPr>
            </a:lvl7pPr>
            <a:lvl8pPr lvl="7" algn="ctr">
              <a:spcBef>
                <a:spcPts val="0"/>
              </a:spcBef>
              <a:spcAft>
                <a:spcPts val="0"/>
              </a:spcAft>
              <a:buClr>
                <a:schemeClr val="lt1"/>
              </a:buClr>
              <a:buSzPts val="6900"/>
              <a:buNone/>
              <a:defRPr sz="6900">
                <a:solidFill>
                  <a:schemeClr val="lt1"/>
                </a:solidFill>
              </a:defRPr>
            </a:lvl8pPr>
            <a:lvl9pPr lvl="8" algn="ctr">
              <a:spcBef>
                <a:spcPts val="0"/>
              </a:spcBef>
              <a:spcAft>
                <a:spcPts val="0"/>
              </a:spcAft>
              <a:buClr>
                <a:schemeClr val="lt1"/>
              </a:buClr>
              <a:buSzPts val="6900"/>
              <a:buNone/>
              <a:defRPr sz="6900">
                <a:solidFill>
                  <a:schemeClr val="lt1"/>
                </a:solidFill>
              </a:defRPr>
            </a:lvl9pPr>
          </a:lstStyle>
          <a:p>
            <a:endParaRPr/>
          </a:p>
        </p:txBody>
      </p:sp>
      <p:sp>
        <p:nvSpPr>
          <p:cNvPr id="13" name="Google Shape;13;p2"/>
          <p:cNvSpPr txBox="1">
            <a:spLocks noGrp="1"/>
          </p:cNvSpPr>
          <p:nvPr>
            <p:ph type="subTitle" idx="1"/>
          </p:nvPr>
        </p:nvSpPr>
        <p:spPr>
          <a:xfrm>
            <a:off x="2086950" y="5336075"/>
            <a:ext cx="8018100" cy="478800"/>
          </a:xfrm>
          <a:prstGeom prst="rect">
            <a:avLst/>
          </a:prstGeom>
        </p:spPr>
        <p:txBody>
          <a:bodyPr spcFirstLastPara="1" wrap="square" lIns="121900" tIns="121900" rIns="121900" bIns="121900" anchor="t" anchorCtr="0">
            <a:normAutofit/>
          </a:bodyPr>
          <a:lstStyle>
            <a:lvl1pPr lvl="0" algn="ctr">
              <a:lnSpc>
                <a:spcPct val="80000"/>
              </a:lnSpc>
              <a:spcBef>
                <a:spcPts val="0"/>
              </a:spcBef>
              <a:spcAft>
                <a:spcPts val="0"/>
              </a:spcAft>
              <a:buClr>
                <a:schemeClr val="lt1"/>
              </a:buClr>
              <a:buSzPts val="3700"/>
              <a:buNone/>
              <a:defRPr sz="1500">
                <a:solidFill>
                  <a:schemeClr val="lt1"/>
                </a:solidFill>
                <a:latin typeface="Poppins"/>
                <a:ea typeface="Poppins"/>
                <a:cs typeface="Poppins"/>
                <a:sym typeface="Poppins"/>
              </a:defRPr>
            </a:lvl1pPr>
            <a:lvl2pPr lvl="1" algn="ctr">
              <a:lnSpc>
                <a:spcPct val="100000"/>
              </a:lnSpc>
              <a:spcBef>
                <a:spcPts val="0"/>
              </a:spcBef>
              <a:spcAft>
                <a:spcPts val="0"/>
              </a:spcAft>
              <a:buClr>
                <a:schemeClr val="lt1"/>
              </a:buClr>
              <a:buSzPts val="3700"/>
              <a:buNone/>
              <a:defRPr sz="3700">
                <a:solidFill>
                  <a:schemeClr val="lt1"/>
                </a:solidFill>
              </a:defRPr>
            </a:lvl2pPr>
            <a:lvl3pPr lvl="2" algn="ctr">
              <a:lnSpc>
                <a:spcPct val="100000"/>
              </a:lnSpc>
              <a:spcBef>
                <a:spcPts val="0"/>
              </a:spcBef>
              <a:spcAft>
                <a:spcPts val="0"/>
              </a:spcAft>
              <a:buClr>
                <a:schemeClr val="lt1"/>
              </a:buClr>
              <a:buSzPts val="3700"/>
              <a:buNone/>
              <a:defRPr sz="3700">
                <a:solidFill>
                  <a:schemeClr val="lt1"/>
                </a:solidFill>
              </a:defRPr>
            </a:lvl3pPr>
            <a:lvl4pPr lvl="3" algn="ctr">
              <a:lnSpc>
                <a:spcPct val="100000"/>
              </a:lnSpc>
              <a:spcBef>
                <a:spcPts val="0"/>
              </a:spcBef>
              <a:spcAft>
                <a:spcPts val="0"/>
              </a:spcAft>
              <a:buClr>
                <a:schemeClr val="lt1"/>
              </a:buClr>
              <a:buSzPts val="3700"/>
              <a:buNone/>
              <a:defRPr sz="3700">
                <a:solidFill>
                  <a:schemeClr val="lt1"/>
                </a:solidFill>
              </a:defRPr>
            </a:lvl4pPr>
            <a:lvl5pPr lvl="4" algn="ctr">
              <a:lnSpc>
                <a:spcPct val="100000"/>
              </a:lnSpc>
              <a:spcBef>
                <a:spcPts val="0"/>
              </a:spcBef>
              <a:spcAft>
                <a:spcPts val="0"/>
              </a:spcAft>
              <a:buClr>
                <a:schemeClr val="lt1"/>
              </a:buClr>
              <a:buSzPts val="3700"/>
              <a:buNone/>
              <a:defRPr sz="3700">
                <a:solidFill>
                  <a:schemeClr val="lt1"/>
                </a:solidFill>
              </a:defRPr>
            </a:lvl5pPr>
            <a:lvl6pPr lvl="5" algn="ctr">
              <a:lnSpc>
                <a:spcPct val="100000"/>
              </a:lnSpc>
              <a:spcBef>
                <a:spcPts val="0"/>
              </a:spcBef>
              <a:spcAft>
                <a:spcPts val="0"/>
              </a:spcAft>
              <a:buClr>
                <a:schemeClr val="lt1"/>
              </a:buClr>
              <a:buSzPts val="3700"/>
              <a:buNone/>
              <a:defRPr sz="3700">
                <a:solidFill>
                  <a:schemeClr val="lt1"/>
                </a:solidFill>
              </a:defRPr>
            </a:lvl6pPr>
            <a:lvl7pPr lvl="6" algn="ctr">
              <a:lnSpc>
                <a:spcPct val="100000"/>
              </a:lnSpc>
              <a:spcBef>
                <a:spcPts val="0"/>
              </a:spcBef>
              <a:spcAft>
                <a:spcPts val="0"/>
              </a:spcAft>
              <a:buClr>
                <a:schemeClr val="lt1"/>
              </a:buClr>
              <a:buSzPts val="3700"/>
              <a:buNone/>
              <a:defRPr sz="3700">
                <a:solidFill>
                  <a:schemeClr val="lt1"/>
                </a:solidFill>
              </a:defRPr>
            </a:lvl7pPr>
            <a:lvl8pPr lvl="7" algn="ctr">
              <a:lnSpc>
                <a:spcPct val="100000"/>
              </a:lnSpc>
              <a:spcBef>
                <a:spcPts val="0"/>
              </a:spcBef>
              <a:spcAft>
                <a:spcPts val="0"/>
              </a:spcAft>
              <a:buClr>
                <a:schemeClr val="lt1"/>
              </a:buClr>
              <a:buSzPts val="3700"/>
              <a:buNone/>
              <a:defRPr sz="3700">
                <a:solidFill>
                  <a:schemeClr val="lt1"/>
                </a:solidFill>
              </a:defRPr>
            </a:lvl8pPr>
            <a:lvl9pPr lvl="8" algn="ctr">
              <a:lnSpc>
                <a:spcPct val="100000"/>
              </a:lnSpc>
              <a:spcBef>
                <a:spcPts val="0"/>
              </a:spcBef>
              <a:spcAft>
                <a:spcPts val="0"/>
              </a:spcAft>
              <a:buClr>
                <a:schemeClr val="lt1"/>
              </a:buClr>
              <a:buSzPts val="3700"/>
              <a:buNone/>
              <a:defRPr sz="3700">
                <a:solidFill>
                  <a:schemeClr val="lt1"/>
                </a:solidFill>
              </a:defRPr>
            </a:lvl9pPr>
          </a:lstStyle>
          <a:p>
            <a:endParaRPr/>
          </a:p>
        </p:txBody>
      </p:sp>
      <p:sp>
        <p:nvSpPr>
          <p:cNvPr id="14" name="Google Shape;14;p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sp>
        <p:nvSpPr>
          <p:cNvPr id="16" name="Google Shape;16;p3"/>
          <p:cNvSpPr/>
          <p:nvPr/>
        </p:nvSpPr>
        <p:spPr>
          <a:xfrm>
            <a:off x="1007850" y="901089"/>
            <a:ext cx="10176300" cy="43038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17" name="Google Shape;17;p3"/>
          <p:cNvSpPr txBox="1">
            <a:spLocks noGrp="1"/>
          </p:cNvSpPr>
          <p:nvPr>
            <p:ph type="title"/>
          </p:nvPr>
        </p:nvSpPr>
        <p:spPr>
          <a:xfrm>
            <a:off x="1983450" y="2215675"/>
            <a:ext cx="8225100" cy="1243500"/>
          </a:xfrm>
          <a:prstGeom prst="rect">
            <a:avLst/>
          </a:prstGeom>
        </p:spPr>
        <p:txBody>
          <a:bodyPr spcFirstLastPara="1" wrap="square" lIns="121900" tIns="121900" rIns="121900" bIns="121900" anchor="ctr" anchorCtr="0">
            <a:normAutofit/>
          </a:bodyPr>
          <a:lstStyle>
            <a:lvl1pPr lvl="0">
              <a:spcBef>
                <a:spcPts val="0"/>
              </a:spcBef>
              <a:spcAft>
                <a:spcPts val="0"/>
              </a:spcAft>
              <a:buClr>
                <a:schemeClr val="lt1"/>
              </a:buClr>
              <a:buSzPts val="4800"/>
              <a:buNone/>
              <a:defRPr sz="452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a:endParaRPr/>
          </a:p>
        </p:txBody>
      </p:sp>
      <p:sp>
        <p:nvSpPr>
          <p:cNvPr id="18" name="Google Shape;18;p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 name="Google Shape;19;p3"/>
          <p:cNvSpPr txBox="1">
            <a:spLocks noGrp="1"/>
          </p:cNvSpPr>
          <p:nvPr>
            <p:ph type="body" idx="1"/>
          </p:nvPr>
        </p:nvSpPr>
        <p:spPr>
          <a:xfrm>
            <a:off x="1983450" y="3414175"/>
            <a:ext cx="8225100" cy="930900"/>
          </a:xfrm>
          <a:prstGeom prst="rect">
            <a:avLst/>
          </a:prstGeom>
        </p:spPr>
        <p:txBody>
          <a:bodyPr spcFirstLastPara="1" wrap="square" lIns="121900" tIns="121900" rIns="121900" bIns="121900" anchor="t" anchorCtr="0">
            <a:normAutofit/>
          </a:bodyPr>
          <a:lstStyle>
            <a:lvl1pPr marL="457200" lvl="0" indent="-330200" rtl="0">
              <a:spcBef>
                <a:spcPts val="0"/>
              </a:spcBef>
              <a:spcAft>
                <a:spcPts val="0"/>
              </a:spcAft>
              <a:buClr>
                <a:schemeClr val="lt1"/>
              </a:buClr>
              <a:buSzPts val="1600"/>
              <a:buChar char="●"/>
              <a:defRPr>
                <a:solidFill>
                  <a:schemeClr val="lt1"/>
                </a:solidFill>
              </a:defRPr>
            </a:lvl1pPr>
            <a:lvl2pPr marL="914400" lvl="1" indent="-330200" algn="ctr" rtl="0">
              <a:spcBef>
                <a:spcPts val="0"/>
              </a:spcBef>
              <a:spcAft>
                <a:spcPts val="0"/>
              </a:spcAft>
              <a:buClr>
                <a:schemeClr val="lt1"/>
              </a:buClr>
              <a:buSzPts val="1600"/>
              <a:buChar char="○"/>
              <a:defRPr>
                <a:solidFill>
                  <a:schemeClr val="lt1"/>
                </a:solidFill>
              </a:defRPr>
            </a:lvl2pPr>
            <a:lvl3pPr marL="1371600" lvl="2" indent="-330200" algn="ctr" rtl="0">
              <a:spcBef>
                <a:spcPts val="0"/>
              </a:spcBef>
              <a:spcAft>
                <a:spcPts val="0"/>
              </a:spcAft>
              <a:buClr>
                <a:schemeClr val="lt1"/>
              </a:buClr>
              <a:buSzPts val="1600"/>
              <a:buChar char="■"/>
              <a:defRPr>
                <a:solidFill>
                  <a:schemeClr val="lt1"/>
                </a:solidFill>
              </a:defRPr>
            </a:lvl3pPr>
            <a:lvl4pPr marL="1828800" lvl="3" indent="-330200" algn="ctr" rtl="0">
              <a:spcBef>
                <a:spcPts val="0"/>
              </a:spcBef>
              <a:spcAft>
                <a:spcPts val="0"/>
              </a:spcAft>
              <a:buClr>
                <a:schemeClr val="lt1"/>
              </a:buClr>
              <a:buSzPts val="1600"/>
              <a:buChar char="●"/>
              <a:defRPr>
                <a:solidFill>
                  <a:schemeClr val="lt1"/>
                </a:solidFill>
              </a:defRPr>
            </a:lvl4pPr>
            <a:lvl5pPr marL="2286000" lvl="4" indent="-330200" algn="ctr" rtl="0">
              <a:spcBef>
                <a:spcPts val="0"/>
              </a:spcBef>
              <a:spcAft>
                <a:spcPts val="0"/>
              </a:spcAft>
              <a:buClr>
                <a:schemeClr val="lt1"/>
              </a:buClr>
              <a:buSzPts val="1600"/>
              <a:buChar char="○"/>
              <a:defRPr>
                <a:solidFill>
                  <a:schemeClr val="lt1"/>
                </a:solidFill>
              </a:defRPr>
            </a:lvl5pPr>
            <a:lvl6pPr marL="2743200" lvl="5" indent="-330200" algn="ctr" rtl="0">
              <a:spcBef>
                <a:spcPts val="0"/>
              </a:spcBef>
              <a:spcAft>
                <a:spcPts val="0"/>
              </a:spcAft>
              <a:buClr>
                <a:schemeClr val="lt1"/>
              </a:buClr>
              <a:buSzPts val="1600"/>
              <a:buChar char="■"/>
              <a:defRPr>
                <a:solidFill>
                  <a:schemeClr val="lt1"/>
                </a:solidFill>
              </a:defRPr>
            </a:lvl6pPr>
            <a:lvl7pPr marL="3200400" lvl="6" indent="-330200" algn="ctr" rtl="0">
              <a:spcBef>
                <a:spcPts val="0"/>
              </a:spcBef>
              <a:spcAft>
                <a:spcPts val="0"/>
              </a:spcAft>
              <a:buClr>
                <a:schemeClr val="lt1"/>
              </a:buClr>
              <a:buSzPts val="1600"/>
              <a:buChar char="●"/>
              <a:defRPr>
                <a:solidFill>
                  <a:schemeClr val="lt1"/>
                </a:solidFill>
              </a:defRPr>
            </a:lvl7pPr>
            <a:lvl8pPr marL="3657600" lvl="7" indent="-330200" algn="ctr" rtl="0">
              <a:spcBef>
                <a:spcPts val="0"/>
              </a:spcBef>
              <a:spcAft>
                <a:spcPts val="0"/>
              </a:spcAft>
              <a:buClr>
                <a:schemeClr val="lt1"/>
              </a:buClr>
              <a:buSzPts val="1600"/>
              <a:buChar char="○"/>
              <a:defRPr>
                <a:solidFill>
                  <a:schemeClr val="lt1"/>
                </a:solidFill>
              </a:defRPr>
            </a:lvl8pPr>
            <a:lvl9pPr marL="4114800" lvl="8" indent="-330200" algn="ctr" rtl="0">
              <a:spcBef>
                <a:spcPts val="0"/>
              </a:spcBef>
              <a:spcAft>
                <a:spcPts val="0"/>
              </a:spcAft>
              <a:buClr>
                <a:schemeClr val="lt1"/>
              </a:buClr>
              <a:buSzPts val="1600"/>
              <a:buChar char="■"/>
              <a:defRPr>
                <a:solidFill>
                  <a:schemeClr val="lt1"/>
                </a:solidFill>
              </a:defRPr>
            </a:lvl9pPr>
          </a:lstStyle>
          <a:p>
            <a:endParaRPr/>
          </a:p>
        </p:txBody>
      </p:sp>
      <p:sp>
        <p:nvSpPr>
          <p:cNvPr id="20" name="Google Shape;20;p3"/>
          <p:cNvSpPr/>
          <p:nvPr/>
        </p:nvSpPr>
        <p:spPr>
          <a:xfrm>
            <a:off x="1007855" y="5490700"/>
            <a:ext cx="10176300" cy="466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grpSp>
        <p:nvGrpSpPr>
          <p:cNvPr id="21" name="Google Shape;21;p3"/>
          <p:cNvGrpSpPr/>
          <p:nvPr/>
        </p:nvGrpSpPr>
        <p:grpSpPr>
          <a:xfrm>
            <a:off x="10716438" y="5490700"/>
            <a:ext cx="467700" cy="466200"/>
            <a:chOff x="10716438" y="5490700"/>
            <a:chExt cx="467700" cy="466200"/>
          </a:xfrm>
        </p:grpSpPr>
        <p:sp>
          <p:nvSpPr>
            <p:cNvPr id="22" name="Google Shape;22;p3"/>
            <p:cNvSpPr/>
            <p:nvPr/>
          </p:nvSpPr>
          <p:spPr>
            <a:xfrm>
              <a:off x="10716438" y="5490700"/>
              <a:ext cx="467700" cy="466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sp>
          <p:nvSpPr>
            <p:cNvPr id="23" name="Google Shape;23;p3"/>
            <p:cNvSpPr/>
            <p:nvPr/>
          </p:nvSpPr>
          <p:spPr>
            <a:xfrm>
              <a:off x="10867764" y="559121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4"/>
          <p:cNvSpPr/>
          <p:nvPr/>
        </p:nvSpPr>
        <p:spPr>
          <a:xfrm>
            <a:off x="1373700" y="1949438"/>
            <a:ext cx="9444600" cy="39276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26" name="Google Shape;26;p4"/>
          <p:cNvSpPr txBox="1">
            <a:spLocks noGrp="1"/>
          </p:cNvSpPr>
          <p:nvPr>
            <p:ph type="title"/>
          </p:nvPr>
        </p:nvSpPr>
        <p:spPr>
          <a:xfrm>
            <a:off x="1373700" y="980963"/>
            <a:ext cx="9444600" cy="763500"/>
          </a:xfrm>
          <a:prstGeom prst="rect">
            <a:avLst/>
          </a:prstGeom>
          <a:solidFill>
            <a:schemeClr val="dk1"/>
          </a:solidFill>
        </p:spPr>
        <p:txBody>
          <a:bodyPr spcFirstLastPara="1" wrap="square" lIns="121900" tIns="121900" rIns="121900" bIns="121900" anchor="t" anchorCtr="0">
            <a:normAutofit/>
          </a:bodyPr>
          <a:lstStyle>
            <a:lvl1pPr lvl="0" algn="ctr">
              <a:spcBef>
                <a:spcPts val="0"/>
              </a:spcBef>
              <a:spcAft>
                <a:spcPts val="0"/>
              </a:spcAft>
              <a:buSzPts val="3600"/>
              <a:buNone/>
              <a:defRPr sz="3640">
                <a:solidFill>
                  <a:schemeClr val="lt1"/>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7" name="Google Shape;27;p4"/>
          <p:cNvSpPr txBox="1">
            <a:spLocks noGrp="1"/>
          </p:cNvSpPr>
          <p:nvPr>
            <p:ph type="body" idx="1"/>
          </p:nvPr>
        </p:nvSpPr>
        <p:spPr>
          <a:xfrm>
            <a:off x="2005575" y="2808513"/>
            <a:ext cx="8180700" cy="26352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28" name="Google Shape;28;p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ix boxes">
  <p:cSld name="CUSTOM">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15625" y="701750"/>
            <a:ext cx="11360700" cy="763500"/>
          </a:xfrm>
          <a:prstGeom prst="rect">
            <a:avLst/>
          </a:prstGeom>
          <a:solidFill>
            <a:schemeClr val="dk1"/>
          </a:solidFill>
        </p:spPr>
        <p:txBody>
          <a:bodyPr spcFirstLastPara="1" wrap="square" lIns="121900" tIns="121900" rIns="121900" bIns="121900" anchor="t" anchorCtr="0">
            <a:normAutofit/>
          </a:bodyPr>
          <a:lstStyle>
            <a:lvl1pPr lvl="0" algn="ctr">
              <a:spcBef>
                <a:spcPts val="0"/>
              </a:spcBef>
              <a:spcAft>
                <a:spcPts val="0"/>
              </a:spcAft>
              <a:buSzPts val="3600"/>
              <a:buNone/>
              <a:defRPr>
                <a:solidFill>
                  <a:schemeClr val="lt1"/>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1" name="Google Shape;31;p5"/>
          <p:cNvSpPr txBox="1">
            <a:spLocks noGrp="1"/>
          </p:cNvSpPr>
          <p:nvPr>
            <p:ph type="subTitle" idx="1"/>
          </p:nvPr>
        </p:nvSpPr>
        <p:spPr>
          <a:xfrm>
            <a:off x="415613" y="1816450"/>
            <a:ext cx="36084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lvl="0" rtl="0">
              <a:lnSpc>
                <a:spcPct val="80000"/>
              </a:lnSpc>
              <a:spcBef>
                <a:spcPts val="0"/>
              </a:spcBef>
              <a:spcAft>
                <a:spcPts val="0"/>
              </a:spcAft>
              <a:buSzPts val="2800"/>
              <a:buNone/>
              <a:defRPr b="1">
                <a:latin typeface="Poppins"/>
                <a:ea typeface="Poppins"/>
                <a:cs typeface="Poppins"/>
                <a:sym typeface="Poppi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2" name="Google Shape;32;p5"/>
          <p:cNvSpPr txBox="1">
            <a:spLocks noGrp="1"/>
          </p:cNvSpPr>
          <p:nvPr>
            <p:ph type="body" idx="2"/>
          </p:nvPr>
        </p:nvSpPr>
        <p:spPr>
          <a:xfrm>
            <a:off x="415633" y="2482431"/>
            <a:ext cx="3608400" cy="12978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33" name="Google Shape;33;p5"/>
          <p:cNvSpPr txBox="1">
            <a:spLocks noGrp="1"/>
          </p:cNvSpPr>
          <p:nvPr>
            <p:ph type="subTitle" idx="3"/>
          </p:nvPr>
        </p:nvSpPr>
        <p:spPr>
          <a:xfrm>
            <a:off x="4291794" y="1816450"/>
            <a:ext cx="36084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lvl="0" rtl="0">
              <a:lnSpc>
                <a:spcPct val="80000"/>
              </a:lnSpc>
              <a:spcBef>
                <a:spcPts val="0"/>
              </a:spcBef>
              <a:spcAft>
                <a:spcPts val="0"/>
              </a:spcAft>
              <a:buSzPts val="2800"/>
              <a:buNone/>
              <a:defRPr b="1">
                <a:latin typeface="Poppins"/>
                <a:ea typeface="Poppins"/>
                <a:cs typeface="Poppins"/>
                <a:sym typeface="Poppi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4" name="Google Shape;34;p5"/>
          <p:cNvSpPr txBox="1">
            <a:spLocks noGrp="1"/>
          </p:cNvSpPr>
          <p:nvPr>
            <p:ph type="body" idx="4"/>
          </p:nvPr>
        </p:nvSpPr>
        <p:spPr>
          <a:xfrm>
            <a:off x="4291820" y="2482431"/>
            <a:ext cx="3608400" cy="12978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35" name="Google Shape;35;p5"/>
          <p:cNvSpPr txBox="1">
            <a:spLocks noGrp="1"/>
          </p:cNvSpPr>
          <p:nvPr>
            <p:ph type="subTitle" idx="5"/>
          </p:nvPr>
        </p:nvSpPr>
        <p:spPr>
          <a:xfrm>
            <a:off x="8168001" y="1816450"/>
            <a:ext cx="36084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lvl="0" rtl="0">
              <a:lnSpc>
                <a:spcPct val="80000"/>
              </a:lnSpc>
              <a:spcBef>
                <a:spcPts val="0"/>
              </a:spcBef>
              <a:spcAft>
                <a:spcPts val="0"/>
              </a:spcAft>
              <a:buSzPts val="2800"/>
              <a:buNone/>
              <a:defRPr b="1">
                <a:latin typeface="Poppins"/>
                <a:ea typeface="Poppins"/>
                <a:cs typeface="Poppins"/>
                <a:sym typeface="Poppi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6" name="Google Shape;36;p5"/>
          <p:cNvSpPr txBox="1">
            <a:spLocks noGrp="1"/>
          </p:cNvSpPr>
          <p:nvPr>
            <p:ph type="body" idx="6"/>
          </p:nvPr>
        </p:nvSpPr>
        <p:spPr>
          <a:xfrm>
            <a:off x="8168032" y="2482431"/>
            <a:ext cx="3608400" cy="12978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37" name="Google Shape;37;p5"/>
          <p:cNvSpPr txBox="1">
            <a:spLocks noGrp="1"/>
          </p:cNvSpPr>
          <p:nvPr>
            <p:ph type="subTitle" idx="7"/>
          </p:nvPr>
        </p:nvSpPr>
        <p:spPr>
          <a:xfrm>
            <a:off x="415550" y="4128745"/>
            <a:ext cx="36084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lvl="0" rtl="0">
              <a:lnSpc>
                <a:spcPct val="80000"/>
              </a:lnSpc>
              <a:spcBef>
                <a:spcPts val="0"/>
              </a:spcBef>
              <a:spcAft>
                <a:spcPts val="0"/>
              </a:spcAft>
              <a:buSzPts val="2800"/>
              <a:buNone/>
              <a:defRPr b="1">
                <a:latin typeface="Poppins"/>
                <a:ea typeface="Poppins"/>
                <a:cs typeface="Poppins"/>
                <a:sym typeface="Poppi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8" name="Google Shape;38;p5"/>
          <p:cNvSpPr txBox="1">
            <a:spLocks noGrp="1"/>
          </p:cNvSpPr>
          <p:nvPr>
            <p:ph type="body" idx="8"/>
          </p:nvPr>
        </p:nvSpPr>
        <p:spPr>
          <a:xfrm>
            <a:off x="415546" y="4858456"/>
            <a:ext cx="3608400" cy="12978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39" name="Google Shape;39;p5"/>
          <p:cNvSpPr txBox="1">
            <a:spLocks noGrp="1"/>
          </p:cNvSpPr>
          <p:nvPr>
            <p:ph type="subTitle" idx="9"/>
          </p:nvPr>
        </p:nvSpPr>
        <p:spPr>
          <a:xfrm>
            <a:off x="4291732" y="4128745"/>
            <a:ext cx="36084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lvl="0" rtl="0">
              <a:lnSpc>
                <a:spcPct val="80000"/>
              </a:lnSpc>
              <a:spcBef>
                <a:spcPts val="0"/>
              </a:spcBef>
              <a:spcAft>
                <a:spcPts val="0"/>
              </a:spcAft>
              <a:buSzPts val="2800"/>
              <a:buNone/>
              <a:defRPr b="1">
                <a:latin typeface="Poppins"/>
                <a:ea typeface="Poppins"/>
                <a:cs typeface="Poppins"/>
                <a:sym typeface="Poppi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0" name="Google Shape;40;p5"/>
          <p:cNvSpPr txBox="1">
            <a:spLocks noGrp="1"/>
          </p:cNvSpPr>
          <p:nvPr>
            <p:ph type="body" idx="13"/>
          </p:nvPr>
        </p:nvSpPr>
        <p:spPr>
          <a:xfrm>
            <a:off x="4291733" y="4858456"/>
            <a:ext cx="3608400" cy="12978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41" name="Google Shape;41;p5"/>
          <p:cNvSpPr txBox="1">
            <a:spLocks noGrp="1"/>
          </p:cNvSpPr>
          <p:nvPr>
            <p:ph type="subTitle" idx="14"/>
          </p:nvPr>
        </p:nvSpPr>
        <p:spPr>
          <a:xfrm>
            <a:off x="8167939" y="4128745"/>
            <a:ext cx="36084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lvl="0" rtl="0">
              <a:lnSpc>
                <a:spcPct val="80000"/>
              </a:lnSpc>
              <a:spcBef>
                <a:spcPts val="0"/>
              </a:spcBef>
              <a:spcAft>
                <a:spcPts val="0"/>
              </a:spcAft>
              <a:buSzPts val="2800"/>
              <a:buNone/>
              <a:defRPr b="1">
                <a:latin typeface="Poppins"/>
                <a:ea typeface="Poppins"/>
                <a:cs typeface="Poppins"/>
                <a:sym typeface="Poppi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2" name="Google Shape;42;p5"/>
          <p:cNvSpPr txBox="1">
            <a:spLocks noGrp="1"/>
          </p:cNvSpPr>
          <p:nvPr>
            <p:ph type="body" idx="15"/>
          </p:nvPr>
        </p:nvSpPr>
        <p:spPr>
          <a:xfrm>
            <a:off x="8167945" y="4858456"/>
            <a:ext cx="3608400" cy="12978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ubtitle and text">
  <p:cSld name="CUSTOM_2">
    <p:bg>
      <p:bgPr>
        <a:solidFill>
          <a:schemeClr val="dk1"/>
        </a:solidFill>
        <a:effectLst/>
      </p:bgPr>
    </p:bg>
    <p:spTree>
      <p:nvGrpSpPr>
        <p:cNvPr id="1" name="Shape 43"/>
        <p:cNvGrpSpPr/>
        <p:nvPr/>
      </p:nvGrpSpPr>
      <p:grpSpPr>
        <a:xfrm>
          <a:off x="0" y="0"/>
          <a:ext cx="0" cy="0"/>
          <a:chOff x="0" y="0"/>
          <a:chExt cx="0" cy="0"/>
        </a:xfrm>
      </p:grpSpPr>
      <p:sp>
        <p:nvSpPr>
          <p:cNvPr id="44" name="Google Shape;44;p6"/>
          <p:cNvSpPr/>
          <p:nvPr/>
        </p:nvSpPr>
        <p:spPr>
          <a:xfrm>
            <a:off x="1771650" y="852300"/>
            <a:ext cx="8648700" cy="5153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45" name="Google Shape;45;p6"/>
          <p:cNvSpPr txBox="1">
            <a:spLocks noGrp="1"/>
          </p:cNvSpPr>
          <p:nvPr>
            <p:ph type="title"/>
          </p:nvPr>
        </p:nvSpPr>
        <p:spPr>
          <a:xfrm>
            <a:off x="1780650" y="1351650"/>
            <a:ext cx="8638800" cy="1753500"/>
          </a:xfrm>
          <a:prstGeom prst="rect">
            <a:avLst/>
          </a:prstGeom>
        </p:spPr>
        <p:txBody>
          <a:bodyPr spcFirstLastPara="1" wrap="square" lIns="121900" tIns="121900" rIns="121900" bIns="121900" anchor="t" anchorCtr="0">
            <a:normAutofit/>
          </a:bodyPr>
          <a:lstStyle>
            <a:lvl1pPr lvl="0" algn="ctr" rtl="0">
              <a:spcBef>
                <a:spcPts val="0"/>
              </a:spcBef>
              <a:spcAft>
                <a:spcPts val="0"/>
              </a:spcAft>
              <a:buClr>
                <a:schemeClr val="lt1"/>
              </a:buClr>
              <a:buSzPts val="3600"/>
              <a:buNone/>
              <a:defRPr sz="9600">
                <a:solidFill>
                  <a:schemeClr val="lt1"/>
                </a:solidFill>
              </a:defRPr>
            </a:lvl1pPr>
            <a:lvl2pPr lvl="1" algn="ctr" rtl="0">
              <a:spcBef>
                <a:spcPts val="0"/>
              </a:spcBef>
              <a:spcAft>
                <a:spcPts val="0"/>
              </a:spcAft>
              <a:buClr>
                <a:schemeClr val="lt1"/>
              </a:buClr>
              <a:buSzPts val="3600"/>
              <a:buNone/>
              <a:defRPr>
                <a:solidFill>
                  <a:schemeClr val="lt1"/>
                </a:solidFill>
              </a:defRPr>
            </a:lvl2pPr>
            <a:lvl3pPr lvl="2" algn="ctr" rtl="0">
              <a:spcBef>
                <a:spcPts val="0"/>
              </a:spcBef>
              <a:spcAft>
                <a:spcPts val="0"/>
              </a:spcAft>
              <a:buClr>
                <a:schemeClr val="lt1"/>
              </a:buClr>
              <a:buSzPts val="3600"/>
              <a:buNone/>
              <a:defRPr>
                <a:solidFill>
                  <a:schemeClr val="lt1"/>
                </a:solidFill>
              </a:defRPr>
            </a:lvl3pPr>
            <a:lvl4pPr lvl="3" algn="ctr" rtl="0">
              <a:spcBef>
                <a:spcPts val="0"/>
              </a:spcBef>
              <a:spcAft>
                <a:spcPts val="0"/>
              </a:spcAft>
              <a:buClr>
                <a:schemeClr val="lt1"/>
              </a:buClr>
              <a:buSzPts val="3600"/>
              <a:buNone/>
              <a:defRPr>
                <a:solidFill>
                  <a:schemeClr val="lt1"/>
                </a:solidFill>
              </a:defRPr>
            </a:lvl4pPr>
            <a:lvl5pPr lvl="4" algn="ctr" rtl="0">
              <a:spcBef>
                <a:spcPts val="0"/>
              </a:spcBef>
              <a:spcAft>
                <a:spcPts val="0"/>
              </a:spcAft>
              <a:buClr>
                <a:schemeClr val="lt1"/>
              </a:buClr>
              <a:buSzPts val="3600"/>
              <a:buNone/>
              <a:defRPr>
                <a:solidFill>
                  <a:schemeClr val="lt1"/>
                </a:solidFill>
              </a:defRPr>
            </a:lvl5pPr>
            <a:lvl6pPr lvl="5" algn="ctr" rtl="0">
              <a:spcBef>
                <a:spcPts val="0"/>
              </a:spcBef>
              <a:spcAft>
                <a:spcPts val="0"/>
              </a:spcAft>
              <a:buClr>
                <a:schemeClr val="lt1"/>
              </a:buClr>
              <a:buSzPts val="3600"/>
              <a:buNone/>
              <a:defRPr>
                <a:solidFill>
                  <a:schemeClr val="lt1"/>
                </a:solidFill>
              </a:defRPr>
            </a:lvl6pPr>
            <a:lvl7pPr lvl="6" algn="ctr" rtl="0">
              <a:spcBef>
                <a:spcPts val="0"/>
              </a:spcBef>
              <a:spcAft>
                <a:spcPts val="0"/>
              </a:spcAft>
              <a:buClr>
                <a:schemeClr val="lt1"/>
              </a:buClr>
              <a:buSzPts val="3600"/>
              <a:buNone/>
              <a:defRPr>
                <a:solidFill>
                  <a:schemeClr val="lt1"/>
                </a:solidFill>
              </a:defRPr>
            </a:lvl7pPr>
            <a:lvl8pPr lvl="7" algn="ctr" rtl="0">
              <a:spcBef>
                <a:spcPts val="0"/>
              </a:spcBef>
              <a:spcAft>
                <a:spcPts val="0"/>
              </a:spcAft>
              <a:buClr>
                <a:schemeClr val="lt1"/>
              </a:buClr>
              <a:buSzPts val="3600"/>
              <a:buNone/>
              <a:defRPr>
                <a:solidFill>
                  <a:schemeClr val="lt1"/>
                </a:solidFill>
              </a:defRPr>
            </a:lvl8pPr>
            <a:lvl9pPr lvl="8" algn="ctr" rtl="0">
              <a:spcBef>
                <a:spcPts val="0"/>
              </a:spcBef>
              <a:spcAft>
                <a:spcPts val="0"/>
              </a:spcAft>
              <a:buClr>
                <a:schemeClr val="lt1"/>
              </a:buClr>
              <a:buSzPts val="3600"/>
              <a:buNone/>
              <a:defRPr>
                <a:solidFill>
                  <a:schemeClr val="lt1"/>
                </a:solidFill>
              </a:defRPr>
            </a:lvl9pPr>
          </a:lstStyle>
          <a:p>
            <a:endParaRPr/>
          </a:p>
        </p:txBody>
      </p:sp>
      <p:sp>
        <p:nvSpPr>
          <p:cNvPr id="46" name="Google Shape;46;p6"/>
          <p:cNvSpPr txBox="1">
            <a:spLocks noGrp="1"/>
          </p:cNvSpPr>
          <p:nvPr>
            <p:ph type="subTitle" idx="1"/>
          </p:nvPr>
        </p:nvSpPr>
        <p:spPr>
          <a:xfrm>
            <a:off x="1780650" y="3105150"/>
            <a:ext cx="8638800" cy="530700"/>
          </a:xfrm>
          <a:prstGeom prst="rect">
            <a:avLst/>
          </a:prstGeom>
        </p:spPr>
        <p:txBody>
          <a:bodyPr spcFirstLastPara="1" wrap="square" lIns="121900" tIns="121900" rIns="121900" bIns="121900" anchor="t" anchorCtr="0">
            <a:normAutofit/>
          </a:bodyPr>
          <a:lstStyle>
            <a:lvl1pPr lvl="0" algn="ctr" rtl="0">
              <a:lnSpc>
                <a:spcPct val="80000"/>
              </a:lnSpc>
              <a:spcBef>
                <a:spcPts val="0"/>
              </a:spcBef>
              <a:spcAft>
                <a:spcPts val="0"/>
              </a:spcAft>
              <a:buClr>
                <a:schemeClr val="lt1"/>
              </a:buClr>
              <a:buSzPts val="2800"/>
              <a:buNone/>
              <a:defRPr sz="3070" b="1">
                <a:solidFill>
                  <a:schemeClr val="lt1"/>
                </a:solidFill>
              </a:defRPr>
            </a:lvl1pPr>
            <a:lvl2pPr lvl="1" algn="ctr" rtl="0">
              <a:lnSpc>
                <a:spcPct val="100000"/>
              </a:lnSpc>
              <a:spcBef>
                <a:spcPts val="0"/>
              </a:spcBef>
              <a:spcAft>
                <a:spcPts val="0"/>
              </a:spcAft>
              <a:buClr>
                <a:schemeClr val="lt1"/>
              </a:buClr>
              <a:buSzPts val="2800"/>
              <a:buNone/>
              <a:defRPr sz="2800">
                <a:solidFill>
                  <a:schemeClr val="lt1"/>
                </a:solidFill>
              </a:defRPr>
            </a:lvl2pPr>
            <a:lvl3pPr lvl="2" algn="ctr" rtl="0">
              <a:lnSpc>
                <a:spcPct val="100000"/>
              </a:lnSpc>
              <a:spcBef>
                <a:spcPts val="0"/>
              </a:spcBef>
              <a:spcAft>
                <a:spcPts val="0"/>
              </a:spcAft>
              <a:buClr>
                <a:schemeClr val="lt1"/>
              </a:buClr>
              <a:buSzPts val="2800"/>
              <a:buNone/>
              <a:defRPr sz="2800">
                <a:solidFill>
                  <a:schemeClr val="lt1"/>
                </a:solidFill>
              </a:defRPr>
            </a:lvl3pPr>
            <a:lvl4pPr lvl="3" algn="ctr" rtl="0">
              <a:lnSpc>
                <a:spcPct val="100000"/>
              </a:lnSpc>
              <a:spcBef>
                <a:spcPts val="0"/>
              </a:spcBef>
              <a:spcAft>
                <a:spcPts val="0"/>
              </a:spcAft>
              <a:buClr>
                <a:schemeClr val="lt1"/>
              </a:buClr>
              <a:buSzPts val="2800"/>
              <a:buNone/>
              <a:defRPr sz="2800">
                <a:solidFill>
                  <a:schemeClr val="lt1"/>
                </a:solidFill>
              </a:defRPr>
            </a:lvl4pPr>
            <a:lvl5pPr lvl="4" algn="ctr" rtl="0">
              <a:lnSpc>
                <a:spcPct val="100000"/>
              </a:lnSpc>
              <a:spcBef>
                <a:spcPts val="0"/>
              </a:spcBef>
              <a:spcAft>
                <a:spcPts val="0"/>
              </a:spcAft>
              <a:buClr>
                <a:schemeClr val="lt1"/>
              </a:buClr>
              <a:buSzPts val="2800"/>
              <a:buNone/>
              <a:defRPr sz="2800">
                <a:solidFill>
                  <a:schemeClr val="lt1"/>
                </a:solidFill>
              </a:defRPr>
            </a:lvl5pPr>
            <a:lvl6pPr lvl="5" algn="ctr" rtl="0">
              <a:lnSpc>
                <a:spcPct val="100000"/>
              </a:lnSpc>
              <a:spcBef>
                <a:spcPts val="0"/>
              </a:spcBef>
              <a:spcAft>
                <a:spcPts val="0"/>
              </a:spcAft>
              <a:buClr>
                <a:schemeClr val="lt1"/>
              </a:buClr>
              <a:buSzPts val="2800"/>
              <a:buNone/>
              <a:defRPr sz="2800">
                <a:solidFill>
                  <a:schemeClr val="lt1"/>
                </a:solidFill>
              </a:defRPr>
            </a:lvl6pPr>
            <a:lvl7pPr lvl="6" algn="ctr" rtl="0">
              <a:lnSpc>
                <a:spcPct val="100000"/>
              </a:lnSpc>
              <a:spcBef>
                <a:spcPts val="0"/>
              </a:spcBef>
              <a:spcAft>
                <a:spcPts val="0"/>
              </a:spcAft>
              <a:buClr>
                <a:schemeClr val="lt1"/>
              </a:buClr>
              <a:buSzPts val="2800"/>
              <a:buNone/>
              <a:defRPr sz="2800">
                <a:solidFill>
                  <a:schemeClr val="lt1"/>
                </a:solidFill>
              </a:defRPr>
            </a:lvl7pPr>
            <a:lvl8pPr lvl="7" algn="ctr" rtl="0">
              <a:lnSpc>
                <a:spcPct val="100000"/>
              </a:lnSpc>
              <a:spcBef>
                <a:spcPts val="0"/>
              </a:spcBef>
              <a:spcAft>
                <a:spcPts val="0"/>
              </a:spcAft>
              <a:buClr>
                <a:schemeClr val="lt1"/>
              </a:buClr>
              <a:buSzPts val="2800"/>
              <a:buNone/>
              <a:defRPr sz="2800">
                <a:solidFill>
                  <a:schemeClr val="lt1"/>
                </a:solidFill>
              </a:defRPr>
            </a:lvl8pPr>
            <a:lvl9pPr lvl="8" algn="ctr" rtl="0">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47" name="Google Shape;47;p6"/>
          <p:cNvSpPr txBox="1">
            <a:spLocks noGrp="1"/>
          </p:cNvSpPr>
          <p:nvPr>
            <p:ph type="body" idx="2"/>
          </p:nvPr>
        </p:nvSpPr>
        <p:spPr>
          <a:xfrm>
            <a:off x="1780650" y="3635850"/>
            <a:ext cx="8638800" cy="1297800"/>
          </a:xfrm>
          <a:prstGeom prst="rect">
            <a:avLst/>
          </a:prstGeom>
        </p:spPr>
        <p:txBody>
          <a:bodyPr spcFirstLastPara="1" wrap="square" lIns="121900" tIns="121900" rIns="121900" bIns="121900" anchor="t" anchorCtr="0">
            <a:normAutofit/>
          </a:bodyPr>
          <a:lstStyle>
            <a:lvl1pPr marL="457200" lvl="0" indent="-330200" algn="ctr" rtl="0">
              <a:lnSpc>
                <a:spcPct val="100000"/>
              </a:lnSpc>
              <a:spcBef>
                <a:spcPts val="0"/>
              </a:spcBef>
              <a:spcAft>
                <a:spcPts val="0"/>
              </a:spcAft>
              <a:buClr>
                <a:schemeClr val="lt1"/>
              </a:buClr>
              <a:buSzPts val="1600"/>
              <a:buChar char="●"/>
              <a:defRPr>
                <a:solidFill>
                  <a:schemeClr val="lt1"/>
                </a:solidFill>
              </a:defRPr>
            </a:lvl1pPr>
            <a:lvl2pPr marL="914400" lvl="1" indent="-330200" algn="ctr" rtl="0">
              <a:spcBef>
                <a:spcPts val="0"/>
              </a:spcBef>
              <a:spcAft>
                <a:spcPts val="0"/>
              </a:spcAft>
              <a:buClr>
                <a:schemeClr val="lt1"/>
              </a:buClr>
              <a:buSzPts val="1600"/>
              <a:buChar char="○"/>
              <a:defRPr>
                <a:solidFill>
                  <a:schemeClr val="lt1"/>
                </a:solidFill>
              </a:defRPr>
            </a:lvl2pPr>
            <a:lvl3pPr marL="1371600" lvl="2" indent="-330200" algn="ctr" rtl="0">
              <a:spcBef>
                <a:spcPts val="0"/>
              </a:spcBef>
              <a:spcAft>
                <a:spcPts val="0"/>
              </a:spcAft>
              <a:buClr>
                <a:schemeClr val="lt1"/>
              </a:buClr>
              <a:buSzPts val="1600"/>
              <a:buChar char="■"/>
              <a:defRPr>
                <a:solidFill>
                  <a:schemeClr val="lt1"/>
                </a:solidFill>
              </a:defRPr>
            </a:lvl3pPr>
            <a:lvl4pPr marL="1828800" lvl="3" indent="-330200" algn="ctr" rtl="0">
              <a:spcBef>
                <a:spcPts val="0"/>
              </a:spcBef>
              <a:spcAft>
                <a:spcPts val="0"/>
              </a:spcAft>
              <a:buClr>
                <a:schemeClr val="lt1"/>
              </a:buClr>
              <a:buSzPts val="1600"/>
              <a:buChar char="●"/>
              <a:defRPr>
                <a:solidFill>
                  <a:schemeClr val="lt1"/>
                </a:solidFill>
              </a:defRPr>
            </a:lvl4pPr>
            <a:lvl5pPr marL="2286000" lvl="4" indent="-330200" algn="ctr" rtl="0">
              <a:spcBef>
                <a:spcPts val="0"/>
              </a:spcBef>
              <a:spcAft>
                <a:spcPts val="0"/>
              </a:spcAft>
              <a:buClr>
                <a:schemeClr val="lt1"/>
              </a:buClr>
              <a:buSzPts val="1600"/>
              <a:buChar char="○"/>
              <a:defRPr>
                <a:solidFill>
                  <a:schemeClr val="lt1"/>
                </a:solidFill>
              </a:defRPr>
            </a:lvl5pPr>
            <a:lvl6pPr marL="2743200" lvl="5" indent="-330200" algn="ctr" rtl="0">
              <a:spcBef>
                <a:spcPts val="0"/>
              </a:spcBef>
              <a:spcAft>
                <a:spcPts val="0"/>
              </a:spcAft>
              <a:buClr>
                <a:schemeClr val="lt1"/>
              </a:buClr>
              <a:buSzPts val="1600"/>
              <a:buChar char="■"/>
              <a:defRPr>
                <a:solidFill>
                  <a:schemeClr val="lt1"/>
                </a:solidFill>
              </a:defRPr>
            </a:lvl6pPr>
            <a:lvl7pPr marL="3200400" lvl="6" indent="-330200" algn="ctr" rtl="0">
              <a:spcBef>
                <a:spcPts val="0"/>
              </a:spcBef>
              <a:spcAft>
                <a:spcPts val="0"/>
              </a:spcAft>
              <a:buClr>
                <a:schemeClr val="lt1"/>
              </a:buClr>
              <a:buSzPts val="1600"/>
              <a:buChar char="●"/>
              <a:defRPr>
                <a:solidFill>
                  <a:schemeClr val="lt1"/>
                </a:solidFill>
              </a:defRPr>
            </a:lvl7pPr>
            <a:lvl8pPr marL="3657600" lvl="7" indent="-330200" algn="ctr" rtl="0">
              <a:spcBef>
                <a:spcPts val="0"/>
              </a:spcBef>
              <a:spcAft>
                <a:spcPts val="0"/>
              </a:spcAft>
              <a:buClr>
                <a:schemeClr val="lt1"/>
              </a:buClr>
              <a:buSzPts val="1600"/>
              <a:buChar char="○"/>
              <a:defRPr>
                <a:solidFill>
                  <a:schemeClr val="lt1"/>
                </a:solidFill>
              </a:defRPr>
            </a:lvl8pPr>
            <a:lvl9pPr marL="4114800" lvl="8" indent="-330200" algn="ctr" rtl="0">
              <a:spcBef>
                <a:spcPts val="0"/>
              </a:spcBef>
              <a:spcAft>
                <a:spcPts val="0"/>
              </a:spcAft>
              <a:buClr>
                <a:schemeClr val="lt1"/>
              </a:buClr>
              <a:buSzPts val="1600"/>
              <a:buChar char="■"/>
              <a:defRPr>
                <a:solidFill>
                  <a:schemeClr val="lt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Four boxes">
  <p:cSld name="CUSTOM_1">
    <p:spTree>
      <p:nvGrpSpPr>
        <p:cNvPr id="1" name="Shape 48"/>
        <p:cNvGrpSpPr/>
        <p:nvPr/>
      </p:nvGrpSpPr>
      <p:grpSpPr>
        <a:xfrm>
          <a:off x="0" y="0"/>
          <a:ext cx="0" cy="0"/>
          <a:chOff x="0" y="0"/>
          <a:chExt cx="0" cy="0"/>
        </a:xfrm>
      </p:grpSpPr>
      <p:sp>
        <p:nvSpPr>
          <p:cNvPr id="49" name="Google Shape;49;p7"/>
          <p:cNvSpPr/>
          <p:nvPr/>
        </p:nvSpPr>
        <p:spPr>
          <a:xfrm>
            <a:off x="1023100" y="1493900"/>
            <a:ext cx="10145700" cy="47022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cxnSp>
        <p:nvCxnSpPr>
          <p:cNvPr id="50" name="Google Shape;50;p7"/>
          <p:cNvCxnSpPr/>
          <p:nvPr/>
        </p:nvCxnSpPr>
        <p:spPr>
          <a:xfrm>
            <a:off x="6096000" y="1778825"/>
            <a:ext cx="0" cy="4135800"/>
          </a:xfrm>
          <a:prstGeom prst="straightConnector1">
            <a:avLst/>
          </a:prstGeom>
          <a:noFill/>
          <a:ln w="9525" cap="flat" cmpd="sng">
            <a:solidFill>
              <a:schemeClr val="dk1"/>
            </a:solidFill>
            <a:prstDash val="solid"/>
            <a:round/>
            <a:headEnd type="none" w="med" len="med"/>
            <a:tailEnd type="none" w="med" len="med"/>
          </a:ln>
        </p:spPr>
      </p:cxnSp>
      <p:grpSp>
        <p:nvGrpSpPr>
          <p:cNvPr id="51" name="Google Shape;51;p7"/>
          <p:cNvGrpSpPr/>
          <p:nvPr/>
        </p:nvGrpSpPr>
        <p:grpSpPr>
          <a:xfrm>
            <a:off x="2682800" y="3846725"/>
            <a:ext cx="6826400" cy="0"/>
            <a:chOff x="2682800" y="3634850"/>
            <a:chExt cx="6826400" cy="0"/>
          </a:xfrm>
        </p:grpSpPr>
        <p:cxnSp>
          <p:nvCxnSpPr>
            <p:cNvPr id="52" name="Google Shape;52;p7"/>
            <p:cNvCxnSpPr/>
            <p:nvPr/>
          </p:nvCxnSpPr>
          <p:spPr>
            <a:xfrm rot="10800000">
              <a:off x="2682800" y="3634850"/>
              <a:ext cx="3078300" cy="0"/>
            </a:xfrm>
            <a:prstGeom prst="straightConnector1">
              <a:avLst/>
            </a:prstGeom>
            <a:noFill/>
            <a:ln w="9525" cap="flat" cmpd="sng">
              <a:solidFill>
                <a:schemeClr val="dk1"/>
              </a:solidFill>
              <a:prstDash val="solid"/>
              <a:round/>
              <a:headEnd type="none" w="med" len="med"/>
              <a:tailEnd type="none" w="med" len="med"/>
            </a:ln>
          </p:spPr>
        </p:cxnSp>
        <p:cxnSp>
          <p:nvCxnSpPr>
            <p:cNvPr id="53" name="Google Shape;53;p7"/>
            <p:cNvCxnSpPr/>
            <p:nvPr/>
          </p:nvCxnSpPr>
          <p:spPr>
            <a:xfrm rot="10800000">
              <a:off x="6430900" y="3634850"/>
              <a:ext cx="3078300" cy="0"/>
            </a:xfrm>
            <a:prstGeom prst="straightConnector1">
              <a:avLst/>
            </a:prstGeom>
            <a:noFill/>
            <a:ln w="9525" cap="flat" cmpd="sng">
              <a:solidFill>
                <a:schemeClr val="dk1"/>
              </a:solidFill>
              <a:prstDash val="solid"/>
              <a:round/>
              <a:headEnd type="none" w="med" len="med"/>
              <a:tailEnd type="none" w="med" len="med"/>
            </a:ln>
          </p:spPr>
        </p:cxnSp>
      </p:grpSp>
      <p:sp>
        <p:nvSpPr>
          <p:cNvPr id="54" name="Google Shape;54;p7"/>
          <p:cNvSpPr txBox="1">
            <a:spLocks noGrp="1"/>
          </p:cNvSpPr>
          <p:nvPr>
            <p:ph type="title"/>
          </p:nvPr>
        </p:nvSpPr>
        <p:spPr>
          <a:xfrm>
            <a:off x="1023175" y="477500"/>
            <a:ext cx="10145700" cy="759000"/>
          </a:xfrm>
          <a:prstGeom prst="rect">
            <a:avLst/>
          </a:prstGeom>
          <a:solidFill>
            <a:schemeClr val="dk1"/>
          </a:solidFill>
        </p:spPr>
        <p:txBody>
          <a:bodyPr spcFirstLastPara="1" wrap="square" lIns="121900" tIns="121900" rIns="121900" bIns="121900" anchor="ctr" anchorCtr="0">
            <a:normAutofit/>
          </a:bodyPr>
          <a:lstStyle>
            <a:lvl1pPr lvl="0" algn="ctr" rtl="0">
              <a:spcBef>
                <a:spcPts val="0"/>
              </a:spcBef>
              <a:spcAft>
                <a:spcPts val="0"/>
              </a:spcAft>
              <a:buSzPts val="3600"/>
              <a:buNone/>
              <a:defRPr sz="3640">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55" name="Google Shape;55;p7"/>
          <p:cNvSpPr txBox="1">
            <a:spLocks noGrp="1"/>
          </p:cNvSpPr>
          <p:nvPr>
            <p:ph type="subTitle" idx="1"/>
          </p:nvPr>
        </p:nvSpPr>
        <p:spPr>
          <a:xfrm>
            <a:off x="1970418" y="1861450"/>
            <a:ext cx="3438900" cy="496500"/>
          </a:xfrm>
          <a:prstGeom prst="rect">
            <a:avLst/>
          </a:prstGeom>
        </p:spPr>
        <p:txBody>
          <a:bodyPr spcFirstLastPara="1" wrap="square" lIns="121900" tIns="121900" rIns="121900" bIns="121900" anchor="t" anchorCtr="0">
            <a:normAutofit/>
          </a:bodyPr>
          <a:lstStyle>
            <a:lvl1pPr lvl="0" algn="ctr" rtl="0">
              <a:lnSpc>
                <a:spcPct val="80000"/>
              </a:lnSpc>
              <a:spcBef>
                <a:spcPts val="0"/>
              </a:spcBef>
              <a:spcAft>
                <a:spcPts val="0"/>
              </a:spcAft>
              <a:buSzPts val="2800"/>
              <a:buNone/>
              <a:defRPr sz="2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6" name="Google Shape;56;p7"/>
          <p:cNvSpPr txBox="1">
            <a:spLocks noGrp="1"/>
          </p:cNvSpPr>
          <p:nvPr>
            <p:ph type="body" idx="2"/>
          </p:nvPr>
        </p:nvSpPr>
        <p:spPr>
          <a:xfrm>
            <a:off x="1970453" y="2357957"/>
            <a:ext cx="3438900" cy="1198200"/>
          </a:xfrm>
          <a:prstGeom prst="rect">
            <a:avLst/>
          </a:prstGeom>
        </p:spPr>
        <p:txBody>
          <a:bodyPr spcFirstLastPara="1" wrap="square" lIns="121900" tIns="121900" rIns="121900" bIns="121900" anchor="t" anchorCtr="0">
            <a:normAutofit/>
          </a:bodyPr>
          <a:lstStyle>
            <a:lvl1pPr marL="457200" lvl="0" indent="-330200" algn="ctr" rtl="0">
              <a:spcBef>
                <a:spcPts val="0"/>
              </a:spcBef>
              <a:spcAft>
                <a:spcPts val="0"/>
              </a:spcAft>
              <a:buSzPts val="1600"/>
              <a:buChar char="●"/>
              <a:defRPr/>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57" name="Google Shape;57;p7"/>
          <p:cNvSpPr txBox="1">
            <a:spLocks noGrp="1"/>
          </p:cNvSpPr>
          <p:nvPr>
            <p:ph type="subTitle" idx="3"/>
          </p:nvPr>
        </p:nvSpPr>
        <p:spPr>
          <a:xfrm>
            <a:off x="6782592" y="1861450"/>
            <a:ext cx="3438900" cy="496500"/>
          </a:xfrm>
          <a:prstGeom prst="rect">
            <a:avLst/>
          </a:prstGeom>
        </p:spPr>
        <p:txBody>
          <a:bodyPr spcFirstLastPara="1" wrap="square" lIns="121900" tIns="121900" rIns="121900" bIns="121900" anchor="t" anchorCtr="0">
            <a:normAutofit/>
          </a:bodyPr>
          <a:lstStyle>
            <a:lvl1pPr lvl="0" algn="ctr" rtl="0">
              <a:lnSpc>
                <a:spcPct val="80000"/>
              </a:lnSpc>
              <a:spcBef>
                <a:spcPts val="0"/>
              </a:spcBef>
              <a:spcAft>
                <a:spcPts val="0"/>
              </a:spcAft>
              <a:buSzPts val="2800"/>
              <a:buNone/>
              <a:defRPr sz="2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8" name="Google Shape;58;p7"/>
          <p:cNvSpPr txBox="1">
            <a:spLocks noGrp="1"/>
          </p:cNvSpPr>
          <p:nvPr>
            <p:ph type="body" idx="4"/>
          </p:nvPr>
        </p:nvSpPr>
        <p:spPr>
          <a:xfrm>
            <a:off x="6782634" y="2357957"/>
            <a:ext cx="3438900" cy="1198200"/>
          </a:xfrm>
          <a:prstGeom prst="rect">
            <a:avLst/>
          </a:prstGeom>
        </p:spPr>
        <p:txBody>
          <a:bodyPr spcFirstLastPara="1" wrap="square" lIns="121900" tIns="121900" rIns="121900" bIns="121900" anchor="t" anchorCtr="0">
            <a:normAutofit/>
          </a:bodyPr>
          <a:lstStyle>
            <a:lvl1pPr marL="457200" lvl="0" indent="-330200" algn="ctr" rtl="0">
              <a:spcBef>
                <a:spcPts val="0"/>
              </a:spcBef>
              <a:spcAft>
                <a:spcPts val="0"/>
              </a:spcAft>
              <a:buSzPts val="1600"/>
              <a:buChar char="●"/>
              <a:defRPr/>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59" name="Google Shape;59;p7"/>
          <p:cNvSpPr txBox="1">
            <a:spLocks noGrp="1"/>
          </p:cNvSpPr>
          <p:nvPr>
            <p:ph type="subTitle" idx="5"/>
          </p:nvPr>
        </p:nvSpPr>
        <p:spPr>
          <a:xfrm>
            <a:off x="1970350" y="4137294"/>
            <a:ext cx="3438900" cy="496500"/>
          </a:xfrm>
          <a:prstGeom prst="rect">
            <a:avLst/>
          </a:prstGeom>
        </p:spPr>
        <p:txBody>
          <a:bodyPr spcFirstLastPara="1" wrap="square" lIns="121900" tIns="121900" rIns="121900" bIns="121900" anchor="t" anchorCtr="0">
            <a:normAutofit/>
          </a:bodyPr>
          <a:lstStyle>
            <a:lvl1pPr lvl="0" algn="ctr" rtl="0">
              <a:lnSpc>
                <a:spcPct val="80000"/>
              </a:lnSpc>
              <a:spcBef>
                <a:spcPts val="0"/>
              </a:spcBef>
              <a:spcAft>
                <a:spcPts val="0"/>
              </a:spcAft>
              <a:buSzPts val="2800"/>
              <a:buNone/>
              <a:defRPr sz="2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0" name="Google Shape;60;p7"/>
          <p:cNvSpPr txBox="1">
            <a:spLocks noGrp="1"/>
          </p:cNvSpPr>
          <p:nvPr>
            <p:ph type="body" idx="6"/>
          </p:nvPr>
        </p:nvSpPr>
        <p:spPr>
          <a:xfrm>
            <a:off x="1970393" y="4633801"/>
            <a:ext cx="3438900" cy="1198200"/>
          </a:xfrm>
          <a:prstGeom prst="rect">
            <a:avLst/>
          </a:prstGeom>
        </p:spPr>
        <p:txBody>
          <a:bodyPr spcFirstLastPara="1" wrap="square" lIns="121900" tIns="121900" rIns="121900" bIns="121900" anchor="t" anchorCtr="0">
            <a:normAutofit/>
          </a:bodyPr>
          <a:lstStyle>
            <a:lvl1pPr marL="457200" lvl="0" indent="-330200" algn="ctr" rtl="0">
              <a:spcBef>
                <a:spcPts val="0"/>
              </a:spcBef>
              <a:spcAft>
                <a:spcPts val="0"/>
              </a:spcAft>
              <a:buSzPts val="1600"/>
              <a:buChar char="●"/>
              <a:defRPr/>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61" name="Google Shape;61;p7"/>
          <p:cNvSpPr txBox="1">
            <a:spLocks noGrp="1"/>
          </p:cNvSpPr>
          <p:nvPr>
            <p:ph type="body" idx="7"/>
          </p:nvPr>
        </p:nvSpPr>
        <p:spPr>
          <a:xfrm>
            <a:off x="6782575" y="4633801"/>
            <a:ext cx="3438900" cy="1198200"/>
          </a:xfrm>
          <a:prstGeom prst="rect">
            <a:avLst/>
          </a:prstGeom>
        </p:spPr>
        <p:txBody>
          <a:bodyPr spcFirstLastPara="1" wrap="square" lIns="121900" tIns="121900" rIns="121900" bIns="121900" anchor="t" anchorCtr="0">
            <a:normAutofit/>
          </a:bodyPr>
          <a:lstStyle>
            <a:lvl1pPr marL="457200" lvl="0" indent="-330200" algn="ctr" rtl="0">
              <a:spcBef>
                <a:spcPts val="0"/>
              </a:spcBef>
              <a:spcAft>
                <a:spcPts val="0"/>
              </a:spcAft>
              <a:buSzPts val="1600"/>
              <a:buChar char="●"/>
              <a:defRPr/>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62" name="Google Shape;62;p7"/>
          <p:cNvSpPr txBox="1">
            <a:spLocks noGrp="1"/>
          </p:cNvSpPr>
          <p:nvPr>
            <p:ph type="subTitle" idx="8"/>
          </p:nvPr>
        </p:nvSpPr>
        <p:spPr>
          <a:xfrm>
            <a:off x="6782542" y="4137294"/>
            <a:ext cx="3438900" cy="496500"/>
          </a:xfrm>
          <a:prstGeom prst="rect">
            <a:avLst/>
          </a:prstGeom>
        </p:spPr>
        <p:txBody>
          <a:bodyPr spcFirstLastPara="1" wrap="square" lIns="121900" tIns="121900" rIns="121900" bIns="121900" anchor="t" anchorCtr="0">
            <a:normAutofit/>
          </a:bodyPr>
          <a:lstStyle>
            <a:lvl1pPr lvl="0" algn="ctr" rtl="0">
              <a:lnSpc>
                <a:spcPct val="80000"/>
              </a:lnSpc>
              <a:spcBef>
                <a:spcPts val="0"/>
              </a:spcBef>
              <a:spcAft>
                <a:spcPts val="0"/>
              </a:spcAft>
              <a:buSzPts val="2800"/>
              <a:buNone/>
              <a:defRPr sz="2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sp>
        <p:nvSpPr>
          <p:cNvPr id="64" name="Google Shape;64;p8"/>
          <p:cNvSpPr/>
          <p:nvPr/>
        </p:nvSpPr>
        <p:spPr>
          <a:xfrm>
            <a:off x="1023107" y="2391150"/>
            <a:ext cx="10145700" cy="35190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cxnSp>
        <p:nvCxnSpPr>
          <p:cNvPr id="65" name="Google Shape;65;p8"/>
          <p:cNvCxnSpPr/>
          <p:nvPr/>
        </p:nvCxnSpPr>
        <p:spPr>
          <a:xfrm>
            <a:off x="6095957" y="2619750"/>
            <a:ext cx="0" cy="3083100"/>
          </a:xfrm>
          <a:prstGeom prst="straightConnector1">
            <a:avLst/>
          </a:prstGeom>
          <a:noFill/>
          <a:ln w="9525" cap="flat" cmpd="sng">
            <a:solidFill>
              <a:schemeClr val="dk1"/>
            </a:solidFill>
            <a:prstDash val="solid"/>
            <a:round/>
            <a:headEnd type="none" w="med" len="med"/>
            <a:tailEnd type="none" w="med" len="med"/>
          </a:ln>
        </p:spPr>
      </p:cxnSp>
      <p:sp>
        <p:nvSpPr>
          <p:cNvPr id="66" name="Google Shape;66;p8"/>
          <p:cNvSpPr txBox="1">
            <a:spLocks noGrp="1"/>
          </p:cNvSpPr>
          <p:nvPr>
            <p:ph type="title"/>
          </p:nvPr>
        </p:nvSpPr>
        <p:spPr>
          <a:xfrm>
            <a:off x="1023163" y="854263"/>
            <a:ext cx="10145700" cy="763500"/>
          </a:xfrm>
          <a:prstGeom prst="rect">
            <a:avLst/>
          </a:prstGeom>
          <a:solidFill>
            <a:schemeClr val="dk1"/>
          </a:solidFill>
        </p:spPr>
        <p:txBody>
          <a:bodyPr spcFirstLastPara="1" wrap="square" lIns="121900" tIns="121900" rIns="121900" bIns="121900" anchor="t" anchorCtr="0">
            <a:normAutofit/>
          </a:bodyPr>
          <a:lstStyle>
            <a:lvl1pPr lvl="0" algn="ctr">
              <a:spcBef>
                <a:spcPts val="0"/>
              </a:spcBef>
              <a:spcAft>
                <a:spcPts val="0"/>
              </a:spcAft>
              <a:buSzPts val="3600"/>
              <a:buNone/>
              <a:defRPr>
                <a:solidFill>
                  <a:schemeClr val="lt1"/>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67" name="Google Shape;67;p8"/>
          <p:cNvSpPr txBox="1">
            <a:spLocks noGrp="1"/>
          </p:cNvSpPr>
          <p:nvPr>
            <p:ph type="body" idx="1"/>
          </p:nvPr>
        </p:nvSpPr>
        <p:spPr>
          <a:xfrm>
            <a:off x="1238077" y="2832975"/>
            <a:ext cx="4590300" cy="27810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68" name="Google Shape;68;p8"/>
          <p:cNvSpPr txBox="1">
            <a:spLocks noGrp="1"/>
          </p:cNvSpPr>
          <p:nvPr>
            <p:ph type="body" idx="2"/>
          </p:nvPr>
        </p:nvSpPr>
        <p:spPr>
          <a:xfrm>
            <a:off x="6375442" y="2832975"/>
            <a:ext cx="4590300" cy="27810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69" name="Google Shape;69;p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Agenda">
  <p:cSld name="TITLE_AND_TWO_COLUMNS_1_2">
    <p:spTree>
      <p:nvGrpSpPr>
        <p:cNvPr id="1" name="Shape 82"/>
        <p:cNvGrpSpPr/>
        <p:nvPr/>
      </p:nvGrpSpPr>
      <p:grpSpPr>
        <a:xfrm>
          <a:off x="0" y="0"/>
          <a:ext cx="0" cy="0"/>
          <a:chOff x="0" y="0"/>
          <a:chExt cx="0" cy="0"/>
        </a:xfrm>
      </p:grpSpPr>
      <p:sp>
        <p:nvSpPr>
          <p:cNvPr id="83" name="Google Shape;83;p10"/>
          <p:cNvSpPr txBox="1">
            <a:spLocks noGrp="1"/>
          </p:cNvSpPr>
          <p:nvPr>
            <p:ph type="title"/>
          </p:nvPr>
        </p:nvSpPr>
        <p:spPr>
          <a:xfrm>
            <a:off x="850650" y="477013"/>
            <a:ext cx="10490700" cy="763500"/>
          </a:xfrm>
          <a:prstGeom prst="rect">
            <a:avLst/>
          </a:prstGeom>
        </p:spPr>
        <p:txBody>
          <a:bodyPr spcFirstLastPara="1" wrap="square" lIns="121900" tIns="121900" rIns="121900" bIns="121900" anchor="t" anchorCtr="0">
            <a:norm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84" name="Google Shape;84;p10"/>
          <p:cNvSpPr txBox="1">
            <a:spLocks noGrp="1"/>
          </p:cNvSpPr>
          <p:nvPr>
            <p:ph type="body" idx="1"/>
          </p:nvPr>
        </p:nvSpPr>
        <p:spPr>
          <a:xfrm>
            <a:off x="850650" y="2475885"/>
            <a:ext cx="5085300" cy="3905100"/>
          </a:xfrm>
          <a:prstGeom prst="rect">
            <a:avLst/>
          </a:prstGeom>
        </p:spPr>
        <p:txBody>
          <a:bodyPr spcFirstLastPara="1" wrap="square" lIns="121900" tIns="121900" rIns="121900" bIns="121900" anchor="t" anchorCtr="0">
            <a:normAutofit/>
          </a:bodyPr>
          <a:lstStyle>
            <a:lvl1pPr marL="457200" lvl="0" indent="-349250" rtl="0">
              <a:spcBef>
                <a:spcPts val="0"/>
              </a:spcBef>
              <a:spcAft>
                <a:spcPts val="0"/>
              </a:spcAft>
              <a:buSzPts val="1900"/>
              <a:buChar char="●"/>
              <a:defRPr sz="1900"/>
            </a:lvl1pPr>
            <a:lvl2pPr marL="914400" lvl="1" indent="-330200" algn="ctr" rtl="0">
              <a:spcBef>
                <a:spcPts val="0"/>
              </a:spcBef>
              <a:spcAft>
                <a:spcPts val="0"/>
              </a:spcAft>
              <a:buSzPts val="1600"/>
              <a:buChar char="○"/>
              <a:defRPr sz="1600"/>
            </a:lvl2pPr>
            <a:lvl3pPr marL="1371600" lvl="2" indent="-330200" algn="ctr" rtl="0">
              <a:spcBef>
                <a:spcPts val="0"/>
              </a:spcBef>
              <a:spcAft>
                <a:spcPts val="0"/>
              </a:spcAft>
              <a:buSzPts val="1600"/>
              <a:buChar char="■"/>
              <a:defRPr sz="1600"/>
            </a:lvl3pPr>
            <a:lvl4pPr marL="1828800" lvl="3" indent="-330200" algn="ctr" rtl="0">
              <a:spcBef>
                <a:spcPts val="0"/>
              </a:spcBef>
              <a:spcAft>
                <a:spcPts val="0"/>
              </a:spcAft>
              <a:buSzPts val="1600"/>
              <a:buChar char="●"/>
              <a:defRPr sz="1600"/>
            </a:lvl4pPr>
            <a:lvl5pPr marL="2286000" lvl="4" indent="-330200" algn="ctr" rtl="0">
              <a:spcBef>
                <a:spcPts val="0"/>
              </a:spcBef>
              <a:spcAft>
                <a:spcPts val="0"/>
              </a:spcAft>
              <a:buSzPts val="1600"/>
              <a:buChar char="○"/>
              <a:defRPr sz="1600"/>
            </a:lvl5pPr>
            <a:lvl6pPr marL="2743200" lvl="5" indent="-330200" algn="ctr" rtl="0">
              <a:spcBef>
                <a:spcPts val="0"/>
              </a:spcBef>
              <a:spcAft>
                <a:spcPts val="0"/>
              </a:spcAft>
              <a:buSzPts val="1600"/>
              <a:buChar char="■"/>
              <a:defRPr sz="1600"/>
            </a:lvl6pPr>
            <a:lvl7pPr marL="3200400" lvl="6" indent="-330200" algn="ctr" rtl="0">
              <a:spcBef>
                <a:spcPts val="0"/>
              </a:spcBef>
              <a:spcAft>
                <a:spcPts val="0"/>
              </a:spcAft>
              <a:buSzPts val="1600"/>
              <a:buChar char="●"/>
              <a:defRPr sz="1600"/>
            </a:lvl7pPr>
            <a:lvl8pPr marL="3657600" lvl="7" indent="-330200" algn="ctr" rtl="0">
              <a:spcBef>
                <a:spcPts val="0"/>
              </a:spcBef>
              <a:spcAft>
                <a:spcPts val="0"/>
              </a:spcAft>
              <a:buSzPts val="1600"/>
              <a:buChar char="○"/>
              <a:defRPr sz="1600"/>
            </a:lvl8pPr>
            <a:lvl9pPr marL="4114800" lvl="8" indent="-330200" algn="ctr" rtl="0">
              <a:spcBef>
                <a:spcPts val="0"/>
              </a:spcBef>
              <a:spcAft>
                <a:spcPts val="0"/>
              </a:spcAft>
              <a:buSzPts val="1600"/>
              <a:buChar char="■"/>
              <a:defRPr sz="1600"/>
            </a:lvl9pPr>
          </a:lstStyle>
          <a:p>
            <a:endParaRPr/>
          </a:p>
        </p:txBody>
      </p:sp>
      <p:sp>
        <p:nvSpPr>
          <p:cNvPr id="85" name="Google Shape;85;p1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86" name="Google Shape;86;p10"/>
          <p:cNvSpPr txBox="1">
            <a:spLocks noGrp="1"/>
          </p:cNvSpPr>
          <p:nvPr>
            <p:ph type="subTitle" idx="2"/>
          </p:nvPr>
        </p:nvSpPr>
        <p:spPr>
          <a:xfrm>
            <a:off x="850650" y="1599588"/>
            <a:ext cx="5085300" cy="8763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3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7" name="Google Shape;87;p10"/>
          <p:cNvSpPr txBox="1">
            <a:spLocks noGrp="1"/>
          </p:cNvSpPr>
          <p:nvPr>
            <p:ph type="body" idx="3"/>
          </p:nvPr>
        </p:nvSpPr>
        <p:spPr>
          <a:xfrm>
            <a:off x="6256000" y="2475869"/>
            <a:ext cx="5085300" cy="1390500"/>
          </a:xfrm>
          <a:prstGeom prst="rect">
            <a:avLst/>
          </a:prstGeom>
        </p:spPr>
        <p:txBody>
          <a:bodyPr spcFirstLastPara="1" wrap="square" lIns="121900" tIns="121900" rIns="121900" bIns="121900" anchor="t" anchorCtr="0">
            <a:normAutofit/>
          </a:bodyPr>
          <a:lstStyle>
            <a:lvl1pPr marL="457200" lvl="0" indent="-349250" algn="ctr" rtl="0">
              <a:spcBef>
                <a:spcPts val="0"/>
              </a:spcBef>
              <a:spcAft>
                <a:spcPts val="0"/>
              </a:spcAft>
              <a:buSzPts val="1900"/>
              <a:buChar char="●"/>
              <a:defRPr sz="1900"/>
            </a:lvl1pPr>
            <a:lvl2pPr marL="914400" lvl="1" indent="-330200" algn="ctr" rtl="0">
              <a:spcBef>
                <a:spcPts val="0"/>
              </a:spcBef>
              <a:spcAft>
                <a:spcPts val="0"/>
              </a:spcAft>
              <a:buSzPts val="1600"/>
              <a:buChar char="○"/>
              <a:defRPr sz="1600"/>
            </a:lvl2pPr>
            <a:lvl3pPr marL="1371600" lvl="2" indent="-330200" algn="ctr" rtl="0">
              <a:spcBef>
                <a:spcPts val="0"/>
              </a:spcBef>
              <a:spcAft>
                <a:spcPts val="0"/>
              </a:spcAft>
              <a:buSzPts val="1600"/>
              <a:buChar char="■"/>
              <a:defRPr sz="1600"/>
            </a:lvl3pPr>
            <a:lvl4pPr marL="1828800" lvl="3" indent="-330200" algn="ctr" rtl="0">
              <a:spcBef>
                <a:spcPts val="0"/>
              </a:spcBef>
              <a:spcAft>
                <a:spcPts val="0"/>
              </a:spcAft>
              <a:buSzPts val="1600"/>
              <a:buChar char="●"/>
              <a:defRPr sz="1600"/>
            </a:lvl4pPr>
            <a:lvl5pPr marL="2286000" lvl="4" indent="-330200" algn="ctr" rtl="0">
              <a:spcBef>
                <a:spcPts val="0"/>
              </a:spcBef>
              <a:spcAft>
                <a:spcPts val="0"/>
              </a:spcAft>
              <a:buSzPts val="1600"/>
              <a:buChar char="○"/>
              <a:defRPr sz="1600"/>
            </a:lvl5pPr>
            <a:lvl6pPr marL="2743200" lvl="5" indent="-330200" algn="ctr" rtl="0">
              <a:spcBef>
                <a:spcPts val="0"/>
              </a:spcBef>
              <a:spcAft>
                <a:spcPts val="0"/>
              </a:spcAft>
              <a:buSzPts val="1600"/>
              <a:buChar char="■"/>
              <a:defRPr sz="1600"/>
            </a:lvl6pPr>
            <a:lvl7pPr marL="3200400" lvl="6" indent="-330200" algn="ctr" rtl="0">
              <a:spcBef>
                <a:spcPts val="0"/>
              </a:spcBef>
              <a:spcAft>
                <a:spcPts val="0"/>
              </a:spcAft>
              <a:buSzPts val="1600"/>
              <a:buChar char="●"/>
              <a:defRPr sz="1600"/>
            </a:lvl7pPr>
            <a:lvl8pPr marL="3657600" lvl="7" indent="-330200" algn="ctr" rtl="0">
              <a:spcBef>
                <a:spcPts val="0"/>
              </a:spcBef>
              <a:spcAft>
                <a:spcPts val="0"/>
              </a:spcAft>
              <a:buSzPts val="1600"/>
              <a:buChar char="○"/>
              <a:defRPr sz="1600"/>
            </a:lvl8pPr>
            <a:lvl9pPr marL="4114800" lvl="8" indent="-330200" algn="ctr" rtl="0">
              <a:spcBef>
                <a:spcPts val="0"/>
              </a:spcBef>
              <a:spcAft>
                <a:spcPts val="0"/>
              </a:spcAft>
              <a:buSzPts val="1600"/>
              <a:buChar char="■"/>
              <a:defRPr sz="1600"/>
            </a:lvl9pPr>
          </a:lstStyle>
          <a:p>
            <a:endParaRPr/>
          </a:p>
        </p:txBody>
      </p:sp>
      <p:sp>
        <p:nvSpPr>
          <p:cNvPr id="88" name="Google Shape;88;p10"/>
          <p:cNvSpPr txBox="1">
            <a:spLocks noGrp="1"/>
          </p:cNvSpPr>
          <p:nvPr>
            <p:ph type="subTitle" idx="4"/>
          </p:nvPr>
        </p:nvSpPr>
        <p:spPr>
          <a:xfrm>
            <a:off x="6256000" y="1599588"/>
            <a:ext cx="5085300" cy="8763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3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9" name="Google Shape;89;p10"/>
          <p:cNvSpPr txBox="1">
            <a:spLocks noGrp="1"/>
          </p:cNvSpPr>
          <p:nvPr>
            <p:ph type="body" idx="5"/>
          </p:nvPr>
        </p:nvSpPr>
        <p:spPr>
          <a:xfrm>
            <a:off x="6256000" y="4990462"/>
            <a:ext cx="5085300" cy="1390500"/>
          </a:xfrm>
          <a:prstGeom prst="rect">
            <a:avLst/>
          </a:prstGeom>
        </p:spPr>
        <p:txBody>
          <a:bodyPr spcFirstLastPara="1" wrap="square" lIns="121900" tIns="121900" rIns="121900" bIns="121900" anchor="t" anchorCtr="0">
            <a:normAutofit/>
          </a:bodyPr>
          <a:lstStyle>
            <a:lvl1pPr marL="457200" lvl="0" indent="-349250" algn="ctr" rtl="0">
              <a:spcBef>
                <a:spcPts val="0"/>
              </a:spcBef>
              <a:spcAft>
                <a:spcPts val="0"/>
              </a:spcAft>
              <a:buSzPts val="1900"/>
              <a:buChar char="●"/>
              <a:defRPr sz="1900"/>
            </a:lvl1pPr>
            <a:lvl2pPr marL="914400" lvl="1" indent="-330200" algn="ctr" rtl="0">
              <a:spcBef>
                <a:spcPts val="0"/>
              </a:spcBef>
              <a:spcAft>
                <a:spcPts val="0"/>
              </a:spcAft>
              <a:buSzPts val="1600"/>
              <a:buChar char="○"/>
              <a:defRPr sz="1600"/>
            </a:lvl2pPr>
            <a:lvl3pPr marL="1371600" lvl="2" indent="-330200" algn="ctr" rtl="0">
              <a:spcBef>
                <a:spcPts val="0"/>
              </a:spcBef>
              <a:spcAft>
                <a:spcPts val="0"/>
              </a:spcAft>
              <a:buSzPts val="1600"/>
              <a:buChar char="■"/>
              <a:defRPr sz="1600"/>
            </a:lvl3pPr>
            <a:lvl4pPr marL="1828800" lvl="3" indent="-330200" algn="ctr" rtl="0">
              <a:spcBef>
                <a:spcPts val="0"/>
              </a:spcBef>
              <a:spcAft>
                <a:spcPts val="0"/>
              </a:spcAft>
              <a:buSzPts val="1600"/>
              <a:buChar char="●"/>
              <a:defRPr sz="1600"/>
            </a:lvl4pPr>
            <a:lvl5pPr marL="2286000" lvl="4" indent="-330200" algn="ctr" rtl="0">
              <a:spcBef>
                <a:spcPts val="0"/>
              </a:spcBef>
              <a:spcAft>
                <a:spcPts val="0"/>
              </a:spcAft>
              <a:buSzPts val="1600"/>
              <a:buChar char="○"/>
              <a:defRPr sz="1600"/>
            </a:lvl5pPr>
            <a:lvl6pPr marL="2743200" lvl="5" indent="-330200" algn="ctr" rtl="0">
              <a:spcBef>
                <a:spcPts val="0"/>
              </a:spcBef>
              <a:spcAft>
                <a:spcPts val="0"/>
              </a:spcAft>
              <a:buSzPts val="1600"/>
              <a:buChar char="■"/>
              <a:defRPr sz="1600"/>
            </a:lvl6pPr>
            <a:lvl7pPr marL="3200400" lvl="6" indent="-330200" algn="ctr" rtl="0">
              <a:spcBef>
                <a:spcPts val="0"/>
              </a:spcBef>
              <a:spcAft>
                <a:spcPts val="0"/>
              </a:spcAft>
              <a:buSzPts val="1600"/>
              <a:buChar char="●"/>
              <a:defRPr sz="1600"/>
            </a:lvl7pPr>
            <a:lvl8pPr marL="3657600" lvl="7" indent="-330200" algn="ctr" rtl="0">
              <a:spcBef>
                <a:spcPts val="0"/>
              </a:spcBef>
              <a:spcAft>
                <a:spcPts val="0"/>
              </a:spcAft>
              <a:buSzPts val="1600"/>
              <a:buChar char="○"/>
              <a:defRPr sz="1600"/>
            </a:lvl8pPr>
            <a:lvl9pPr marL="4114800" lvl="8" indent="-330200" algn="ctr" rtl="0">
              <a:spcBef>
                <a:spcPts val="0"/>
              </a:spcBef>
              <a:spcAft>
                <a:spcPts val="0"/>
              </a:spcAft>
              <a:buSzPts val="1600"/>
              <a:buChar char="■"/>
              <a:defRPr sz="1600"/>
            </a:lvl9pPr>
          </a:lstStyle>
          <a:p>
            <a:endParaRPr/>
          </a:p>
        </p:txBody>
      </p:sp>
      <p:sp>
        <p:nvSpPr>
          <p:cNvPr id="90" name="Google Shape;90;p10"/>
          <p:cNvSpPr txBox="1">
            <a:spLocks noGrp="1"/>
          </p:cNvSpPr>
          <p:nvPr>
            <p:ph type="subTitle" idx="6"/>
          </p:nvPr>
        </p:nvSpPr>
        <p:spPr>
          <a:xfrm>
            <a:off x="6256000" y="4114181"/>
            <a:ext cx="5085300" cy="8763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3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ertificate">
  <p:cSld name="TITLE_AND_TWO_COLUMNS_1_2_1">
    <p:spTree>
      <p:nvGrpSpPr>
        <p:cNvPr id="1" name="Shape 91"/>
        <p:cNvGrpSpPr/>
        <p:nvPr/>
      </p:nvGrpSpPr>
      <p:grpSpPr>
        <a:xfrm>
          <a:off x="0" y="0"/>
          <a:ext cx="0" cy="0"/>
          <a:chOff x="0" y="0"/>
          <a:chExt cx="0" cy="0"/>
        </a:xfrm>
      </p:grpSpPr>
      <p:sp>
        <p:nvSpPr>
          <p:cNvPr id="92" name="Google Shape;92;p11"/>
          <p:cNvSpPr txBox="1">
            <a:spLocks noGrp="1"/>
          </p:cNvSpPr>
          <p:nvPr>
            <p:ph type="title"/>
          </p:nvPr>
        </p:nvSpPr>
        <p:spPr>
          <a:xfrm>
            <a:off x="850650" y="515200"/>
            <a:ext cx="10490700" cy="763500"/>
          </a:xfrm>
          <a:prstGeom prst="rect">
            <a:avLst/>
          </a:prstGeom>
        </p:spPr>
        <p:txBody>
          <a:bodyPr spcFirstLastPara="1" wrap="square" lIns="121900" tIns="121900" rIns="121900" bIns="121900" anchor="t" anchorCtr="0">
            <a:normAutofit/>
          </a:bodyPr>
          <a:lstStyle>
            <a:lvl1pPr lvl="0" algn="ctr" rtl="0">
              <a:spcBef>
                <a:spcPts val="0"/>
              </a:spcBef>
              <a:spcAft>
                <a:spcPts val="0"/>
              </a:spcAft>
              <a:buSzPts val="3600"/>
              <a:buNone/>
              <a:defRPr sz="60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93" name="Google Shape;93;p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1"/>
          <p:cNvSpPr txBox="1">
            <a:spLocks noGrp="1"/>
          </p:cNvSpPr>
          <p:nvPr>
            <p:ph type="subTitle" idx="1"/>
          </p:nvPr>
        </p:nvSpPr>
        <p:spPr>
          <a:xfrm>
            <a:off x="963188" y="5427788"/>
            <a:ext cx="36990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cxnSp>
        <p:nvCxnSpPr>
          <p:cNvPr id="95" name="Google Shape;95;p11"/>
          <p:cNvCxnSpPr/>
          <p:nvPr/>
        </p:nvCxnSpPr>
        <p:spPr>
          <a:xfrm>
            <a:off x="1783800" y="3300300"/>
            <a:ext cx="8624400" cy="0"/>
          </a:xfrm>
          <a:prstGeom prst="straightConnector1">
            <a:avLst/>
          </a:prstGeom>
          <a:noFill/>
          <a:ln w="9525" cap="flat" cmpd="sng">
            <a:solidFill>
              <a:schemeClr val="dk1"/>
            </a:solidFill>
            <a:prstDash val="solid"/>
            <a:round/>
            <a:headEnd type="none" w="med" len="med"/>
            <a:tailEnd type="none" w="med" len="med"/>
          </a:ln>
        </p:spPr>
      </p:cxnSp>
      <p:cxnSp>
        <p:nvCxnSpPr>
          <p:cNvPr id="96" name="Google Shape;96;p11"/>
          <p:cNvCxnSpPr/>
          <p:nvPr/>
        </p:nvCxnSpPr>
        <p:spPr>
          <a:xfrm>
            <a:off x="1319438" y="5885275"/>
            <a:ext cx="2986500" cy="0"/>
          </a:xfrm>
          <a:prstGeom prst="straightConnector1">
            <a:avLst/>
          </a:prstGeom>
          <a:noFill/>
          <a:ln w="9525" cap="flat" cmpd="sng">
            <a:solidFill>
              <a:schemeClr val="dk1"/>
            </a:solidFill>
            <a:prstDash val="solid"/>
            <a:round/>
            <a:headEnd type="none" w="med" len="med"/>
            <a:tailEnd type="none" w="med" len="med"/>
          </a:ln>
        </p:spPr>
      </p:cxnSp>
      <p:sp>
        <p:nvSpPr>
          <p:cNvPr id="97" name="Google Shape;97;p11"/>
          <p:cNvSpPr txBox="1">
            <a:spLocks noGrp="1"/>
          </p:cNvSpPr>
          <p:nvPr>
            <p:ph type="subTitle" idx="2"/>
          </p:nvPr>
        </p:nvSpPr>
        <p:spPr>
          <a:xfrm>
            <a:off x="963188" y="5885288"/>
            <a:ext cx="36990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sp>
        <p:nvSpPr>
          <p:cNvPr id="98" name="Google Shape;98;p11"/>
          <p:cNvSpPr txBox="1">
            <a:spLocks noGrp="1"/>
          </p:cNvSpPr>
          <p:nvPr>
            <p:ph type="subTitle" idx="3"/>
          </p:nvPr>
        </p:nvSpPr>
        <p:spPr>
          <a:xfrm>
            <a:off x="7529813" y="5427788"/>
            <a:ext cx="36990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cxnSp>
        <p:nvCxnSpPr>
          <p:cNvPr id="99" name="Google Shape;99;p11"/>
          <p:cNvCxnSpPr/>
          <p:nvPr/>
        </p:nvCxnSpPr>
        <p:spPr>
          <a:xfrm>
            <a:off x="7886063" y="5885275"/>
            <a:ext cx="2986500" cy="0"/>
          </a:xfrm>
          <a:prstGeom prst="straightConnector1">
            <a:avLst/>
          </a:prstGeom>
          <a:noFill/>
          <a:ln w="9525" cap="flat" cmpd="sng">
            <a:solidFill>
              <a:schemeClr val="dk1"/>
            </a:solidFill>
            <a:prstDash val="solid"/>
            <a:round/>
            <a:headEnd type="none" w="med" len="med"/>
            <a:tailEnd type="none" w="med" len="med"/>
          </a:ln>
        </p:spPr>
      </p:cxnSp>
      <p:sp>
        <p:nvSpPr>
          <p:cNvPr id="100" name="Google Shape;100;p11"/>
          <p:cNvSpPr txBox="1">
            <a:spLocks noGrp="1"/>
          </p:cNvSpPr>
          <p:nvPr>
            <p:ph type="subTitle" idx="4"/>
          </p:nvPr>
        </p:nvSpPr>
        <p:spPr>
          <a:xfrm>
            <a:off x="7529813" y="5885288"/>
            <a:ext cx="36990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sp>
        <p:nvSpPr>
          <p:cNvPr id="101" name="Google Shape;101;p11"/>
          <p:cNvSpPr txBox="1">
            <a:spLocks noGrp="1"/>
          </p:cNvSpPr>
          <p:nvPr>
            <p:ph type="subTitle" idx="5"/>
          </p:nvPr>
        </p:nvSpPr>
        <p:spPr>
          <a:xfrm>
            <a:off x="3124958" y="4658763"/>
            <a:ext cx="59421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sp>
        <p:nvSpPr>
          <p:cNvPr id="102" name="Google Shape;102;p11"/>
          <p:cNvSpPr txBox="1">
            <a:spLocks noGrp="1"/>
          </p:cNvSpPr>
          <p:nvPr>
            <p:ph type="title" idx="6"/>
          </p:nvPr>
        </p:nvSpPr>
        <p:spPr>
          <a:xfrm>
            <a:off x="2252850" y="3972088"/>
            <a:ext cx="7686300" cy="686700"/>
          </a:xfrm>
          <a:prstGeom prst="rect">
            <a:avLst/>
          </a:prstGeom>
        </p:spPr>
        <p:txBody>
          <a:bodyPr spcFirstLastPara="1" wrap="square" lIns="121900" tIns="121900" rIns="121900" bIns="121900" anchor="t" anchorCtr="0">
            <a:norm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103" name="Google Shape;103;p11"/>
          <p:cNvSpPr txBox="1">
            <a:spLocks noGrp="1"/>
          </p:cNvSpPr>
          <p:nvPr>
            <p:ph type="subTitle" idx="7"/>
          </p:nvPr>
        </p:nvSpPr>
        <p:spPr>
          <a:xfrm>
            <a:off x="3124958" y="3514588"/>
            <a:ext cx="59421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a:lvl1pPr>
            <a:lvl2pPr lvl="1" algn="ctr" rtl="0">
              <a:lnSpc>
                <a:spcPct val="100000"/>
              </a:lnSpc>
              <a:spcBef>
                <a:spcPts val="0"/>
              </a:spcBef>
              <a:spcAft>
                <a:spcPts val="0"/>
              </a:spcAft>
              <a:buSzPts val="1300"/>
              <a:buNone/>
              <a:defRPr sz="1300"/>
            </a:lvl2pPr>
            <a:lvl3pPr lvl="2" algn="ctr" rtl="0">
              <a:lnSpc>
                <a:spcPct val="100000"/>
              </a:lnSpc>
              <a:spcBef>
                <a:spcPts val="0"/>
              </a:spcBef>
              <a:spcAft>
                <a:spcPts val="0"/>
              </a:spcAft>
              <a:buSzPts val="1300"/>
              <a:buNone/>
              <a:defRPr sz="1300"/>
            </a:lvl3pPr>
            <a:lvl4pPr lvl="3" algn="ctr" rtl="0">
              <a:lnSpc>
                <a:spcPct val="100000"/>
              </a:lnSpc>
              <a:spcBef>
                <a:spcPts val="0"/>
              </a:spcBef>
              <a:spcAft>
                <a:spcPts val="0"/>
              </a:spcAft>
              <a:buSzPts val="1300"/>
              <a:buNone/>
              <a:defRPr sz="1300"/>
            </a:lvl4pPr>
            <a:lvl5pPr lvl="4" algn="ctr" rtl="0">
              <a:lnSpc>
                <a:spcPct val="100000"/>
              </a:lnSpc>
              <a:spcBef>
                <a:spcPts val="0"/>
              </a:spcBef>
              <a:spcAft>
                <a:spcPts val="0"/>
              </a:spcAft>
              <a:buSzPts val="1300"/>
              <a:buNone/>
              <a:defRPr sz="1300"/>
            </a:lvl5pPr>
            <a:lvl6pPr lvl="5" algn="ctr" rtl="0">
              <a:lnSpc>
                <a:spcPct val="100000"/>
              </a:lnSpc>
              <a:spcBef>
                <a:spcPts val="0"/>
              </a:spcBef>
              <a:spcAft>
                <a:spcPts val="0"/>
              </a:spcAft>
              <a:buSzPts val="1300"/>
              <a:buNone/>
              <a:defRPr sz="1300"/>
            </a:lvl6pPr>
            <a:lvl7pPr lvl="6" algn="ctr" rtl="0">
              <a:lnSpc>
                <a:spcPct val="100000"/>
              </a:lnSpc>
              <a:spcBef>
                <a:spcPts val="0"/>
              </a:spcBef>
              <a:spcAft>
                <a:spcPts val="0"/>
              </a:spcAft>
              <a:buSzPts val="1300"/>
              <a:buNone/>
              <a:defRPr sz="1300"/>
            </a:lvl7pPr>
            <a:lvl8pPr lvl="7" algn="ctr" rtl="0">
              <a:lnSpc>
                <a:spcPct val="100000"/>
              </a:lnSpc>
              <a:spcBef>
                <a:spcPts val="0"/>
              </a:spcBef>
              <a:spcAft>
                <a:spcPts val="0"/>
              </a:spcAft>
              <a:buSzPts val="1300"/>
              <a:buNone/>
              <a:defRPr sz="1300"/>
            </a:lvl8pPr>
            <a:lvl9pPr lvl="8" algn="ctr" rtl="0">
              <a:lnSpc>
                <a:spcPct val="100000"/>
              </a:lnSpc>
              <a:spcBef>
                <a:spcPts val="0"/>
              </a:spcBef>
              <a:spcAft>
                <a:spcPts val="0"/>
              </a:spcAft>
              <a:buSzPts val="1300"/>
              <a:buNone/>
              <a:defRPr sz="1300"/>
            </a:lvl9pPr>
          </a:lstStyle>
          <a:p>
            <a:endParaRPr/>
          </a:p>
        </p:txBody>
      </p:sp>
      <p:sp>
        <p:nvSpPr>
          <p:cNvPr id="104" name="Google Shape;104;p11"/>
          <p:cNvSpPr txBox="1">
            <a:spLocks noGrp="1"/>
          </p:cNvSpPr>
          <p:nvPr>
            <p:ph type="subTitle" idx="8"/>
          </p:nvPr>
        </p:nvSpPr>
        <p:spPr>
          <a:xfrm>
            <a:off x="1783800" y="2538013"/>
            <a:ext cx="8624400" cy="763500"/>
          </a:xfrm>
          <a:prstGeom prst="rect">
            <a:avLst/>
          </a:prstGeom>
        </p:spPr>
        <p:txBody>
          <a:bodyPr spcFirstLastPara="1" wrap="square" lIns="121900" tIns="121900" rIns="121900" bIns="121900" anchor="t" anchorCtr="0">
            <a:normAutofit/>
          </a:bodyPr>
          <a:lstStyle>
            <a:lvl1pPr lvl="0" algn="ctr" rtl="0">
              <a:lnSpc>
                <a:spcPct val="80000"/>
              </a:lnSpc>
              <a:spcBef>
                <a:spcPts val="0"/>
              </a:spcBef>
              <a:spcAft>
                <a:spcPts val="0"/>
              </a:spcAft>
              <a:buSzPts val="4800"/>
              <a:buNone/>
              <a:defRPr sz="5500"/>
            </a:lvl1pPr>
            <a:lvl2pPr lvl="1" algn="ctr" rtl="0">
              <a:lnSpc>
                <a:spcPct val="100000"/>
              </a:lnSpc>
              <a:spcBef>
                <a:spcPts val="0"/>
              </a:spcBef>
              <a:spcAft>
                <a:spcPts val="0"/>
              </a:spcAft>
              <a:buSzPts val="4800"/>
              <a:buNone/>
              <a:defRPr sz="4800"/>
            </a:lvl2pPr>
            <a:lvl3pPr lvl="2" algn="ctr" rtl="0">
              <a:lnSpc>
                <a:spcPct val="100000"/>
              </a:lnSpc>
              <a:spcBef>
                <a:spcPts val="0"/>
              </a:spcBef>
              <a:spcAft>
                <a:spcPts val="0"/>
              </a:spcAft>
              <a:buSzPts val="4800"/>
              <a:buNone/>
              <a:defRPr sz="4800"/>
            </a:lvl3pPr>
            <a:lvl4pPr lvl="3" algn="ctr" rtl="0">
              <a:lnSpc>
                <a:spcPct val="100000"/>
              </a:lnSpc>
              <a:spcBef>
                <a:spcPts val="0"/>
              </a:spcBef>
              <a:spcAft>
                <a:spcPts val="0"/>
              </a:spcAft>
              <a:buSzPts val="4800"/>
              <a:buNone/>
              <a:defRPr sz="4800"/>
            </a:lvl4pPr>
            <a:lvl5pPr lvl="4" algn="ctr" rtl="0">
              <a:lnSpc>
                <a:spcPct val="100000"/>
              </a:lnSpc>
              <a:spcBef>
                <a:spcPts val="0"/>
              </a:spcBef>
              <a:spcAft>
                <a:spcPts val="0"/>
              </a:spcAft>
              <a:buSzPts val="4800"/>
              <a:buNone/>
              <a:defRPr sz="4800"/>
            </a:lvl5pPr>
            <a:lvl6pPr lvl="5" algn="ctr" rtl="0">
              <a:lnSpc>
                <a:spcPct val="100000"/>
              </a:lnSpc>
              <a:spcBef>
                <a:spcPts val="0"/>
              </a:spcBef>
              <a:spcAft>
                <a:spcPts val="0"/>
              </a:spcAft>
              <a:buSzPts val="4800"/>
              <a:buNone/>
              <a:defRPr sz="4800"/>
            </a:lvl6pPr>
            <a:lvl7pPr lvl="6" algn="ctr" rtl="0">
              <a:lnSpc>
                <a:spcPct val="100000"/>
              </a:lnSpc>
              <a:spcBef>
                <a:spcPts val="0"/>
              </a:spcBef>
              <a:spcAft>
                <a:spcPts val="0"/>
              </a:spcAft>
              <a:buSzPts val="4800"/>
              <a:buNone/>
              <a:defRPr sz="4800"/>
            </a:lvl7pPr>
            <a:lvl8pPr lvl="7" algn="ctr" rtl="0">
              <a:lnSpc>
                <a:spcPct val="100000"/>
              </a:lnSpc>
              <a:spcBef>
                <a:spcPts val="0"/>
              </a:spcBef>
              <a:spcAft>
                <a:spcPts val="0"/>
              </a:spcAft>
              <a:buSzPts val="4800"/>
              <a:buNone/>
              <a:defRPr sz="4800"/>
            </a:lvl8pPr>
            <a:lvl9pPr lvl="8" algn="ctr" rtl="0">
              <a:lnSpc>
                <a:spcPct val="100000"/>
              </a:lnSpc>
              <a:spcBef>
                <a:spcPts val="0"/>
              </a:spcBef>
              <a:spcAft>
                <a:spcPts val="0"/>
              </a:spcAft>
              <a:buSzPts val="4800"/>
              <a:buNone/>
              <a:defRPr sz="4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0"/>
        <p:cNvGrpSpPr/>
        <p:nvPr/>
      </p:nvGrpSpPr>
      <p:grpSpPr>
        <a:xfrm>
          <a:off x="0" y="0"/>
          <a:ext cx="0" cy="0"/>
          <a:chOff x="0" y="0"/>
          <a:chExt cx="0" cy="0"/>
        </a:xfrm>
      </p:grpSpPr>
      <p:sp>
        <p:nvSpPr>
          <p:cNvPr id="121" name="Google Shape;121;p13"/>
          <p:cNvSpPr txBox="1">
            <a:spLocks noGrp="1"/>
          </p:cNvSpPr>
          <p:nvPr>
            <p:ph type="title"/>
          </p:nvPr>
        </p:nvSpPr>
        <p:spPr>
          <a:xfrm>
            <a:off x="415650" y="389867"/>
            <a:ext cx="11360700" cy="763500"/>
          </a:xfrm>
          <a:prstGeom prst="rect">
            <a:avLst/>
          </a:prstGeom>
          <a:solidFill>
            <a:schemeClr val="dk1"/>
          </a:solidFill>
        </p:spPr>
        <p:txBody>
          <a:bodyPr spcFirstLastPara="1" wrap="square" lIns="121900" tIns="121900" rIns="121900" bIns="121900" anchor="t" anchorCtr="0">
            <a:normAutofit/>
          </a:bodyPr>
          <a:lstStyle>
            <a:lvl1pPr lvl="0" algn="ctr">
              <a:spcBef>
                <a:spcPts val="0"/>
              </a:spcBef>
              <a:spcAft>
                <a:spcPts val="0"/>
              </a:spcAft>
              <a:buSzPts val="3600"/>
              <a:buNone/>
              <a:defRPr sz="3640">
                <a:solidFill>
                  <a:schemeClr val="lt1"/>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22" name="Google Shape;122;p1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3"/>
        <p:cNvGrpSpPr/>
        <p:nvPr/>
      </p:nvGrpSpPr>
      <p:grpSpPr>
        <a:xfrm>
          <a:off x="0" y="0"/>
          <a:ext cx="0" cy="0"/>
          <a:chOff x="0" y="0"/>
          <a:chExt cx="0" cy="0"/>
        </a:xfrm>
      </p:grpSpPr>
      <p:sp>
        <p:nvSpPr>
          <p:cNvPr id="124" name="Google Shape;124;p14"/>
          <p:cNvSpPr/>
          <p:nvPr/>
        </p:nvSpPr>
        <p:spPr>
          <a:xfrm>
            <a:off x="655400" y="2292075"/>
            <a:ext cx="6467100" cy="3225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125" name="Google Shape;125;p14"/>
          <p:cNvSpPr txBox="1">
            <a:spLocks noGrp="1"/>
          </p:cNvSpPr>
          <p:nvPr>
            <p:ph type="title"/>
          </p:nvPr>
        </p:nvSpPr>
        <p:spPr>
          <a:xfrm>
            <a:off x="655399" y="1340525"/>
            <a:ext cx="6467100" cy="759000"/>
          </a:xfrm>
          <a:prstGeom prst="rect">
            <a:avLst/>
          </a:prstGeom>
          <a:solidFill>
            <a:schemeClr val="dk1"/>
          </a:solidFill>
        </p:spPr>
        <p:txBody>
          <a:bodyPr spcFirstLastPara="1" wrap="square" lIns="121900" tIns="121900" rIns="121900" bIns="121900" anchor="ctr" anchorCtr="0">
            <a:normAutofit/>
          </a:bodyPr>
          <a:lstStyle>
            <a:lvl1pPr lvl="0">
              <a:spcBef>
                <a:spcPts val="0"/>
              </a:spcBef>
              <a:spcAft>
                <a:spcPts val="0"/>
              </a:spcAft>
              <a:buSzPts val="3200"/>
              <a:buNone/>
              <a:defRPr>
                <a:solidFill>
                  <a:schemeClr val="lt1"/>
                </a:solidFill>
              </a:defRPr>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126" name="Google Shape;126;p14"/>
          <p:cNvSpPr txBox="1">
            <a:spLocks noGrp="1"/>
          </p:cNvSpPr>
          <p:nvPr>
            <p:ph type="body" idx="1"/>
          </p:nvPr>
        </p:nvSpPr>
        <p:spPr>
          <a:xfrm>
            <a:off x="1016600" y="2576975"/>
            <a:ext cx="5744700" cy="2612400"/>
          </a:xfrm>
          <a:prstGeom prst="rect">
            <a:avLst/>
          </a:prstGeom>
          <a:ln>
            <a:noFill/>
          </a:ln>
        </p:spPr>
        <p:txBody>
          <a:bodyPr spcFirstLastPara="1" wrap="square" lIns="121900" tIns="121900" rIns="121900" bIns="121900" anchor="ctr" anchorCtr="0">
            <a:normAutofit/>
          </a:bodyPr>
          <a:lstStyle>
            <a:lvl1pPr marL="457200" lvl="0" indent="-330200">
              <a:lnSpc>
                <a:spcPct val="100000"/>
              </a:lnSpc>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127" name="Google Shape;127;p1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8" name="Google Shape;128;p14"/>
          <p:cNvSpPr>
            <a:spLocks noGrp="1"/>
          </p:cNvSpPr>
          <p:nvPr>
            <p:ph type="pic" idx="2"/>
          </p:nvPr>
        </p:nvSpPr>
        <p:spPr>
          <a:xfrm>
            <a:off x="7359625" y="1340525"/>
            <a:ext cx="4176900" cy="4176900"/>
          </a:xfrm>
          <a:prstGeom prst="rect">
            <a:avLst/>
          </a:prstGeom>
          <a:noFill/>
          <a:ln w="9525" cap="flat" cmpd="sng">
            <a:solidFill>
              <a:schemeClr val="accent1"/>
            </a:solidFill>
            <a:prstDash val="solid"/>
            <a:round/>
            <a:headEnd type="none" w="sm" len="sm"/>
            <a:tailEnd type="none" w="sm" len="sm"/>
          </a:ln>
        </p:spPr>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and image left">
  <p:cSld name="ONE_COLUMN_TEXT_1">
    <p:bg>
      <p:bgPr>
        <a:solidFill>
          <a:schemeClr val="dk1"/>
        </a:solidFill>
        <a:effectLst/>
      </p:bgPr>
    </p:bg>
    <p:spTree>
      <p:nvGrpSpPr>
        <p:cNvPr id="1" name="Shape 129"/>
        <p:cNvGrpSpPr/>
        <p:nvPr/>
      </p:nvGrpSpPr>
      <p:grpSpPr>
        <a:xfrm>
          <a:off x="0" y="0"/>
          <a:ext cx="0" cy="0"/>
          <a:chOff x="0" y="0"/>
          <a:chExt cx="0" cy="0"/>
        </a:xfrm>
      </p:grpSpPr>
      <p:sp>
        <p:nvSpPr>
          <p:cNvPr id="130" name="Google Shape;130;p15"/>
          <p:cNvSpPr txBox="1">
            <a:spLocks noGrp="1"/>
          </p:cNvSpPr>
          <p:nvPr>
            <p:ph type="title"/>
          </p:nvPr>
        </p:nvSpPr>
        <p:spPr>
          <a:xfrm>
            <a:off x="7393350" y="509800"/>
            <a:ext cx="4200000" cy="4679400"/>
          </a:xfrm>
          <a:prstGeom prst="rect">
            <a:avLst/>
          </a:prstGeom>
          <a:ln w="9525" cap="flat" cmpd="sng">
            <a:solidFill>
              <a:schemeClr val="lt1"/>
            </a:solidFill>
            <a:prstDash val="solid"/>
            <a:round/>
            <a:headEnd type="none" w="sm" len="sm"/>
            <a:tailEnd type="none" w="sm" len="sm"/>
          </a:ln>
        </p:spPr>
        <p:txBody>
          <a:bodyPr spcFirstLastPara="1" wrap="square" lIns="121900" tIns="121900" rIns="121900" bIns="121900" anchor="ctr" anchorCtr="0">
            <a:normAutofit/>
          </a:bodyPr>
          <a:lstStyle>
            <a:lvl1pPr lvl="0" rtl="0">
              <a:spcBef>
                <a:spcPts val="0"/>
              </a:spcBef>
              <a:spcAft>
                <a:spcPts val="0"/>
              </a:spcAft>
              <a:buClr>
                <a:schemeClr val="lt1"/>
              </a:buClr>
              <a:buSzPts val="3200"/>
              <a:buNone/>
              <a:defRPr sz="6000">
                <a:solidFill>
                  <a:schemeClr val="lt1"/>
                </a:solidFill>
              </a:defRPr>
            </a:lvl1pPr>
            <a:lvl2pPr lvl="1" rtl="0">
              <a:spcBef>
                <a:spcPts val="0"/>
              </a:spcBef>
              <a:spcAft>
                <a:spcPts val="0"/>
              </a:spcAft>
              <a:buClr>
                <a:schemeClr val="lt1"/>
              </a:buClr>
              <a:buSzPts val="3200"/>
              <a:buNone/>
              <a:defRPr sz="3200">
                <a:solidFill>
                  <a:schemeClr val="lt1"/>
                </a:solidFill>
              </a:defRPr>
            </a:lvl2pPr>
            <a:lvl3pPr lvl="2" rtl="0">
              <a:spcBef>
                <a:spcPts val="0"/>
              </a:spcBef>
              <a:spcAft>
                <a:spcPts val="0"/>
              </a:spcAft>
              <a:buClr>
                <a:schemeClr val="lt1"/>
              </a:buClr>
              <a:buSzPts val="3200"/>
              <a:buNone/>
              <a:defRPr sz="3200">
                <a:solidFill>
                  <a:schemeClr val="lt1"/>
                </a:solidFill>
              </a:defRPr>
            </a:lvl3pPr>
            <a:lvl4pPr lvl="3" rtl="0">
              <a:spcBef>
                <a:spcPts val="0"/>
              </a:spcBef>
              <a:spcAft>
                <a:spcPts val="0"/>
              </a:spcAft>
              <a:buClr>
                <a:schemeClr val="lt1"/>
              </a:buClr>
              <a:buSzPts val="3200"/>
              <a:buNone/>
              <a:defRPr sz="3200">
                <a:solidFill>
                  <a:schemeClr val="lt1"/>
                </a:solidFill>
              </a:defRPr>
            </a:lvl4pPr>
            <a:lvl5pPr lvl="4" rtl="0">
              <a:spcBef>
                <a:spcPts val="0"/>
              </a:spcBef>
              <a:spcAft>
                <a:spcPts val="0"/>
              </a:spcAft>
              <a:buClr>
                <a:schemeClr val="lt1"/>
              </a:buClr>
              <a:buSzPts val="3200"/>
              <a:buNone/>
              <a:defRPr sz="3200">
                <a:solidFill>
                  <a:schemeClr val="lt1"/>
                </a:solidFill>
              </a:defRPr>
            </a:lvl5pPr>
            <a:lvl6pPr lvl="5" rtl="0">
              <a:spcBef>
                <a:spcPts val="0"/>
              </a:spcBef>
              <a:spcAft>
                <a:spcPts val="0"/>
              </a:spcAft>
              <a:buClr>
                <a:schemeClr val="lt1"/>
              </a:buClr>
              <a:buSzPts val="3200"/>
              <a:buNone/>
              <a:defRPr sz="3200">
                <a:solidFill>
                  <a:schemeClr val="lt1"/>
                </a:solidFill>
              </a:defRPr>
            </a:lvl6pPr>
            <a:lvl7pPr lvl="6" rtl="0">
              <a:spcBef>
                <a:spcPts val="0"/>
              </a:spcBef>
              <a:spcAft>
                <a:spcPts val="0"/>
              </a:spcAft>
              <a:buClr>
                <a:schemeClr val="lt1"/>
              </a:buClr>
              <a:buSzPts val="3200"/>
              <a:buNone/>
              <a:defRPr sz="3200">
                <a:solidFill>
                  <a:schemeClr val="lt1"/>
                </a:solidFill>
              </a:defRPr>
            </a:lvl7pPr>
            <a:lvl8pPr lvl="7" rtl="0">
              <a:spcBef>
                <a:spcPts val="0"/>
              </a:spcBef>
              <a:spcAft>
                <a:spcPts val="0"/>
              </a:spcAft>
              <a:buClr>
                <a:schemeClr val="lt1"/>
              </a:buClr>
              <a:buSzPts val="3200"/>
              <a:buNone/>
              <a:defRPr sz="3200">
                <a:solidFill>
                  <a:schemeClr val="lt1"/>
                </a:solidFill>
              </a:defRPr>
            </a:lvl8pPr>
            <a:lvl9pPr lvl="8" rtl="0">
              <a:spcBef>
                <a:spcPts val="0"/>
              </a:spcBef>
              <a:spcAft>
                <a:spcPts val="0"/>
              </a:spcAft>
              <a:buClr>
                <a:schemeClr val="lt1"/>
              </a:buClr>
              <a:buSzPts val="3200"/>
              <a:buNone/>
              <a:defRPr sz="3200">
                <a:solidFill>
                  <a:schemeClr val="lt1"/>
                </a:solidFill>
              </a:defRPr>
            </a:lvl9pPr>
          </a:lstStyle>
          <a:p>
            <a:endParaRPr/>
          </a:p>
        </p:txBody>
      </p:sp>
      <p:sp>
        <p:nvSpPr>
          <p:cNvPr id="131" name="Google Shape;131;p15"/>
          <p:cNvSpPr txBox="1">
            <a:spLocks noGrp="1"/>
          </p:cNvSpPr>
          <p:nvPr>
            <p:ph type="body" idx="1"/>
          </p:nvPr>
        </p:nvSpPr>
        <p:spPr>
          <a:xfrm>
            <a:off x="598650" y="5491100"/>
            <a:ext cx="10994700" cy="857100"/>
          </a:xfrm>
          <a:prstGeom prst="rect">
            <a:avLst/>
          </a:prstGeom>
          <a:ln w="9525" cap="flat" cmpd="sng">
            <a:solidFill>
              <a:schemeClr val="lt1"/>
            </a:solidFill>
            <a:prstDash val="solid"/>
            <a:round/>
            <a:headEnd type="none" w="sm" len="sm"/>
            <a:tailEnd type="none" w="sm" len="sm"/>
          </a:ln>
        </p:spPr>
        <p:txBody>
          <a:bodyPr spcFirstLastPara="1" wrap="square" lIns="121900" tIns="121900" rIns="121900" bIns="121900" anchor="t" anchorCtr="0">
            <a:normAutofit/>
          </a:bodyPr>
          <a:lstStyle>
            <a:lvl1pPr marL="457200" lvl="0" indent="-330200" rtl="0">
              <a:spcBef>
                <a:spcPts val="0"/>
              </a:spcBef>
              <a:spcAft>
                <a:spcPts val="0"/>
              </a:spcAft>
              <a:buClr>
                <a:schemeClr val="lt1"/>
              </a:buClr>
              <a:buSzPts val="1600"/>
              <a:buChar char="●"/>
              <a:defRPr>
                <a:solidFill>
                  <a:schemeClr val="lt1"/>
                </a:solidFill>
              </a:defRPr>
            </a:lvl1pPr>
            <a:lvl2pPr marL="914400" lvl="1" indent="-412750" rtl="0">
              <a:spcBef>
                <a:spcPts val="0"/>
              </a:spcBef>
              <a:spcAft>
                <a:spcPts val="0"/>
              </a:spcAft>
              <a:buClr>
                <a:schemeClr val="lt1"/>
              </a:buClr>
              <a:buSzPts val="2900"/>
              <a:buChar char="○"/>
              <a:defRPr sz="2900">
                <a:solidFill>
                  <a:schemeClr val="lt1"/>
                </a:solidFill>
              </a:defRPr>
            </a:lvl2pPr>
            <a:lvl3pPr marL="1371600" lvl="2" indent="-412750" rtl="0">
              <a:spcBef>
                <a:spcPts val="0"/>
              </a:spcBef>
              <a:spcAft>
                <a:spcPts val="0"/>
              </a:spcAft>
              <a:buClr>
                <a:schemeClr val="lt1"/>
              </a:buClr>
              <a:buSzPts val="2900"/>
              <a:buChar char="■"/>
              <a:defRPr sz="2900">
                <a:solidFill>
                  <a:schemeClr val="lt1"/>
                </a:solidFill>
              </a:defRPr>
            </a:lvl3pPr>
            <a:lvl4pPr marL="1828800" lvl="3" indent="-412750" rtl="0">
              <a:spcBef>
                <a:spcPts val="0"/>
              </a:spcBef>
              <a:spcAft>
                <a:spcPts val="0"/>
              </a:spcAft>
              <a:buClr>
                <a:schemeClr val="lt1"/>
              </a:buClr>
              <a:buSzPts val="2900"/>
              <a:buChar char="●"/>
              <a:defRPr sz="2900">
                <a:solidFill>
                  <a:schemeClr val="lt1"/>
                </a:solidFill>
              </a:defRPr>
            </a:lvl4pPr>
            <a:lvl5pPr marL="2286000" lvl="4" indent="-412750" rtl="0">
              <a:spcBef>
                <a:spcPts val="0"/>
              </a:spcBef>
              <a:spcAft>
                <a:spcPts val="0"/>
              </a:spcAft>
              <a:buClr>
                <a:schemeClr val="lt1"/>
              </a:buClr>
              <a:buSzPts val="2900"/>
              <a:buChar char="○"/>
              <a:defRPr sz="2900">
                <a:solidFill>
                  <a:schemeClr val="lt1"/>
                </a:solidFill>
              </a:defRPr>
            </a:lvl5pPr>
            <a:lvl6pPr marL="2743200" lvl="5" indent="-412750" rtl="0">
              <a:spcBef>
                <a:spcPts val="0"/>
              </a:spcBef>
              <a:spcAft>
                <a:spcPts val="0"/>
              </a:spcAft>
              <a:buClr>
                <a:schemeClr val="lt1"/>
              </a:buClr>
              <a:buSzPts val="2900"/>
              <a:buChar char="■"/>
              <a:defRPr sz="2900">
                <a:solidFill>
                  <a:schemeClr val="lt1"/>
                </a:solidFill>
              </a:defRPr>
            </a:lvl6pPr>
            <a:lvl7pPr marL="3200400" lvl="6" indent="-412750" rtl="0">
              <a:spcBef>
                <a:spcPts val="0"/>
              </a:spcBef>
              <a:spcAft>
                <a:spcPts val="0"/>
              </a:spcAft>
              <a:buClr>
                <a:schemeClr val="lt1"/>
              </a:buClr>
              <a:buSzPts val="2900"/>
              <a:buChar char="●"/>
              <a:defRPr sz="2900">
                <a:solidFill>
                  <a:schemeClr val="lt1"/>
                </a:solidFill>
              </a:defRPr>
            </a:lvl7pPr>
            <a:lvl8pPr marL="3657600" lvl="7" indent="-412750" rtl="0">
              <a:spcBef>
                <a:spcPts val="0"/>
              </a:spcBef>
              <a:spcAft>
                <a:spcPts val="0"/>
              </a:spcAft>
              <a:buClr>
                <a:schemeClr val="lt1"/>
              </a:buClr>
              <a:buSzPts val="2900"/>
              <a:buChar char="○"/>
              <a:defRPr sz="2900">
                <a:solidFill>
                  <a:schemeClr val="lt1"/>
                </a:solidFill>
              </a:defRPr>
            </a:lvl8pPr>
            <a:lvl9pPr marL="4114800" lvl="8" indent="-412750" rtl="0">
              <a:spcBef>
                <a:spcPts val="0"/>
              </a:spcBef>
              <a:spcAft>
                <a:spcPts val="0"/>
              </a:spcAft>
              <a:buClr>
                <a:schemeClr val="lt1"/>
              </a:buClr>
              <a:buSzPts val="2900"/>
              <a:buChar char="■"/>
              <a:defRPr sz="2900">
                <a:solidFill>
                  <a:schemeClr val="lt1"/>
                </a:solidFill>
              </a:defRPr>
            </a:lvl9pPr>
          </a:lstStyle>
          <a:p>
            <a:endParaRPr/>
          </a:p>
        </p:txBody>
      </p:sp>
      <p:sp>
        <p:nvSpPr>
          <p:cNvPr id="132" name="Google Shape;132;p1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3" name="Google Shape;133;p15"/>
          <p:cNvSpPr>
            <a:spLocks noGrp="1"/>
          </p:cNvSpPr>
          <p:nvPr>
            <p:ph type="pic" idx="2"/>
          </p:nvPr>
        </p:nvSpPr>
        <p:spPr>
          <a:xfrm>
            <a:off x="598650" y="509800"/>
            <a:ext cx="6469500" cy="46794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and image right">
  <p:cSld name="ONE_COLUMN_TEXT_1_1">
    <p:spTree>
      <p:nvGrpSpPr>
        <p:cNvPr id="1" name="Shape 134"/>
        <p:cNvGrpSpPr/>
        <p:nvPr/>
      </p:nvGrpSpPr>
      <p:grpSpPr>
        <a:xfrm>
          <a:off x="0" y="0"/>
          <a:ext cx="0" cy="0"/>
          <a:chOff x="0" y="0"/>
          <a:chExt cx="0" cy="0"/>
        </a:xfrm>
      </p:grpSpPr>
      <p:sp>
        <p:nvSpPr>
          <p:cNvPr id="135" name="Google Shape;135;p16"/>
          <p:cNvSpPr/>
          <p:nvPr/>
        </p:nvSpPr>
        <p:spPr>
          <a:xfrm>
            <a:off x="560825" y="534375"/>
            <a:ext cx="5432400" cy="58557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136" name="Google Shape;136;p16"/>
          <p:cNvSpPr>
            <a:spLocks noGrp="1"/>
          </p:cNvSpPr>
          <p:nvPr>
            <p:ph type="pic" idx="2"/>
          </p:nvPr>
        </p:nvSpPr>
        <p:spPr>
          <a:xfrm>
            <a:off x="6342475" y="0"/>
            <a:ext cx="5508600" cy="6858000"/>
          </a:xfrm>
          <a:prstGeom prst="rect">
            <a:avLst/>
          </a:prstGeom>
          <a:noFill/>
          <a:ln w="9525" cap="flat" cmpd="sng">
            <a:solidFill>
              <a:schemeClr val="dk1"/>
            </a:solidFill>
            <a:prstDash val="solid"/>
            <a:round/>
            <a:headEnd type="none" w="sm" len="sm"/>
            <a:tailEnd type="none" w="sm" len="sm"/>
          </a:ln>
        </p:spPr>
        <p:txBody>
          <a:bodyPr/>
          <a:lstStyle/>
          <a:p>
            <a:endParaRPr lang="en-US"/>
          </a:p>
        </p:txBody>
      </p:sp>
      <p:sp>
        <p:nvSpPr>
          <p:cNvPr id="137" name="Google Shape;137;p16"/>
          <p:cNvSpPr txBox="1">
            <a:spLocks noGrp="1"/>
          </p:cNvSpPr>
          <p:nvPr>
            <p:ph type="title"/>
          </p:nvPr>
        </p:nvSpPr>
        <p:spPr>
          <a:xfrm>
            <a:off x="768450" y="884175"/>
            <a:ext cx="5021100" cy="2799300"/>
          </a:xfrm>
          <a:prstGeom prst="rect">
            <a:avLst/>
          </a:prstGeom>
        </p:spPr>
        <p:txBody>
          <a:bodyPr spcFirstLastPara="1" wrap="square" lIns="121900" tIns="121900" rIns="121900" bIns="121900" anchor="ctr" anchorCtr="0">
            <a:normAutofit/>
          </a:bodyPr>
          <a:lstStyle>
            <a:lvl1pPr lvl="0" rtl="0">
              <a:lnSpc>
                <a:spcPct val="80000"/>
              </a:lnSpc>
              <a:spcBef>
                <a:spcPts val="0"/>
              </a:spcBef>
              <a:spcAft>
                <a:spcPts val="0"/>
              </a:spcAft>
              <a:buSzPts val="3200"/>
              <a:buNone/>
              <a:defRPr sz="78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endParaRPr/>
          </a:p>
        </p:txBody>
      </p:sp>
      <p:sp>
        <p:nvSpPr>
          <p:cNvPr id="138" name="Google Shape;138;p16"/>
          <p:cNvSpPr txBox="1">
            <a:spLocks noGrp="1"/>
          </p:cNvSpPr>
          <p:nvPr>
            <p:ph type="body" idx="1"/>
          </p:nvPr>
        </p:nvSpPr>
        <p:spPr>
          <a:xfrm>
            <a:off x="768450" y="3683375"/>
            <a:ext cx="5021100" cy="2514300"/>
          </a:xfrm>
          <a:prstGeom prst="rect">
            <a:avLst/>
          </a:prstGeom>
        </p:spPr>
        <p:txBody>
          <a:bodyPr spcFirstLastPara="1" wrap="square" lIns="121900" tIns="121900" rIns="121900" bIns="121900" anchor="t" anchorCtr="0">
            <a:normAutofit/>
          </a:bodyPr>
          <a:lstStyle>
            <a:lvl1pPr marL="457200" lvl="0" indent="-330200" rtl="0">
              <a:spcBef>
                <a:spcPts val="0"/>
              </a:spcBef>
              <a:spcAft>
                <a:spcPts val="0"/>
              </a:spcAft>
              <a:buSzPts val="1600"/>
              <a:buChar char="●"/>
              <a:defRPr/>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139" name="Google Shape;139;p1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53"/>
        <p:cNvGrpSpPr/>
        <p:nvPr/>
      </p:nvGrpSpPr>
      <p:grpSpPr>
        <a:xfrm>
          <a:off x="0" y="0"/>
          <a:ext cx="0" cy="0"/>
          <a:chOff x="0" y="0"/>
          <a:chExt cx="0" cy="0"/>
        </a:xfrm>
      </p:grpSpPr>
      <p:sp>
        <p:nvSpPr>
          <p:cNvPr id="154" name="Google Shape;154;p20"/>
          <p:cNvSpPr/>
          <p:nvPr/>
        </p:nvSpPr>
        <p:spPr>
          <a:xfrm>
            <a:off x="545700" y="1276938"/>
            <a:ext cx="11100600" cy="43041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155" name="Google Shape;155;p20"/>
          <p:cNvSpPr txBox="1">
            <a:spLocks noGrp="1"/>
          </p:cNvSpPr>
          <p:nvPr>
            <p:ph type="title" hasCustomPrompt="1"/>
          </p:nvPr>
        </p:nvSpPr>
        <p:spPr>
          <a:xfrm>
            <a:off x="549450" y="1271875"/>
            <a:ext cx="11080800" cy="3480000"/>
          </a:xfrm>
          <a:prstGeom prst="rect">
            <a:avLst/>
          </a:prstGeom>
        </p:spPr>
        <p:txBody>
          <a:bodyPr spcFirstLastPara="1" wrap="square" lIns="121900" tIns="121900" rIns="121900" bIns="121900" anchor="b" anchorCtr="0">
            <a:normAutofit/>
          </a:bodyPr>
          <a:lstStyle>
            <a:lvl1pPr lvl="0" algn="ctr">
              <a:spcBef>
                <a:spcPts val="0"/>
              </a:spcBef>
              <a:spcAft>
                <a:spcPts val="0"/>
              </a:spcAft>
              <a:buClr>
                <a:schemeClr val="lt1"/>
              </a:buClr>
              <a:buSzPts val="16000"/>
              <a:buNone/>
              <a:defRPr sz="16000">
                <a:solidFill>
                  <a:schemeClr val="lt1"/>
                </a:solidFill>
              </a:defRPr>
            </a:lvl1pPr>
            <a:lvl2pPr lvl="1" algn="ctr">
              <a:spcBef>
                <a:spcPts val="0"/>
              </a:spcBef>
              <a:spcAft>
                <a:spcPts val="0"/>
              </a:spcAft>
              <a:buClr>
                <a:schemeClr val="lt1"/>
              </a:buClr>
              <a:buSzPts val="16000"/>
              <a:buNone/>
              <a:defRPr sz="16000">
                <a:solidFill>
                  <a:schemeClr val="lt1"/>
                </a:solidFill>
              </a:defRPr>
            </a:lvl2pPr>
            <a:lvl3pPr lvl="2" algn="ctr">
              <a:spcBef>
                <a:spcPts val="0"/>
              </a:spcBef>
              <a:spcAft>
                <a:spcPts val="0"/>
              </a:spcAft>
              <a:buClr>
                <a:schemeClr val="lt1"/>
              </a:buClr>
              <a:buSzPts val="16000"/>
              <a:buNone/>
              <a:defRPr sz="16000">
                <a:solidFill>
                  <a:schemeClr val="lt1"/>
                </a:solidFill>
              </a:defRPr>
            </a:lvl3pPr>
            <a:lvl4pPr lvl="3" algn="ctr">
              <a:spcBef>
                <a:spcPts val="0"/>
              </a:spcBef>
              <a:spcAft>
                <a:spcPts val="0"/>
              </a:spcAft>
              <a:buClr>
                <a:schemeClr val="lt1"/>
              </a:buClr>
              <a:buSzPts val="16000"/>
              <a:buNone/>
              <a:defRPr sz="16000">
                <a:solidFill>
                  <a:schemeClr val="lt1"/>
                </a:solidFill>
              </a:defRPr>
            </a:lvl4pPr>
            <a:lvl5pPr lvl="4" algn="ctr">
              <a:spcBef>
                <a:spcPts val="0"/>
              </a:spcBef>
              <a:spcAft>
                <a:spcPts val="0"/>
              </a:spcAft>
              <a:buClr>
                <a:schemeClr val="lt1"/>
              </a:buClr>
              <a:buSzPts val="16000"/>
              <a:buNone/>
              <a:defRPr sz="16000">
                <a:solidFill>
                  <a:schemeClr val="lt1"/>
                </a:solidFill>
              </a:defRPr>
            </a:lvl5pPr>
            <a:lvl6pPr lvl="5" algn="ctr">
              <a:spcBef>
                <a:spcPts val="0"/>
              </a:spcBef>
              <a:spcAft>
                <a:spcPts val="0"/>
              </a:spcAft>
              <a:buClr>
                <a:schemeClr val="lt1"/>
              </a:buClr>
              <a:buSzPts val="16000"/>
              <a:buNone/>
              <a:defRPr sz="16000">
                <a:solidFill>
                  <a:schemeClr val="lt1"/>
                </a:solidFill>
              </a:defRPr>
            </a:lvl6pPr>
            <a:lvl7pPr lvl="6" algn="ctr">
              <a:spcBef>
                <a:spcPts val="0"/>
              </a:spcBef>
              <a:spcAft>
                <a:spcPts val="0"/>
              </a:spcAft>
              <a:buClr>
                <a:schemeClr val="lt1"/>
              </a:buClr>
              <a:buSzPts val="16000"/>
              <a:buNone/>
              <a:defRPr sz="16000">
                <a:solidFill>
                  <a:schemeClr val="lt1"/>
                </a:solidFill>
              </a:defRPr>
            </a:lvl7pPr>
            <a:lvl8pPr lvl="7" algn="ctr">
              <a:spcBef>
                <a:spcPts val="0"/>
              </a:spcBef>
              <a:spcAft>
                <a:spcPts val="0"/>
              </a:spcAft>
              <a:buClr>
                <a:schemeClr val="lt1"/>
              </a:buClr>
              <a:buSzPts val="16000"/>
              <a:buNone/>
              <a:defRPr sz="16000">
                <a:solidFill>
                  <a:schemeClr val="lt1"/>
                </a:solidFill>
              </a:defRPr>
            </a:lvl8pPr>
            <a:lvl9pPr lvl="8" algn="ctr">
              <a:spcBef>
                <a:spcPts val="0"/>
              </a:spcBef>
              <a:spcAft>
                <a:spcPts val="0"/>
              </a:spcAft>
              <a:buClr>
                <a:schemeClr val="lt1"/>
              </a:buClr>
              <a:buSzPts val="16000"/>
              <a:buNone/>
              <a:defRPr sz="16000">
                <a:solidFill>
                  <a:schemeClr val="lt1"/>
                </a:solidFill>
              </a:defRPr>
            </a:lvl9pPr>
          </a:lstStyle>
          <a:p>
            <a:r>
              <a:t>xx%</a:t>
            </a:r>
          </a:p>
        </p:txBody>
      </p:sp>
      <p:sp>
        <p:nvSpPr>
          <p:cNvPr id="156" name="Google Shape;156;p20"/>
          <p:cNvSpPr txBox="1">
            <a:spLocks noGrp="1"/>
          </p:cNvSpPr>
          <p:nvPr>
            <p:ph type="body" idx="1"/>
          </p:nvPr>
        </p:nvSpPr>
        <p:spPr>
          <a:xfrm>
            <a:off x="549450" y="4975600"/>
            <a:ext cx="11080800" cy="610500"/>
          </a:xfrm>
          <a:prstGeom prst="rect">
            <a:avLst/>
          </a:prstGeom>
        </p:spPr>
        <p:txBody>
          <a:bodyPr spcFirstLastPara="1" wrap="square" lIns="121900" tIns="121900" rIns="121900" bIns="121900" anchor="t" anchorCtr="0">
            <a:normAutofit/>
          </a:bodyPr>
          <a:lstStyle>
            <a:lvl1pPr marL="457200" lvl="0" indent="-330200" algn="ctr">
              <a:spcBef>
                <a:spcPts val="0"/>
              </a:spcBef>
              <a:spcAft>
                <a:spcPts val="0"/>
              </a:spcAft>
              <a:buClr>
                <a:schemeClr val="lt1"/>
              </a:buClr>
              <a:buSzPts val="1600"/>
              <a:buChar char="●"/>
              <a:defRPr>
                <a:solidFill>
                  <a:schemeClr val="lt1"/>
                </a:solidFill>
              </a:defRPr>
            </a:lvl1pPr>
            <a:lvl2pPr marL="914400" lvl="1" indent="-330200" algn="ctr">
              <a:spcBef>
                <a:spcPts val="0"/>
              </a:spcBef>
              <a:spcAft>
                <a:spcPts val="0"/>
              </a:spcAft>
              <a:buClr>
                <a:schemeClr val="lt1"/>
              </a:buClr>
              <a:buSzPts val="1600"/>
              <a:buChar char="○"/>
              <a:defRPr>
                <a:solidFill>
                  <a:schemeClr val="lt1"/>
                </a:solidFill>
              </a:defRPr>
            </a:lvl2pPr>
            <a:lvl3pPr marL="1371600" lvl="2" indent="-330200" algn="ctr">
              <a:spcBef>
                <a:spcPts val="0"/>
              </a:spcBef>
              <a:spcAft>
                <a:spcPts val="0"/>
              </a:spcAft>
              <a:buClr>
                <a:schemeClr val="lt1"/>
              </a:buClr>
              <a:buSzPts val="1600"/>
              <a:buChar char="■"/>
              <a:defRPr>
                <a:solidFill>
                  <a:schemeClr val="lt1"/>
                </a:solidFill>
              </a:defRPr>
            </a:lvl3pPr>
            <a:lvl4pPr marL="1828800" lvl="3" indent="-330200" algn="ctr">
              <a:spcBef>
                <a:spcPts val="0"/>
              </a:spcBef>
              <a:spcAft>
                <a:spcPts val="0"/>
              </a:spcAft>
              <a:buClr>
                <a:schemeClr val="lt1"/>
              </a:buClr>
              <a:buSzPts val="1600"/>
              <a:buChar char="●"/>
              <a:defRPr>
                <a:solidFill>
                  <a:schemeClr val="lt1"/>
                </a:solidFill>
              </a:defRPr>
            </a:lvl4pPr>
            <a:lvl5pPr marL="2286000" lvl="4" indent="-330200" algn="ctr">
              <a:spcBef>
                <a:spcPts val="0"/>
              </a:spcBef>
              <a:spcAft>
                <a:spcPts val="0"/>
              </a:spcAft>
              <a:buClr>
                <a:schemeClr val="lt1"/>
              </a:buClr>
              <a:buSzPts val="1600"/>
              <a:buChar char="○"/>
              <a:defRPr>
                <a:solidFill>
                  <a:schemeClr val="lt1"/>
                </a:solidFill>
              </a:defRPr>
            </a:lvl5pPr>
            <a:lvl6pPr marL="2743200" lvl="5" indent="-330200" algn="ctr">
              <a:spcBef>
                <a:spcPts val="0"/>
              </a:spcBef>
              <a:spcAft>
                <a:spcPts val="0"/>
              </a:spcAft>
              <a:buClr>
                <a:schemeClr val="lt1"/>
              </a:buClr>
              <a:buSzPts val="1600"/>
              <a:buChar char="■"/>
              <a:defRPr>
                <a:solidFill>
                  <a:schemeClr val="lt1"/>
                </a:solidFill>
              </a:defRPr>
            </a:lvl6pPr>
            <a:lvl7pPr marL="3200400" lvl="6" indent="-330200" algn="ctr">
              <a:spcBef>
                <a:spcPts val="0"/>
              </a:spcBef>
              <a:spcAft>
                <a:spcPts val="0"/>
              </a:spcAft>
              <a:buClr>
                <a:schemeClr val="lt1"/>
              </a:buClr>
              <a:buSzPts val="1600"/>
              <a:buChar char="●"/>
              <a:defRPr>
                <a:solidFill>
                  <a:schemeClr val="lt1"/>
                </a:solidFill>
              </a:defRPr>
            </a:lvl7pPr>
            <a:lvl8pPr marL="3657600" lvl="7" indent="-330200" algn="ctr">
              <a:spcBef>
                <a:spcPts val="0"/>
              </a:spcBef>
              <a:spcAft>
                <a:spcPts val="0"/>
              </a:spcAft>
              <a:buClr>
                <a:schemeClr val="lt1"/>
              </a:buClr>
              <a:buSzPts val="1600"/>
              <a:buChar char="○"/>
              <a:defRPr>
                <a:solidFill>
                  <a:schemeClr val="lt1"/>
                </a:solidFill>
              </a:defRPr>
            </a:lvl8pPr>
            <a:lvl9pPr marL="4114800" lvl="8" indent="-330200" algn="ctr">
              <a:spcBef>
                <a:spcPts val="0"/>
              </a:spcBef>
              <a:spcAft>
                <a:spcPts val="0"/>
              </a:spcAft>
              <a:buClr>
                <a:schemeClr val="lt1"/>
              </a:buClr>
              <a:buSzPts val="1600"/>
              <a:buChar char="■"/>
              <a:defRPr>
                <a:solidFill>
                  <a:schemeClr val="lt1"/>
                </a:solidFill>
              </a:defRPr>
            </a:lvl9pPr>
          </a:lstStyle>
          <a:p>
            <a:endParaRPr/>
          </a:p>
        </p:txBody>
      </p:sp>
      <p:sp>
        <p:nvSpPr>
          <p:cNvPr id="157" name="Google Shape;157;p2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8"/>
        <p:cNvGrpSpPr/>
        <p:nvPr/>
      </p:nvGrpSpPr>
      <p:grpSpPr>
        <a:xfrm>
          <a:off x="0" y="0"/>
          <a:ext cx="0" cy="0"/>
          <a:chOff x="0" y="0"/>
          <a:chExt cx="0" cy="0"/>
        </a:xfrm>
      </p:grpSpPr>
      <p:sp>
        <p:nvSpPr>
          <p:cNvPr id="159" name="Google Shape;159;p2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1"/>
              </a:buClr>
              <a:buSzPts val="3600"/>
              <a:buFont typeface="Poppins"/>
              <a:buNone/>
              <a:defRPr sz="3600" b="1">
                <a:solidFill>
                  <a:schemeClr val="dk1"/>
                </a:solidFill>
                <a:latin typeface="Poppins"/>
                <a:ea typeface="Poppins"/>
                <a:cs typeface="Poppins"/>
                <a:sym typeface="Poppins"/>
              </a:defRPr>
            </a:lvl1pPr>
            <a:lvl2pPr lvl="1">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2pPr>
            <a:lvl3pPr lvl="2">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3pPr>
            <a:lvl4pPr lvl="3">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4pPr>
            <a:lvl5pPr lvl="4">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5pPr>
            <a:lvl6pPr lvl="5">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6pPr>
            <a:lvl7pPr lvl="6">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7pPr>
            <a:lvl8pPr lvl="7">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8pPr>
            <a:lvl9pPr lvl="8">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9pPr>
          </a:lstStyle>
          <a:p>
            <a:endParaRPr/>
          </a:p>
        </p:txBody>
      </p:sp>
      <p:sp>
        <p:nvSpPr>
          <p:cNvPr id="7" name="Google Shape;7;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1pPr>
            <a:lvl2pPr marL="914400" lvl="1"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2pPr>
            <a:lvl3pPr marL="1371600" lvl="2"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3pPr>
            <a:lvl4pPr marL="1828800" lvl="3"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4pPr>
            <a:lvl5pPr marL="2286000" lvl="4"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5pPr>
            <a:lvl6pPr marL="2743200" lvl="5"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6pPr>
            <a:lvl7pPr marL="3200400" lvl="6"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7pPr>
            <a:lvl8pPr marL="3657600" lvl="7"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8pPr>
            <a:lvl9pPr marL="4114800" lvl="8"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9pPr>
          </a:lstStyle>
          <a:p>
            <a:endParaRPr/>
          </a:p>
        </p:txBody>
      </p:sp>
      <p:sp>
        <p:nvSpPr>
          <p:cNvPr id="8" name="Google Shape;8;p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8" r:id="rId8"/>
    <p:sldLayoutId id="2147483679" r:id="rId9"/>
    <p:sldLayoutId id="2147483681" r:id="rId10"/>
    <p:sldLayoutId id="2147483660" r:id="rId11"/>
    <p:sldLayoutId id="2147483661" r:id="rId12"/>
    <p:sldLayoutId id="2147483662" r:id="rId13"/>
    <p:sldLayoutId id="2147483666" r:id="rId14"/>
    <p:sldLayoutId id="2147483667"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84"/>
        <p:cNvGrpSpPr/>
        <p:nvPr/>
      </p:nvGrpSpPr>
      <p:grpSpPr>
        <a:xfrm>
          <a:off x="0" y="0"/>
          <a:ext cx="0" cy="0"/>
          <a:chOff x="0" y="0"/>
          <a:chExt cx="0" cy="0"/>
        </a:xfrm>
      </p:grpSpPr>
      <p:pic>
        <p:nvPicPr>
          <p:cNvPr id="5" name="Google Shape;204;p20">
            <a:extLst>
              <a:ext uri="{FF2B5EF4-FFF2-40B4-BE49-F238E27FC236}">
                <a16:creationId xmlns:a16="http://schemas.microsoft.com/office/drawing/2014/main" id="{88DA43A3-5897-0843-34B7-D7154D982C8D}"/>
              </a:ext>
            </a:extLst>
          </p:cNvPr>
          <p:cNvPicPr preferRelativeResize="0"/>
          <p:nvPr/>
        </p:nvPicPr>
        <p:blipFill>
          <a:blip r:embed="rId3">
            <a:alphaModFix/>
          </a:blip>
          <a:stretch>
            <a:fillRect/>
          </a:stretch>
        </p:blipFill>
        <p:spPr>
          <a:xfrm>
            <a:off x="-1663182" y="62339"/>
            <a:ext cx="14588607" cy="7414786"/>
          </a:xfrm>
          <a:prstGeom prst="rect">
            <a:avLst/>
          </a:prstGeom>
          <a:noFill/>
          <a:ln>
            <a:noFill/>
          </a:ln>
        </p:spPr>
      </p:pic>
      <p:pic>
        <p:nvPicPr>
          <p:cNvPr id="7" name="Google Shape;205;p20">
            <a:extLst>
              <a:ext uri="{FF2B5EF4-FFF2-40B4-BE49-F238E27FC236}">
                <a16:creationId xmlns:a16="http://schemas.microsoft.com/office/drawing/2014/main" id="{4D543896-5E5B-6D3C-DDA6-E6873B606521}"/>
              </a:ext>
            </a:extLst>
          </p:cNvPr>
          <p:cNvPicPr preferRelativeResize="0"/>
          <p:nvPr/>
        </p:nvPicPr>
        <p:blipFill>
          <a:blip r:embed="rId4">
            <a:alphaModFix/>
          </a:blip>
          <a:stretch>
            <a:fillRect/>
          </a:stretch>
        </p:blipFill>
        <p:spPr>
          <a:xfrm>
            <a:off x="-2478836" y="-207200"/>
            <a:ext cx="10885824" cy="10911216"/>
          </a:xfrm>
          <a:prstGeom prst="rect">
            <a:avLst/>
          </a:prstGeom>
          <a:noFill/>
          <a:ln>
            <a:noFill/>
          </a:ln>
        </p:spPr>
      </p:pic>
      <p:sp>
        <p:nvSpPr>
          <p:cNvPr id="186" name="Google Shape;186;p24"/>
          <p:cNvSpPr txBox="1">
            <a:spLocks noGrp="1"/>
          </p:cNvSpPr>
          <p:nvPr>
            <p:ph type="title" idx="4294967295"/>
          </p:nvPr>
        </p:nvSpPr>
        <p:spPr>
          <a:xfrm>
            <a:off x="7408129" y="2489200"/>
            <a:ext cx="4383821" cy="1879600"/>
          </a:xfrm>
          <a:prstGeom prst="rect">
            <a:avLst/>
          </a:prstGeom>
        </p:spPr>
        <p:txBody>
          <a:bodyPr spcFirstLastPara="1" wrap="square" lIns="121900" tIns="121900" rIns="121900" bIns="121900" anchor="ctr" anchorCtr="0">
            <a:noAutofit/>
          </a:bodyPr>
          <a:lstStyle/>
          <a:p>
            <a:pPr algn="ctr"/>
            <a:r>
              <a:rPr lang="en" sz="5400">
                <a:solidFill>
                  <a:schemeClr val="bg1"/>
                </a:solidFill>
                <a:latin typeface="Times New Roman" panose="02020603050405020304" pitchFamily="18" charset="0"/>
                <a:cs typeface="Times New Roman" panose="02020603050405020304" pitchFamily="18" charset="0"/>
              </a:rPr>
              <a:t>Our Mission: Lunar Lyft</a:t>
            </a:r>
          </a:p>
        </p:txBody>
      </p:sp>
      <p:sp>
        <p:nvSpPr>
          <p:cNvPr id="3" name="TextBox 2">
            <a:extLst>
              <a:ext uri="{FF2B5EF4-FFF2-40B4-BE49-F238E27FC236}">
                <a16:creationId xmlns:a16="http://schemas.microsoft.com/office/drawing/2014/main" id="{8E850F56-BB58-5692-9A0A-CD81BBAE14FE}"/>
              </a:ext>
            </a:extLst>
          </p:cNvPr>
          <p:cNvSpPr txBox="1"/>
          <p:nvPr/>
        </p:nvSpPr>
        <p:spPr>
          <a:xfrm>
            <a:off x="10214811" y="6376737"/>
            <a:ext cx="1977189" cy="369332"/>
          </a:xfrm>
          <a:prstGeom prst="rect">
            <a:avLst/>
          </a:prstGeom>
          <a:noFill/>
        </p:spPr>
        <p:txBody>
          <a:bodyPr wrap="square" rtlCol="0">
            <a:spAutoFit/>
          </a:bodyPr>
          <a:lstStyle/>
          <a:p>
            <a:r>
              <a:rPr lang="en-US" sz="1800" b="1">
                <a:solidFill>
                  <a:schemeClr val="bg1"/>
                </a:solidFill>
                <a:latin typeface="Times New Roman" panose="02020603050405020304" pitchFamily="18" charset="0"/>
                <a:cs typeface="Times New Roman" panose="02020603050405020304" pitchFamily="18" charset="0"/>
              </a:rPr>
              <a:t>Clancy Crawford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91"/>
        <p:cNvGrpSpPr/>
        <p:nvPr/>
      </p:nvGrpSpPr>
      <p:grpSpPr>
        <a:xfrm>
          <a:off x="0" y="0"/>
          <a:ext cx="0" cy="0"/>
          <a:chOff x="0" y="0"/>
          <a:chExt cx="0" cy="0"/>
        </a:xfrm>
      </p:grpSpPr>
      <p:sp>
        <p:nvSpPr>
          <p:cNvPr id="200" name="Google Shape;192;p25">
            <a:extLst>
              <a:ext uri="{FF2B5EF4-FFF2-40B4-BE49-F238E27FC236}">
                <a16:creationId xmlns:a16="http://schemas.microsoft.com/office/drawing/2014/main" id="{5891EFBF-5DF9-6050-4ECA-96D452E115D6}"/>
              </a:ext>
            </a:extLst>
          </p:cNvPr>
          <p:cNvSpPr txBox="1">
            <a:spLocks noGrp="1"/>
          </p:cNvSpPr>
          <p:nvPr>
            <p:ph type="title"/>
          </p:nvPr>
        </p:nvSpPr>
        <p:spPr>
          <a:xfrm>
            <a:off x="415625" y="701750"/>
            <a:ext cx="11360700" cy="7635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SzPts val="990"/>
              <a:buNone/>
            </a:pPr>
            <a:r>
              <a:rPr lang="en-US" sz="2800">
                <a:latin typeface="Times New Roman" panose="02020603050405020304" pitchFamily="18" charset="0"/>
                <a:cs typeface="Times New Roman" panose="02020603050405020304" pitchFamily="18" charset="0"/>
              </a:rPr>
              <a:t>Contents</a:t>
            </a:r>
          </a:p>
        </p:txBody>
      </p:sp>
      <p:sp>
        <p:nvSpPr>
          <p:cNvPr id="201" name="Google Shape;194;p25">
            <a:extLst>
              <a:ext uri="{FF2B5EF4-FFF2-40B4-BE49-F238E27FC236}">
                <a16:creationId xmlns:a16="http://schemas.microsoft.com/office/drawing/2014/main" id="{86209591-1662-662D-4FDA-90CA1E3E3B01}"/>
              </a:ext>
            </a:extLst>
          </p:cNvPr>
          <p:cNvSpPr txBox="1">
            <a:spLocks noGrp="1"/>
          </p:cNvSpPr>
          <p:nvPr>
            <p:ph type="body" idx="2"/>
          </p:nvPr>
        </p:nvSpPr>
        <p:spPr>
          <a:xfrm>
            <a:off x="1963320" y="2439448"/>
            <a:ext cx="4050792" cy="1297800"/>
          </a:xfrm>
          <a:prstGeom prst="rect">
            <a:avLst/>
          </a:prstGeom>
        </p:spPr>
        <p:txBody>
          <a:bodyPr spcFirstLastPara="1" wrap="square" lIns="121900" tIns="121900" rIns="121900" bIns="121900" anchor="t" anchorCtr="0">
            <a:noAutofit/>
          </a:bodyPr>
          <a:lstStyle/>
          <a:p>
            <a:pPr marL="127000" indent="0" algn="ctr">
              <a:lnSpc>
                <a:spcPct val="114999"/>
              </a:lnSpc>
              <a:spcAft>
                <a:spcPts val="600"/>
              </a:spcAft>
              <a:buNone/>
            </a:pPr>
            <a:r>
              <a:rPr lang="en" sz="1800" b="1">
                <a:latin typeface="Times New Roman" panose="02020603050405020304" pitchFamily="18" charset="0"/>
                <a:cs typeface="Times New Roman" panose="02020603050405020304" pitchFamily="18" charset="0"/>
              </a:rPr>
              <a:t>Evaluating Stage 1 Propulsion</a:t>
            </a:r>
          </a:p>
          <a:p>
            <a:pPr marL="127000" indent="0" algn="ctr">
              <a:lnSpc>
                <a:spcPct val="114999"/>
              </a:lnSpc>
              <a:spcAft>
                <a:spcPts val="600"/>
              </a:spcAft>
              <a:buNone/>
            </a:pPr>
            <a:r>
              <a:rPr lang="en" sz="1800" b="1">
                <a:latin typeface="Times New Roman" panose="02020603050405020304" pitchFamily="18" charset="0"/>
                <a:cs typeface="Times New Roman" panose="02020603050405020304" pitchFamily="18" charset="0"/>
              </a:rPr>
              <a:t>&amp;</a:t>
            </a:r>
          </a:p>
          <a:p>
            <a:pPr marL="127000" indent="0" algn="ctr">
              <a:lnSpc>
                <a:spcPct val="114999"/>
              </a:lnSpc>
              <a:spcAft>
                <a:spcPts val="600"/>
              </a:spcAft>
              <a:buNone/>
            </a:pPr>
            <a:r>
              <a:rPr lang="en" sz="1800" b="1">
                <a:latin typeface="Times New Roman" panose="02020603050405020304" pitchFamily="18" charset="0"/>
                <a:cs typeface="Times New Roman" panose="02020603050405020304" pitchFamily="18" charset="0"/>
              </a:rPr>
              <a:t>Evaluating Stage 3 Propulsion</a:t>
            </a:r>
          </a:p>
        </p:txBody>
      </p:sp>
      <p:sp>
        <p:nvSpPr>
          <p:cNvPr id="202" name="Google Shape;195;p25">
            <a:extLst>
              <a:ext uri="{FF2B5EF4-FFF2-40B4-BE49-F238E27FC236}">
                <a16:creationId xmlns:a16="http://schemas.microsoft.com/office/drawing/2014/main" id="{A73F282F-346F-A439-67CA-E50AB62B5133}"/>
              </a:ext>
            </a:extLst>
          </p:cNvPr>
          <p:cNvSpPr txBox="1">
            <a:spLocks/>
          </p:cNvSpPr>
          <p:nvPr/>
        </p:nvSpPr>
        <p:spPr>
          <a:xfrm>
            <a:off x="6164280" y="1789604"/>
            <a:ext cx="4050792" cy="457200"/>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30200" algn="l" rtl="0">
              <a:lnSpc>
                <a:spcPct val="80000"/>
              </a:lnSpc>
              <a:spcBef>
                <a:spcPts val="0"/>
              </a:spcBef>
              <a:spcAft>
                <a:spcPts val="0"/>
              </a:spcAft>
              <a:buClr>
                <a:schemeClr val="dk2"/>
              </a:buClr>
              <a:buSzPts val="2800"/>
              <a:buFont typeface="Poppins Light"/>
              <a:buNone/>
              <a:defRPr sz="1600" b="1" i="0" u="none" strike="noStrike" cap="none" spc="0">
                <a:solidFill>
                  <a:schemeClr val="dk2"/>
                </a:solidFill>
                <a:latin typeface="Poppins"/>
                <a:ea typeface="Poppins"/>
                <a:cs typeface="Poppins"/>
                <a:sym typeface="Poppins"/>
              </a:defRPr>
            </a:lvl1pPr>
            <a:lvl2pPr marL="914400" marR="0" lvl="1"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2pPr>
            <a:lvl3pPr marL="1371600" marR="0" lvl="2"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3pPr>
            <a:lvl4pPr marL="1828800" marR="0" lvl="3"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4pPr>
            <a:lvl5pPr marL="2286000" marR="0" lvl="4"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5pPr>
            <a:lvl6pPr marL="2743200" marR="0" lvl="5"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6pPr>
            <a:lvl7pPr marL="3200400" marR="0" lvl="6"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7pPr>
            <a:lvl8pPr marL="3657600" marR="0" lvl="7"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8pPr>
            <a:lvl9pPr marL="4114800" marR="0" lvl="8"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9pPr>
          </a:lstStyle>
          <a:p>
            <a:pPr marL="0" indent="0">
              <a:buSzPts val="853"/>
            </a:pPr>
            <a:r>
              <a:rPr lang="en" sz="1800">
                <a:latin typeface="Times New Roman"/>
                <a:cs typeface="Times New Roman"/>
              </a:rPr>
              <a:t>02 &gt; </a:t>
            </a:r>
            <a:r>
              <a:rPr lang="en-US" sz="1800">
                <a:latin typeface="Times New Roman"/>
                <a:cs typeface="Times New Roman"/>
              </a:rPr>
              <a:t>Work Breakdown Structure</a:t>
            </a:r>
            <a:endParaRPr lang="en-US" sz="1800">
              <a:latin typeface="Times New Roman" panose="02020603050405020304" pitchFamily="18" charset="0"/>
              <a:cs typeface="Times New Roman" panose="02020603050405020304" pitchFamily="18" charset="0"/>
            </a:endParaRPr>
          </a:p>
        </p:txBody>
      </p:sp>
      <p:sp>
        <p:nvSpPr>
          <p:cNvPr id="203" name="Google Shape;196;p25">
            <a:extLst>
              <a:ext uri="{FF2B5EF4-FFF2-40B4-BE49-F238E27FC236}">
                <a16:creationId xmlns:a16="http://schemas.microsoft.com/office/drawing/2014/main" id="{58871575-B619-F3FD-922C-5F4EAD88CBBE}"/>
              </a:ext>
            </a:extLst>
          </p:cNvPr>
          <p:cNvSpPr txBox="1">
            <a:spLocks noGrp="1"/>
          </p:cNvSpPr>
          <p:nvPr>
            <p:ph type="body" idx="4"/>
          </p:nvPr>
        </p:nvSpPr>
        <p:spPr>
          <a:xfrm>
            <a:off x="6164280" y="2439448"/>
            <a:ext cx="4050792" cy="1297800"/>
          </a:xfrm>
          <a:prstGeom prst="rect">
            <a:avLst/>
          </a:prstGeom>
        </p:spPr>
        <p:txBody>
          <a:bodyPr spcFirstLastPara="1" wrap="square" lIns="121900" tIns="121900" rIns="121900" bIns="121900" anchor="t" anchorCtr="0">
            <a:normAutofit/>
          </a:bodyPr>
          <a:lstStyle/>
          <a:p>
            <a:pPr marL="0" indent="0" algn="ctr">
              <a:lnSpc>
                <a:spcPct val="114999"/>
              </a:lnSpc>
              <a:buNone/>
            </a:pPr>
            <a:r>
              <a:rPr lang="en" sz="1800" b="1">
                <a:latin typeface="Times New Roman"/>
                <a:cs typeface="Times New Roman"/>
              </a:rPr>
              <a:t>Work Breakdown Structure </a:t>
            </a:r>
          </a:p>
          <a:p>
            <a:pPr marL="0" indent="0" algn="ctr">
              <a:lnSpc>
                <a:spcPct val="114999"/>
              </a:lnSpc>
              <a:buNone/>
            </a:pPr>
            <a:r>
              <a:rPr lang="en" sz="1800" b="1">
                <a:latin typeface="Times New Roman"/>
                <a:cs typeface="Times New Roman"/>
              </a:rPr>
              <a:t>&amp;</a:t>
            </a:r>
          </a:p>
          <a:p>
            <a:pPr marL="0" indent="0" algn="ctr">
              <a:lnSpc>
                <a:spcPct val="114999"/>
              </a:lnSpc>
              <a:buNone/>
            </a:pPr>
            <a:r>
              <a:rPr lang="en" sz="1800" b="1">
                <a:latin typeface="Times New Roman"/>
                <a:cs typeface="Times New Roman"/>
              </a:rPr>
              <a:t>Requirements</a:t>
            </a:r>
            <a:endParaRPr lang="en-US" sz="1800"/>
          </a:p>
        </p:txBody>
      </p:sp>
      <p:sp>
        <p:nvSpPr>
          <p:cNvPr id="204" name="Google Shape;197;p25">
            <a:extLst>
              <a:ext uri="{FF2B5EF4-FFF2-40B4-BE49-F238E27FC236}">
                <a16:creationId xmlns:a16="http://schemas.microsoft.com/office/drawing/2014/main" id="{3A5ED3B5-682D-8603-807C-7DD2C4DB1C3A}"/>
              </a:ext>
            </a:extLst>
          </p:cNvPr>
          <p:cNvSpPr txBox="1">
            <a:spLocks/>
          </p:cNvSpPr>
          <p:nvPr/>
        </p:nvSpPr>
        <p:spPr>
          <a:xfrm>
            <a:off x="1961310" y="3930816"/>
            <a:ext cx="4054812" cy="457200"/>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30200" algn="l" rtl="0">
              <a:lnSpc>
                <a:spcPct val="80000"/>
              </a:lnSpc>
              <a:spcBef>
                <a:spcPts val="0"/>
              </a:spcBef>
              <a:spcAft>
                <a:spcPts val="0"/>
              </a:spcAft>
              <a:buClr>
                <a:schemeClr val="dk2"/>
              </a:buClr>
              <a:buSzPts val="2800"/>
              <a:buFont typeface="Poppins Light"/>
              <a:buNone/>
              <a:defRPr sz="1600" b="1" i="0" u="none" strike="noStrike" cap="none" spc="0">
                <a:solidFill>
                  <a:schemeClr val="dk2"/>
                </a:solidFill>
                <a:latin typeface="Poppins"/>
                <a:ea typeface="Poppins"/>
                <a:cs typeface="Poppins"/>
                <a:sym typeface="Poppins"/>
              </a:defRPr>
            </a:lvl1pPr>
            <a:lvl2pPr marL="914400" marR="0" lvl="1"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2pPr>
            <a:lvl3pPr marL="1371600" marR="0" lvl="2"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3pPr>
            <a:lvl4pPr marL="1828800" marR="0" lvl="3"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4pPr>
            <a:lvl5pPr marL="2286000" marR="0" lvl="4"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5pPr>
            <a:lvl6pPr marL="2743200" marR="0" lvl="5"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6pPr>
            <a:lvl7pPr marL="3200400" marR="0" lvl="6"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7pPr>
            <a:lvl8pPr marL="3657600" marR="0" lvl="7"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8pPr>
            <a:lvl9pPr marL="4114800" marR="0" lvl="8"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9pPr>
          </a:lstStyle>
          <a:p>
            <a:pPr marL="0" indent="0">
              <a:buSzPts val="853"/>
            </a:pPr>
            <a:r>
              <a:rPr lang="en-US" sz="1800">
                <a:latin typeface="Times New Roman" panose="02020603050405020304" pitchFamily="18" charset="0"/>
                <a:cs typeface="Times New Roman" panose="02020603050405020304" pitchFamily="18" charset="0"/>
              </a:rPr>
              <a:t>03 &gt; Vehicle Design</a:t>
            </a:r>
          </a:p>
        </p:txBody>
      </p:sp>
      <p:sp>
        <p:nvSpPr>
          <p:cNvPr id="214" name="Google Shape;198;p25">
            <a:extLst>
              <a:ext uri="{FF2B5EF4-FFF2-40B4-BE49-F238E27FC236}">
                <a16:creationId xmlns:a16="http://schemas.microsoft.com/office/drawing/2014/main" id="{9D3636DE-0296-E06A-0B0A-9983FC0553D5}"/>
              </a:ext>
            </a:extLst>
          </p:cNvPr>
          <p:cNvSpPr txBox="1">
            <a:spLocks noGrp="1"/>
          </p:cNvSpPr>
          <p:nvPr>
            <p:ph type="body" idx="6"/>
          </p:nvPr>
        </p:nvSpPr>
        <p:spPr>
          <a:xfrm>
            <a:off x="1964036" y="4558798"/>
            <a:ext cx="4049360" cy="1597452"/>
          </a:xfrm>
          <a:prstGeom prst="rect">
            <a:avLst/>
          </a:prstGeom>
        </p:spPr>
        <p:txBody>
          <a:bodyPr spcFirstLastPara="1" wrap="square" lIns="121900" tIns="121900" rIns="121900" bIns="121900" anchor="t" anchorCtr="0">
            <a:noAutofit/>
          </a:bodyPr>
          <a:lstStyle/>
          <a:p>
            <a:pPr marL="0" indent="0" algn="ctr">
              <a:lnSpc>
                <a:spcPct val="100000"/>
              </a:lnSpc>
              <a:spcAft>
                <a:spcPts val="1600"/>
              </a:spcAft>
              <a:buNone/>
            </a:pPr>
            <a:r>
              <a:rPr lang="en-US" sz="1800" b="1">
                <a:latin typeface="Times New Roman" panose="02020603050405020304" pitchFamily="18" charset="0"/>
                <a:cs typeface="Times New Roman" panose="02020603050405020304" pitchFamily="18" charset="0"/>
              </a:rPr>
              <a:t>Stage 1: Calypso </a:t>
            </a:r>
          </a:p>
          <a:p>
            <a:pPr marL="0" indent="0" algn="ctr">
              <a:lnSpc>
                <a:spcPct val="100000"/>
              </a:lnSpc>
              <a:spcAft>
                <a:spcPts val="1600"/>
              </a:spcAft>
              <a:buNone/>
            </a:pPr>
            <a:r>
              <a:rPr lang="en-US" sz="1800" b="1">
                <a:latin typeface="Times New Roman" panose="02020603050405020304" pitchFamily="18" charset="0"/>
                <a:cs typeface="Times New Roman" panose="02020603050405020304" pitchFamily="18" charset="0"/>
              </a:rPr>
              <a:t>Stage 2: Intra-space Booster System</a:t>
            </a:r>
          </a:p>
          <a:p>
            <a:pPr marL="0" indent="0" algn="ctr">
              <a:lnSpc>
                <a:spcPct val="100000"/>
              </a:lnSpc>
              <a:spcAft>
                <a:spcPts val="1600"/>
              </a:spcAft>
              <a:buNone/>
            </a:pPr>
            <a:r>
              <a:rPr lang="en-US" sz="1800" b="1">
                <a:latin typeface="Times New Roman" panose="02020603050405020304" pitchFamily="18" charset="0"/>
                <a:cs typeface="Times New Roman" panose="02020603050405020304" pitchFamily="18" charset="0"/>
              </a:rPr>
              <a:t>Stage 3: Big Yellow Orbital Bus</a:t>
            </a:r>
          </a:p>
        </p:txBody>
      </p:sp>
      <p:grpSp>
        <p:nvGrpSpPr>
          <p:cNvPr id="215" name="Google Shape;205;p25">
            <a:extLst>
              <a:ext uri="{FF2B5EF4-FFF2-40B4-BE49-F238E27FC236}">
                <a16:creationId xmlns:a16="http://schemas.microsoft.com/office/drawing/2014/main" id="{9FF86239-7715-1423-00D6-9058B7E76465}"/>
              </a:ext>
            </a:extLst>
          </p:cNvPr>
          <p:cNvGrpSpPr/>
          <p:nvPr/>
        </p:nvGrpSpPr>
        <p:grpSpPr>
          <a:xfrm>
            <a:off x="5558921" y="1789601"/>
            <a:ext cx="457177" cy="457206"/>
            <a:chOff x="7610238" y="5297650"/>
            <a:chExt cx="467700" cy="478800"/>
          </a:xfrm>
        </p:grpSpPr>
        <p:sp>
          <p:nvSpPr>
            <p:cNvPr id="216" name="Google Shape;206;p25">
              <a:extLst>
                <a:ext uri="{FF2B5EF4-FFF2-40B4-BE49-F238E27FC236}">
                  <a16:creationId xmlns:a16="http://schemas.microsoft.com/office/drawing/2014/main" id="{06628745-7CFD-C053-51D3-46212BEEB8D4}"/>
                </a:ext>
              </a:extLst>
            </p:cNvPr>
            <p:cNvSpPr/>
            <p:nvPr/>
          </p:nvSpPr>
          <p:spPr>
            <a:xfrm>
              <a:off x="7610238" y="5297650"/>
              <a:ext cx="467700" cy="47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sp>
          <p:nvSpPr>
            <p:cNvPr id="217" name="Google Shape;207;p25">
              <a:extLst>
                <a:ext uri="{FF2B5EF4-FFF2-40B4-BE49-F238E27FC236}">
                  <a16:creationId xmlns:a16="http://schemas.microsoft.com/office/drawing/2014/main" id="{DCB98D6C-0CB3-94D2-22B1-7A6B21A4607F}"/>
                </a:ext>
              </a:extLst>
            </p:cNvPr>
            <p:cNvSpPr/>
            <p:nvPr/>
          </p:nvSpPr>
          <p:spPr>
            <a:xfrm>
              <a:off x="7761564" y="539816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218" name="Google Shape;208;p25">
            <a:extLst>
              <a:ext uri="{FF2B5EF4-FFF2-40B4-BE49-F238E27FC236}">
                <a16:creationId xmlns:a16="http://schemas.microsoft.com/office/drawing/2014/main" id="{DF121B0C-E323-8EEC-3C1E-510E6510D376}"/>
              </a:ext>
            </a:extLst>
          </p:cNvPr>
          <p:cNvGrpSpPr/>
          <p:nvPr/>
        </p:nvGrpSpPr>
        <p:grpSpPr>
          <a:xfrm>
            <a:off x="9772419" y="1789601"/>
            <a:ext cx="457177" cy="457206"/>
            <a:chOff x="7610238" y="5297650"/>
            <a:chExt cx="467700" cy="478800"/>
          </a:xfrm>
        </p:grpSpPr>
        <p:sp>
          <p:nvSpPr>
            <p:cNvPr id="219" name="Google Shape;209;p25">
              <a:extLst>
                <a:ext uri="{FF2B5EF4-FFF2-40B4-BE49-F238E27FC236}">
                  <a16:creationId xmlns:a16="http://schemas.microsoft.com/office/drawing/2014/main" id="{024DD738-A33B-EBAF-510A-1321AD085B58}"/>
                </a:ext>
              </a:extLst>
            </p:cNvPr>
            <p:cNvSpPr/>
            <p:nvPr/>
          </p:nvSpPr>
          <p:spPr>
            <a:xfrm>
              <a:off x="7610238" y="5297650"/>
              <a:ext cx="467700" cy="47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sp>
          <p:nvSpPr>
            <p:cNvPr id="220" name="Google Shape;210;p25">
              <a:extLst>
                <a:ext uri="{FF2B5EF4-FFF2-40B4-BE49-F238E27FC236}">
                  <a16:creationId xmlns:a16="http://schemas.microsoft.com/office/drawing/2014/main" id="{27603C2E-5171-CFCB-3F45-0B16D07B7D0F}"/>
                </a:ext>
              </a:extLst>
            </p:cNvPr>
            <p:cNvSpPr/>
            <p:nvPr/>
          </p:nvSpPr>
          <p:spPr>
            <a:xfrm>
              <a:off x="7761564" y="539816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221" name="Google Shape;211;p25">
            <a:extLst>
              <a:ext uri="{FF2B5EF4-FFF2-40B4-BE49-F238E27FC236}">
                <a16:creationId xmlns:a16="http://schemas.microsoft.com/office/drawing/2014/main" id="{8C96F23E-9BEF-1171-AFA2-46FD7A22FAFB}"/>
              </a:ext>
            </a:extLst>
          </p:cNvPr>
          <p:cNvGrpSpPr/>
          <p:nvPr/>
        </p:nvGrpSpPr>
        <p:grpSpPr>
          <a:xfrm>
            <a:off x="5558958" y="3930813"/>
            <a:ext cx="457177" cy="457206"/>
            <a:chOff x="7610238" y="5297650"/>
            <a:chExt cx="467700" cy="478800"/>
          </a:xfrm>
        </p:grpSpPr>
        <p:sp>
          <p:nvSpPr>
            <p:cNvPr id="222" name="Google Shape;212;p25">
              <a:extLst>
                <a:ext uri="{FF2B5EF4-FFF2-40B4-BE49-F238E27FC236}">
                  <a16:creationId xmlns:a16="http://schemas.microsoft.com/office/drawing/2014/main" id="{4F11C8CD-322E-B0BD-F725-60D472E1E197}"/>
                </a:ext>
              </a:extLst>
            </p:cNvPr>
            <p:cNvSpPr/>
            <p:nvPr/>
          </p:nvSpPr>
          <p:spPr>
            <a:xfrm>
              <a:off x="7610238" y="5297650"/>
              <a:ext cx="467700" cy="47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sp>
          <p:nvSpPr>
            <p:cNvPr id="223" name="Google Shape;213;p25">
              <a:extLst>
                <a:ext uri="{FF2B5EF4-FFF2-40B4-BE49-F238E27FC236}">
                  <a16:creationId xmlns:a16="http://schemas.microsoft.com/office/drawing/2014/main" id="{80783621-8E6E-699C-FC2D-53A4EF09615C}"/>
                </a:ext>
              </a:extLst>
            </p:cNvPr>
            <p:cNvSpPr/>
            <p:nvPr/>
          </p:nvSpPr>
          <p:spPr>
            <a:xfrm>
              <a:off x="7761564" y="539816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224" name="Subtitle 2">
            <a:extLst>
              <a:ext uri="{FF2B5EF4-FFF2-40B4-BE49-F238E27FC236}">
                <a16:creationId xmlns:a16="http://schemas.microsoft.com/office/drawing/2014/main" id="{11F5DB22-5B6A-7031-A19B-04DEF3165522}"/>
              </a:ext>
            </a:extLst>
          </p:cNvPr>
          <p:cNvSpPr>
            <a:spLocks noGrp="1"/>
          </p:cNvSpPr>
          <p:nvPr>
            <p:ph type="subTitle" idx="1"/>
          </p:nvPr>
        </p:nvSpPr>
        <p:spPr>
          <a:xfrm>
            <a:off x="1961310" y="1789604"/>
            <a:ext cx="4054812" cy="457200"/>
          </a:xfrm>
        </p:spPr>
        <p:txBody>
          <a:bodyPr>
            <a:normAutofit lnSpcReduction="10000"/>
          </a:bodyPr>
          <a:lstStyle/>
          <a:p>
            <a:pPr marL="0"/>
            <a:r>
              <a:rPr lang="en-US" sz="1800">
                <a:latin typeface="Times New Roman"/>
                <a:cs typeface="Times New Roman"/>
              </a:rPr>
              <a:t>01&gt; Trade Studies</a:t>
            </a:r>
            <a:endParaRPr lang="en-US" sz="1800">
              <a:latin typeface="Times New Roman" panose="02020603050405020304" pitchFamily="18" charset="0"/>
              <a:cs typeface="Times New Roman" panose="02020603050405020304" pitchFamily="18" charset="0"/>
            </a:endParaRPr>
          </a:p>
        </p:txBody>
      </p:sp>
      <p:sp>
        <p:nvSpPr>
          <p:cNvPr id="225" name="Google Shape;197;p25">
            <a:extLst>
              <a:ext uri="{FF2B5EF4-FFF2-40B4-BE49-F238E27FC236}">
                <a16:creationId xmlns:a16="http://schemas.microsoft.com/office/drawing/2014/main" id="{EA204562-9211-1AD0-473F-3137BAC402EE}"/>
              </a:ext>
            </a:extLst>
          </p:cNvPr>
          <p:cNvSpPr txBox="1">
            <a:spLocks/>
          </p:cNvSpPr>
          <p:nvPr/>
        </p:nvSpPr>
        <p:spPr>
          <a:xfrm>
            <a:off x="6171411" y="3930816"/>
            <a:ext cx="4036530" cy="457200"/>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30200" algn="l" rtl="0">
              <a:lnSpc>
                <a:spcPct val="80000"/>
              </a:lnSpc>
              <a:spcBef>
                <a:spcPts val="0"/>
              </a:spcBef>
              <a:spcAft>
                <a:spcPts val="0"/>
              </a:spcAft>
              <a:buClr>
                <a:schemeClr val="dk2"/>
              </a:buClr>
              <a:buSzPts val="2800"/>
              <a:buFont typeface="Poppins Light"/>
              <a:buNone/>
              <a:defRPr sz="1600" b="1" i="0" u="none" strike="noStrike" cap="none" spc="0">
                <a:solidFill>
                  <a:schemeClr val="dk2"/>
                </a:solidFill>
                <a:latin typeface="Poppins"/>
                <a:ea typeface="Poppins"/>
                <a:cs typeface="Poppins"/>
                <a:sym typeface="Poppins"/>
              </a:defRPr>
            </a:lvl1pPr>
            <a:lvl2pPr marL="914400" marR="0" lvl="1"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2pPr>
            <a:lvl3pPr marL="1371600" marR="0" lvl="2"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3pPr>
            <a:lvl4pPr marL="1828800" marR="0" lvl="3"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4pPr>
            <a:lvl5pPr marL="2286000" marR="0" lvl="4"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5pPr>
            <a:lvl6pPr marL="2743200" marR="0" lvl="5"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6pPr>
            <a:lvl7pPr marL="3200400" marR="0" lvl="6"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7pPr>
            <a:lvl8pPr marL="3657600" marR="0" lvl="7"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8pPr>
            <a:lvl9pPr marL="4114800" marR="0" lvl="8" indent="-330200" algn="ctr" rtl="0">
              <a:lnSpc>
                <a:spcPct val="100000"/>
              </a:lnSpc>
              <a:spcBef>
                <a:spcPts val="0"/>
              </a:spcBef>
              <a:spcAft>
                <a:spcPts val="0"/>
              </a:spcAft>
              <a:buClr>
                <a:schemeClr val="dk2"/>
              </a:buClr>
              <a:buSzPts val="2800"/>
              <a:buFont typeface="Poppins Light"/>
              <a:buNone/>
              <a:defRPr sz="2800" b="0" i="0" u="none" strike="noStrike" cap="none" spc="0">
                <a:solidFill>
                  <a:schemeClr val="dk2"/>
                </a:solidFill>
                <a:latin typeface="Poppins Light"/>
                <a:ea typeface="Poppins Light"/>
                <a:cs typeface="Poppins Light"/>
                <a:sym typeface="Poppins Light"/>
              </a:defRPr>
            </a:lvl9pPr>
          </a:lstStyle>
          <a:p>
            <a:pPr marL="0" indent="0">
              <a:buSzPts val="853"/>
            </a:pPr>
            <a:r>
              <a:rPr lang="en-US" sz="1800">
                <a:latin typeface="Times New Roman" panose="02020603050405020304" pitchFamily="18" charset="0"/>
                <a:cs typeface="Times New Roman" panose="02020603050405020304" pitchFamily="18" charset="0"/>
              </a:rPr>
              <a:t>04 &gt; Lunar Habitat Designs</a:t>
            </a:r>
          </a:p>
        </p:txBody>
      </p:sp>
      <p:sp>
        <p:nvSpPr>
          <p:cNvPr id="226" name="Google Shape;198;p25">
            <a:extLst>
              <a:ext uri="{FF2B5EF4-FFF2-40B4-BE49-F238E27FC236}">
                <a16:creationId xmlns:a16="http://schemas.microsoft.com/office/drawing/2014/main" id="{8DD68B18-3D02-6345-3E65-8FC02E7ED992}"/>
              </a:ext>
            </a:extLst>
          </p:cNvPr>
          <p:cNvSpPr txBox="1">
            <a:spLocks/>
          </p:cNvSpPr>
          <p:nvPr/>
        </p:nvSpPr>
        <p:spPr>
          <a:xfrm>
            <a:off x="6164280" y="4569980"/>
            <a:ext cx="4050792" cy="2004556"/>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1pPr>
            <a:lvl2pPr marL="914400" marR="0" lvl="1"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2pPr>
            <a:lvl3pPr marL="1371600" marR="0" lvl="2"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3pPr>
            <a:lvl4pPr marL="1828800" marR="0" lvl="3"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4pPr>
            <a:lvl5pPr marL="2286000" marR="0" lvl="4"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5pPr>
            <a:lvl6pPr marL="2743200" marR="0" lvl="5"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6pPr>
            <a:lvl7pPr marL="3200400" marR="0" lvl="6"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7pPr>
            <a:lvl8pPr marL="3657600" marR="0" lvl="7"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8pPr>
            <a:lvl9pPr marL="4114800" marR="0" lvl="8"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9pPr>
          </a:lstStyle>
          <a:p>
            <a:pPr marL="0" indent="0" algn="ctr">
              <a:lnSpc>
                <a:spcPct val="100000"/>
              </a:lnSpc>
              <a:spcAft>
                <a:spcPts val="600"/>
              </a:spcAft>
              <a:buNone/>
            </a:pPr>
            <a:r>
              <a:rPr lang="en" sz="1800" b="1">
                <a:latin typeface="Times New Roman" panose="02020603050405020304" pitchFamily="18" charset="0"/>
                <a:cs typeface="Times New Roman" panose="02020603050405020304" pitchFamily="18" charset="0"/>
              </a:rPr>
              <a:t>Cislunar Orbital Live Occupancy Station and Lander (COLOSAL)</a:t>
            </a:r>
          </a:p>
          <a:p>
            <a:pPr marL="0" indent="0" algn="ctr">
              <a:lnSpc>
                <a:spcPct val="100000"/>
              </a:lnSpc>
              <a:spcAft>
                <a:spcPts val="600"/>
              </a:spcAft>
              <a:buNone/>
            </a:pPr>
            <a:r>
              <a:rPr lang="en" sz="1800" b="1">
                <a:latin typeface="Times New Roman" panose="02020603050405020304" pitchFamily="18" charset="0"/>
                <a:cs typeface="Times New Roman" panose="02020603050405020304" pitchFamily="18" charset="0"/>
              </a:rPr>
              <a:t>Orbital Hotel: Tranquility</a:t>
            </a:r>
          </a:p>
          <a:p>
            <a:pPr marL="0" indent="0" algn="ctr">
              <a:lnSpc>
                <a:spcPct val="100000"/>
              </a:lnSpc>
              <a:spcAft>
                <a:spcPts val="600"/>
              </a:spcAft>
              <a:buNone/>
            </a:pPr>
            <a:r>
              <a:rPr lang="en" sz="1800" b="1">
                <a:latin typeface="Times New Roman" panose="02020603050405020304" pitchFamily="18" charset="0"/>
                <a:cs typeface="Times New Roman" panose="02020603050405020304" pitchFamily="18" charset="0"/>
              </a:rPr>
              <a:t>Lunar Base 1: Research Facility</a:t>
            </a:r>
            <a:endParaRPr lang="en-US" sz="1800" b="1">
              <a:latin typeface="Times New Roman"/>
              <a:cs typeface="Times New Roman"/>
            </a:endParaRPr>
          </a:p>
          <a:p>
            <a:pPr marL="0" indent="0" algn="ctr">
              <a:lnSpc>
                <a:spcPct val="100000"/>
              </a:lnSpc>
              <a:spcAft>
                <a:spcPts val="600"/>
              </a:spcAft>
              <a:buNone/>
            </a:pPr>
            <a:r>
              <a:rPr lang="en" sz="1800" b="1">
                <a:latin typeface="Times New Roman" panose="02020603050405020304" pitchFamily="18" charset="0"/>
                <a:cs typeface="Times New Roman" panose="02020603050405020304" pitchFamily="18" charset="0"/>
              </a:rPr>
              <a:t>Lunar Base 2: Regolith Mining Facility</a:t>
            </a:r>
          </a:p>
        </p:txBody>
      </p:sp>
      <p:grpSp>
        <p:nvGrpSpPr>
          <p:cNvPr id="227" name="Google Shape;211;p25">
            <a:extLst>
              <a:ext uri="{FF2B5EF4-FFF2-40B4-BE49-F238E27FC236}">
                <a16:creationId xmlns:a16="http://schemas.microsoft.com/office/drawing/2014/main" id="{271597C0-7DFE-36B7-9458-684092BA189C}"/>
              </a:ext>
            </a:extLst>
          </p:cNvPr>
          <p:cNvGrpSpPr/>
          <p:nvPr/>
        </p:nvGrpSpPr>
        <p:grpSpPr>
          <a:xfrm>
            <a:off x="9772419" y="3930813"/>
            <a:ext cx="457177" cy="457206"/>
            <a:chOff x="7610238" y="5297650"/>
            <a:chExt cx="467700" cy="478800"/>
          </a:xfrm>
        </p:grpSpPr>
        <p:sp>
          <p:nvSpPr>
            <p:cNvPr id="228" name="Google Shape;212;p25">
              <a:extLst>
                <a:ext uri="{FF2B5EF4-FFF2-40B4-BE49-F238E27FC236}">
                  <a16:creationId xmlns:a16="http://schemas.microsoft.com/office/drawing/2014/main" id="{47DD169D-8EEF-642E-20CE-AF3C805072BF}"/>
                </a:ext>
              </a:extLst>
            </p:cNvPr>
            <p:cNvSpPr/>
            <p:nvPr/>
          </p:nvSpPr>
          <p:spPr>
            <a:xfrm>
              <a:off x="7610238" y="5297650"/>
              <a:ext cx="467700" cy="47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sp>
          <p:nvSpPr>
            <p:cNvPr id="229" name="Google Shape;213;p25">
              <a:extLst>
                <a:ext uri="{FF2B5EF4-FFF2-40B4-BE49-F238E27FC236}">
                  <a16:creationId xmlns:a16="http://schemas.microsoft.com/office/drawing/2014/main" id="{0047E593-9CB4-B3C9-ABDB-A79E7BC51579}"/>
                </a:ext>
              </a:extLst>
            </p:cNvPr>
            <p:cNvSpPr/>
            <p:nvPr/>
          </p:nvSpPr>
          <p:spPr>
            <a:xfrm>
              <a:off x="7761564" y="539816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230" name="TextBox 229">
            <a:extLst>
              <a:ext uri="{FF2B5EF4-FFF2-40B4-BE49-F238E27FC236}">
                <a16:creationId xmlns:a16="http://schemas.microsoft.com/office/drawing/2014/main" id="{936E46F4-0829-979C-1291-8AD0BB88AB74}"/>
              </a:ext>
            </a:extLst>
          </p:cNvPr>
          <p:cNvSpPr txBox="1"/>
          <p:nvPr/>
        </p:nvSpPr>
        <p:spPr>
          <a:xfrm>
            <a:off x="10214811" y="6376737"/>
            <a:ext cx="1977189" cy="369332"/>
          </a:xfrm>
          <a:prstGeom prst="rect">
            <a:avLst/>
          </a:prstGeom>
          <a:noFill/>
        </p:spPr>
        <p:txBody>
          <a:bodyPr wrap="square" rtlCol="0">
            <a:spAutoFit/>
          </a:bodyPr>
          <a:lstStyle/>
          <a:p>
            <a:r>
              <a:rPr lang="en-US" sz="1800" b="1">
                <a:solidFill>
                  <a:schemeClr val="tx1"/>
                </a:solidFill>
                <a:latin typeface="Times New Roman" panose="02020603050405020304" pitchFamily="18" charset="0"/>
                <a:cs typeface="Times New Roman" panose="02020603050405020304" pitchFamily="18" charset="0"/>
              </a:rPr>
              <a:t>Clancy Crawford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62B4818-EEDF-0F18-5B64-E6008562BD7D}"/>
              </a:ext>
            </a:extLst>
          </p:cNvPr>
          <p:cNvSpPr>
            <a:spLocks noGrp="1"/>
          </p:cNvSpPr>
          <p:nvPr>
            <p:ph type="title"/>
          </p:nvPr>
        </p:nvSpPr>
        <p:spPr>
          <a:xfrm>
            <a:off x="1373700" y="980963"/>
            <a:ext cx="9444600" cy="763500"/>
          </a:xfrm>
        </p:spPr>
        <p:txBody>
          <a:bodyPr>
            <a:normAutofit/>
          </a:bodyPr>
          <a:lstStyle/>
          <a:p>
            <a:r>
              <a:rPr lang="en-US" sz="2800">
                <a:latin typeface="Times New Roman" panose="02020603050405020304" pitchFamily="18" charset="0"/>
                <a:cs typeface="Times New Roman" panose="02020603050405020304" pitchFamily="18" charset="0"/>
              </a:rPr>
              <a:t>Assumptions</a:t>
            </a:r>
          </a:p>
        </p:txBody>
      </p:sp>
      <p:sp>
        <p:nvSpPr>
          <p:cNvPr id="9" name="Text Placeholder 2">
            <a:extLst>
              <a:ext uri="{FF2B5EF4-FFF2-40B4-BE49-F238E27FC236}">
                <a16:creationId xmlns:a16="http://schemas.microsoft.com/office/drawing/2014/main" id="{326CF027-361F-02CD-4FDB-B788C8B40FB6}"/>
              </a:ext>
            </a:extLst>
          </p:cNvPr>
          <p:cNvSpPr>
            <a:spLocks noGrp="1"/>
          </p:cNvSpPr>
          <p:nvPr>
            <p:ph type="body" idx="1"/>
          </p:nvPr>
        </p:nvSpPr>
        <p:spPr>
          <a:xfrm>
            <a:off x="1621352" y="2090358"/>
            <a:ext cx="8949296" cy="3940484"/>
          </a:xfrm>
        </p:spPr>
        <p:txBody>
          <a:bodyPr>
            <a:normAutofit/>
          </a:bodyPr>
          <a:lstStyle/>
          <a:p>
            <a:r>
              <a:rPr lang="en-US" sz="1800">
                <a:latin typeface="Times New Roman" panose="02020603050405020304" pitchFamily="18" charset="0"/>
                <a:cs typeface="Times New Roman" panose="02020603050405020304" pitchFamily="18" charset="0"/>
              </a:rPr>
              <a:t>Structures on the surface and around the Moon’s orbit are already built. </a:t>
            </a:r>
          </a:p>
          <a:p>
            <a:r>
              <a:rPr lang="en-US" sz="1800">
                <a:latin typeface="Times New Roman" panose="02020603050405020304" pitchFamily="18" charset="0"/>
                <a:cs typeface="Times New Roman" panose="02020603050405020304" pitchFamily="18" charset="0"/>
              </a:rPr>
              <a:t>All three vehicle stages are reusable and refueled between missions. </a:t>
            </a:r>
          </a:p>
          <a:p>
            <a:r>
              <a:rPr lang="en-US" sz="1800">
                <a:latin typeface="Times New Roman" panose="02020603050405020304" pitchFamily="18" charset="0"/>
                <a:cs typeface="Times New Roman" panose="02020603050405020304" pitchFamily="18" charset="0"/>
              </a:rPr>
              <a:t>All parts of the mission can support safety requirements. </a:t>
            </a:r>
          </a:p>
          <a:p>
            <a:pPr>
              <a:lnSpc>
                <a:spcPct val="114999"/>
              </a:lnSpc>
            </a:pPr>
            <a:r>
              <a:rPr lang="en-US" sz="1800">
                <a:latin typeface="Times New Roman" panose="02020603050405020304" pitchFamily="18" charset="0"/>
                <a:cs typeface="Times New Roman" panose="02020603050405020304" pitchFamily="18" charset="0"/>
              </a:rPr>
              <a:t>Unlimited water can be mined on the Moon’s poles. </a:t>
            </a:r>
          </a:p>
          <a:p>
            <a:pPr>
              <a:lnSpc>
                <a:spcPct val="114999"/>
              </a:lnSpc>
            </a:pPr>
            <a:r>
              <a:rPr lang="en-US" sz="1800">
                <a:latin typeface="Times New Roman" panose="02020603050405020304" pitchFamily="18" charset="0"/>
                <a:cs typeface="Times New Roman" panose="02020603050405020304" pitchFamily="18" charset="0"/>
              </a:rPr>
              <a:t>Resources mined from the Moon is sufficient for our propulsion systems. </a:t>
            </a:r>
          </a:p>
          <a:p>
            <a:pPr>
              <a:lnSpc>
                <a:spcPct val="114999"/>
              </a:lnSpc>
            </a:pPr>
            <a:r>
              <a:rPr lang="en-US" sz="1800">
                <a:latin typeface="Times New Roman"/>
                <a:cs typeface="Times New Roman"/>
              </a:rPr>
              <a:t>Our payload is comprised of food and supplies for…</a:t>
            </a:r>
          </a:p>
          <a:p>
            <a:pPr lvl="1">
              <a:lnSpc>
                <a:spcPct val="114999"/>
              </a:lnSpc>
            </a:pPr>
            <a:r>
              <a:rPr lang="en-US" sz="1800">
                <a:latin typeface="Times New Roman"/>
                <a:cs typeface="Times New Roman"/>
              </a:rPr>
              <a:t>20 people (including the operating crew)</a:t>
            </a:r>
          </a:p>
          <a:p>
            <a:pPr lvl="1">
              <a:lnSpc>
                <a:spcPct val="114999"/>
              </a:lnSpc>
            </a:pPr>
            <a:r>
              <a:rPr lang="en" sz="1800">
                <a:latin typeface="Times New Roman" panose="02020603050405020304" pitchFamily="18" charset="0"/>
                <a:cs typeface="Times New Roman" panose="02020603050405020304" pitchFamily="18" charset="0"/>
              </a:rPr>
              <a:t>Cislunar Orbital Station</a:t>
            </a:r>
          </a:p>
          <a:p>
            <a:pPr lvl="1">
              <a:lnSpc>
                <a:spcPct val="114999"/>
              </a:lnSpc>
            </a:pPr>
            <a:r>
              <a:rPr lang="en-US" sz="1800">
                <a:latin typeface="Times New Roman"/>
                <a:cs typeface="Times New Roman"/>
              </a:rPr>
              <a:t>Lunar Habitats </a:t>
            </a:r>
          </a:p>
          <a:p>
            <a:pPr lvl="1">
              <a:lnSpc>
                <a:spcPct val="114999"/>
              </a:lnSpc>
            </a:pPr>
            <a:r>
              <a:rPr lang="en-US" sz="1800">
                <a:latin typeface="Times New Roman"/>
                <a:cs typeface="Times New Roman"/>
              </a:rPr>
              <a:t>Emergency situations</a:t>
            </a:r>
            <a:endParaRPr lang="en-US" sz="18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91726F8-982B-7912-C2A7-3B32E1E62B69}"/>
              </a:ext>
            </a:extLst>
          </p:cNvPr>
          <p:cNvSpPr txBox="1"/>
          <p:nvPr/>
        </p:nvSpPr>
        <p:spPr>
          <a:xfrm>
            <a:off x="10214811" y="6376737"/>
            <a:ext cx="1977189" cy="369332"/>
          </a:xfrm>
          <a:prstGeom prst="rect">
            <a:avLst/>
          </a:prstGeom>
          <a:noFill/>
        </p:spPr>
        <p:txBody>
          <a:bodyPr wrap="square" rtlCol="0">
            <a:spAutoFit/>
          </a:bodyPr>
          <a:lstStyle/>
          <a:p>
            <a:r>
              <a:rPr lang="en-US" sz="1800" b="1">
                <a:solidFill>
                  <a:schemeClr val="tx1"/>
                </a:solidFill>
                <a:latin typeface="Times New Roman" panose="02020603050405020304" pitchFamily="18" charset="0"/>
                <a:cs typeface="Times New Roman" panose="02020603050405020304" pitchFamily="18" charset="0"/>
              </a:rPr>
              <a:t>Clancy Crawford</a:t>
            </a:r>
          </a:p>
        </p:txBody>
      </p:sp>
    </p:spTree>
    <p:extLst>
      <p:ext uri="{BB962C8B-B14F-4D97-AF65-F5344CB8AC3E}">
        <p14:creationId xmlns:p14="http://schemas.microsoft.com/office/powerpoint/2010/main" val="2481908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dk1"/>
        </a:solidFill>
        <a:effectLst/>
      </p:bgPr>
    </p:bg>
    <p:spTree>
      <p:nvGrpSpPr>
        <p:cNvPr id="1" name="Shape 226"/>
        <p:cNvGrpSpPr/>
        <p:nvPr/>
      </p:nvGrpSpPr>
      <p:grpSpPr>
        <a:xfrm>
          <a:off x="0" y="0"/>
          <a:ext cx="0" cy="0"/>
          <a:chOff x="0" y="0"/>
          <a:chExt cx="0" cy="0"/>
        </a:xfrm>
      </p:grpSpPr>
      <p:sp>
        <p:nvSpPr>
          <p:cNvPr id="227" name="Google Shape;227;p26"/>
          <p:cNvSpPr txBox="1">
            <a:spLocks noGrp="1"/>
          </p:cNvSpPr>
          <p:nvPr>
            <p:ph type="title"/>
          </p:nvPr>
        </p:nvSpPr>
        <p:spPr>
          <a:xfrm>
            <a:off x="1983450" y="2215675"/>
            <a:ext cx="8225100" cy="1243500"/>
          </a:xfrm>
        </p:spPr>
        <p:txBody>
          <a:bodyPr spcFirstLastPara="1" wrap="square" lIns="121900" tIns="121900" rIns="121900" bIns="121900" anchor="ctr" anchorCtr="0">
            <a:noAutofit/>
          </a:bodyPr>
          <a:lstStyle/>
          <a:p>
            <a:pPr algn="ctr"/>
            <a:r>
              <a:rPr lang="en" sz="6000">
                <a:latin typeface="Times New Roman" panose="02020603050405020304" pitchFamily="18" charset="0"/>
                <a:cs typeface="Times New Roman" panose="02020603050405020304" pitchFamily="18" charset="0"/>
              </a:rPr>
              <a:t>Trade Studies</a:t>
            </a:r>
          </a:p>
        </p:txBody>
      </p:sp>
      <p:sp>
        <p:nvSpPr>
          <p:cNvPr id="228" name="Google Shape;228;p26"/>
          <p:cNvSpPr/>
          <p:nvPr/>
        </p:nvSpPr>
        <p:spPr>
          <a:xfrm>
            <a:off x="1166663" y="1041346"/>
            <a:ext cx="901275" cy="737001"/>
          </a:xfrm>
          <a:prstGeom prst="rect">
            <a:avLst/>
          </a:prstGeom>
        </p:spPr>
        <p:txBody>
          <a:bodyPr>
            <a:prstTxWarp prst="textPlain">
              <a:avLst/>
            </a:prstTxWarp>
          </a:bodyPr>
          <a:lstStyle/>
          <a:p>
            <a:pPr lvl="0" algn="ctr"/>
            <a:r>
              <a:rPr b="1" i="0">
                <a:ln>
                  <a:noFill/>
                </a:ln>
                <a:solidFill>
                  <a:schemeClr val="lt1"/>
                </a:solidFill>
                <a:latin typeface="Poppins"/>
              </a:rPr>
              <a:t>01</a:t>
            </a:r>
          </a:p>
        </p:txBody>
      </p:sp>
      <p:sp>
        <p:nvSpPr>
          <p:cNvPr id="3" name="TextBox 2">
            <a:extLst>
              <a:ext uri="{FF2B5EF4-FFF2-40B4-BE49-F238E27FC236}">
                <a16:creationId xmlns:a16="http://schemas.microsoft.com/office/drawing/2014/main" id="{F1F190E1-8672-D5B6-01A5-00C10A81E50B}"/>
              </a:ext>
            </a:extLst>
          </p:cNvPr>
          <p:cNvSpPr txBox="1"/>
          <p:nvPr/>
        </p:nvSpPr>
        <p:spPr>
          <a:xfrm>
            <a:off x="10214811" y="6376737"/>
            <a:ext cx="1977189" cy="369332"/>
          </a:xfrm>
          <a:prstGeom prst="rect">
            <a:avLst/>
          </a:prstGeom>
          <a:noFill/>
        </p:spPr>
        <p:txBody>
          <a:bodyPr wrap="square" rtlCol="0">
            <a:spAutoFit/>
          </a:bodyPr>
          <a:lstStyle/>
          <a:p>
            <a:r>
              <a:rPr lang="en-US" sz="1800" b="1">
                <a:solidFill>
                  <a:schemeClr val="bg1"/>
                </a:solidFill>
                <a:latin typeface="Times New Roman" panose="02020603050405020304" pitchFamily="18" charset="0"/>
                <a:cs typeface="Times New Roman" panose="02020603050405020304" pitchFamily="18" charset="0"/>
              </a:rPr>
              <a:t>Ewan Thompson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233"/>
        <p:cNvGrpSpPr/>
        <p:nvPr/>
      </p:nvGrpSpPr>
      <p:grpSpPr>
        <a:xfrm>
          <a:off x="0" y="0"/>
          <a:ext cx="0" cy="0"/>
          <a:chOff x="0" y="0"/>
          <a:chExt cx="0" cy="0"/>
        </a:xfrm>
      </p:grpSpPr>
      <p:sp>
        <p:nvSpPr>
          <p:cNvPr id="234" name="Google Shape;234;p27"/>
          <p:cNvSpPr txBox="1">
            <a:spLocks noGrp="1"/>
          </p:cNvSpPr>
          <p:nvPr>
            <p:ph type="title"/>
          </p:nvPr>
        </p:nvSpPr>
        <p:spPr>
          <a:prstGeom prst="rect">
            <a:avLst/>
          </a:prstGeom>
        </p:spPr>
        <p:txBody>
          <a:bodyPr spcFirstLastPara="1" wrap="square" lIns="121900" tIns="121900" rIns="121900" bIns="121900" anchor="t" anchorCtr="0">
            <a:noAutofit/>
          </a:bodyPr>
          <a:lstStyle/>
          <a:p>
            <a:pPr lvl="0">
              <a:buSzPts val="990"/>
            </a:pPr>
            <a:r>
              <a:rPr lang="en" sz="2800">
                <a:latin typeface="Times New Roman" panose="02020603050405020304" pitchFamily="18" charset="0"/>
                <a:cs typeface="Times New Roman" panose="02020603050405020304" pitchFamily="18" charset="0"/>
              </a:rPr>
              <a:t>Evaluating Propulsion</a:t>
            </a:r>
            <a:r>
              <a:rPr lang="en-US" sz="2800">
                <a:latin typeface="Times New Roman" panose="02020603050405020304" pitchFamily="18" charset="0"/>
                <a:cs typeface="Times New Roman" panose="02020603050405020304" pitchFamily="18" charset="0"/>
              </a:rPr>
              <a:t>: </a:t>
            </a:r>
            <a:r>
              <a:rPr lang="en" sz="2800">
                <a:latin typeface="Times New Roman" panose="02020603050405020304" pitchFamily="18" charset="0"/>
                <a:cs typeface="Times New Roman" panose="02020603050405020304" pitchFamily="18" charset="0"/>
              </a:rPr>
              <a:t>Stage 3 - </a:t>
            </a:r>
            <a:r>
              <a:rPr lang="en-US" sz="2800">
                <a:latin typeface="Times New Roman" panose="02020603050405020304" pitchFamily="18" charset="0"/>
                <a:cs typeface="Times New Roman" panose="02020603050405020304" pitchFamily="18" charset="0"/>
              </a:rPr>
              <a:t>Earth Orbit to Lunar Orbit</a:t>
            </a:r>
          </a:p>
        </p:txBody>
      </p:sp>
      <p:graphicFrame>
        <p:nvGraphicFramePr>
          <p:cNvPr id="2" name="Table 1">
            <a:extLst>
              <a:ext uri="{FF2B5EF4-FFF2-40B4-BE49-F238E27FC236}">
                <a16:creationId xmlns:a16="http://schemas.microsoft.com/office/drawing/2014/main" id="{69CE6B7C-CCA0-BAA5-A20A-A63F79944F17}"/>
              </a:ext>
            </a:extLst>
          </p:cNvPr>
          <p:cNvGraphicFramePr>
            <a:graphicFrameLocks noGrp="1"/>
          </p:cNvGraphicFramePr>
          <p:nvPr>
            <p:extLst>
              <p:ext uri="{D42A27DB-BD31-4B8C-83A1-F6EECF244321}">
                <p14:modId xmlns:p14="http://schemas.microsoft.com/office/powerpoint/2010/main" val="1981043430"/>
              </p:ext>
            </p:extLst>
          </p:nvPr>
        </p:nvGraphicFramePr>
        <p:xfrm>
          <a:off x="3634350" y="1255244"/>
          <a:ext cx="8142665" cy="5139972"/>
        </p:xfrm>
        <a:graphic>
          <a:graphicData uri="http://schemas.openxmlformats.org/drawingml/2006/table">
            <a:tbl>
              <a:tblPr firstRow="1" bandRow="1">
                <a:tableStyleId>{8799B23B-EC83-4686-B30A-512413B5E67A}</a:tableStyleId>
              </a:tblPr>
              <a:tblGrid>
                <a:gridCol w="1369330">
                  <a:extLst>
                    <a:ext uri="{9D8B030D-6E8A-4147-A177-3AD203B41FA5}">
                      <a16:colId xmlns:a16="http://schemas.microsoft.com/office/drawing/2014/main" val="4285624146"/>
                    </a:ext>
                  </a:extLst>
                </a:gridCol>
                <a:gridCol w="1354667">
                  <a:extLst>
                    <a:ext uri="{9D8B030D-6E8A-4147-A177-3AD203B41FA5}">
                      <a16:colId xmlns:a16="http://schemas.microsoft.com/office/drawing/2014/main" val="3988403729"/>
                    </a:ext>
                  </a:extLst>
                </a:gridCol>
                <a:gridCol w="1354667">
                  <a:extLst>
                    <a:ext uri="{9D8B030D-6E8A-4147-A177-3AD203B41FA5}">
                      <a16:colId xmlns:a16="http://schemas.microsoft.com/office/drawing/2014/main" val="2480607292"/>
                    </a:ext>
                  </a:extLst>
                </a:gridCol>
                <a:gridCol w="1354667">
                  <a:extLst>
                    <a:ext uri="{9D8B030D-6E8A-4147-A177-3AD203B41FA5}">
                      <a16:colId xmlns:a16="http://schemas.microsoft.com/office/drawing/2014/main" val="3247456529"/>
                    </a:ext>
                  </a:extLst>
                </a:gridCol>
                <a:gridCol w="1354667">
                  <a:extLst>
                    <a:ext uri="{9D8B030D-6E8A-4147-A177-3AD203B41FA5}">
                      <a16:colId xmlns:a16="http://schemas.microsoft.com/office/drawing/2014/main" val="3670527552"/>
                    </a:ext>
                  </a:extLst>
                </a:gridCol>
                <a:gridCol w="1354667">
                  <a:extLst>
                    <a:ext uri="{9D8B030D-6E8A-4147-A177-3AD203B41FA5}">
                      <a16:colId xmlns:a16="http://schemas.microsoft.com/office/drawing/2014/main" val="3031095102"/>
                    </a:ext>
                  </a:extLst>
                </a:gridCol>
              </a:tblGrid>
              <a:tr h="451626">
                <a:tc gridSpan="6">
                  <a:txBody>
                    <a:bodyPr/>
                    <a:lstStyle/>
                    <a:p>
                      <a:pPr algn="ctr"/>
                      <a:r>
                        <a:rPr lang="en-US" sz="1400">
                          <a:latin typeface="Times New Roman"/>
                          <a:cs typeface="Times New Roman"/>
                        </a:rPr>
                        <a:t>Alternatives</a:t>
                      </a:r>
                    </a:p>
                  </a:txBody>
                  <a:tcPr/>
                </a:tc>
                <a:tc hMerge="1">
                  <a:txBody>
                    <a:bodyPr/>
                    <a:lstStyle/>
                    <a:p>
                      <a:pPr algn="ctr"/>
                      <a:endParaRPr lang="en-US" sz="1200">
                        <a:latin typeface="Times New Roman" panose="02020603050405020304" pitchFamily="18" charset="0"/>
                        <a:cs typeface="Times New Roman" panose="02020603050405020304" pitchFamily="18" charset="0"/>
                      </a:endParaRPr>
                    </a:p>
                  </a:txBody>
                  <a:tcPr/>
                </a:tc>
                <a:tc hMerge="1">
                  <a:txBody>
                    <a:bodyPr/>
                    <a:lstStyle/>
                    <a:p>
                      <a:endParaRPr/>
                    </a:p>
                  </a:txBody>
                  <a:tcPr/>
                </a:tc>
                <a:tc hMerge="1">
                  <a:txBody>
                    <a:bodyPr/>
                    <a:lstStyle/>
                    <a:p>
                      <a:pPr algn="ctr"/>
                      <a:endParaRPr lang="en-US" sz="1200">
                        <a:latin typeface="Times New Roman" panose="02020603050405020304" pitchFamily="18" charset="0"/>
                        <a:cs typeface="Times New Roman" panose="02020603050405020304" pitchFamily="18" charset="0"/>
                      </a:endParaRPr>
                    </a:p>
                  </a:txBody>
                  <a:tcPr/>
                </a:tc>
                <a:tc hMerge="1">
                  <a:txBody>
                    <a:bodyPr/>
                    <a:lstStyle/>
                    <a:p>
                      <a:pPr algn="ctr"/>
                      <a:endParaRPr lang="en-US" sz="1200">
                        <a:latin typeface="Times New Roman" panose="02020603050405020304" pitchFamily="18" charset="0"/>
                        <a:cs typeface="Times New Roman" panose="02020603050405020304" pitchFamily="18" charset="0"/>
                      </a:endParaRPr>
                    </a:p>
                  </a:txBody>
                  <a:tcPr/>
                </a:tc>
                <a:tc hMerge="1">
                  <a:txBody>
                    <a:bodyPr/>
                    <a:lstStyle/>
                    <a:p>
                      <a:pPr algn="ctr"/>
                      <a:endParaRPr lang="en-US" sz="12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36039325"/>
                  </a:ext>
                </a:extLst>
              </a:tr>
              <a:tr h="451626">
                <a:tc>
                  <a:txBody>
                    <a:bodyPr/>
                    <a:lstStyle/>
                    <a:p>
                      <a:pPr algn="ctr"/>
                      <a:endParaRPr lang="en-US" sz="1400">
                        <a:latin typeface="Times New Roman" panose="02020603050405020304" pitchFamily="18" charset="0"/>
                        <a:cs typeface="Times New Roman" panose="02020603050405020304" pitchFamily="18" charset="0"/>
                      </a:endParaRPr>
                    </a:p>
                  </a:txBody>
                  <a:tcPr/>
                </a:tc>
                <a:tc>
                  <a:txBody>
                    <a:bodyPr/>
                    <a:lstStyle/>
                    <a:p>
                      <a:pPr algn="ctr"/>
                      <a:r>
                        <a:rPr lang="en-US" sz="1400" b="1">
                          <a:latin typeface="Times New Roman"/>
                          <a:cs typeface="Times New Roman"/>
                        </a:rPr>
                        <a:t>Weight</a:t>
                      </a:r>
                    </a:p>
                  </a:txBody>
                  <a:tcPr/>
                </a:tc>
                <a:tc>
                  <a:txBody>
                    <a:bodyPr/>
                    <a:lstStyle/>
                    <a:p>
                      <a:pPr algn="ctr"/>
                      <a:r>
                        <a:rPr lang="en-US" sz="1400">
                          <a:latin typeface="Times New Roman"/>
                          <a:cs typeface="Times New Roman"/>
                        </a:rPr>
                        <a:t>Model 1</a:t>
                      </a:r>
                    </a:p>
                  </a:txBody>
                  <a:tcPr/>
                </a:tc>
                <a:tc>
                  <a:txBody>
                    <a:bodyPr/>
                    <a:lstStyle/>
                    <a:p>
                      <a:pPr algn="ctr"/>
                      <a:r>
                        <a:rPr lang="en-US" sz="1400">
                          <a:latin typeface="Times New Roman"/>
                          <a:cs typeface="Times New Roman"/>
                        </a:rPr>
                        <a:t>Model 2</a:t>
                      </a:r>
                    </a:p>
                  </a:txBody>
                  <a:tcPr/>
                </a:tc>
                <a:tc>
                  <a:txBody>
                    <a:bodyPr/>
                    <a:lstStyle/>
                    <a:p>
                      <a:pPr algn="ctr"/>
                      <a:r>
                        <a:rPr lang="en-US" sz="1400">
                          <a:latin typeface="Times New Roman"/>
                          <a:cs typeface="Times New Roman"/>
                        </a:rPr>
                        <a:t>Model 3</a:t>
                      </a:r>
                    </a:p>
                  </a:txBody>
                  <a:tcPr/>
                </a:tc>
                <a:tc>
                  <a:txBody>
                    <a:bodyPr/>
                    <a:lstStyle/>
                    <a:p>
                      <a:pPr algn="ctr"/>
                      <a:r>
                        <a:rPr lang="en-US" sz="1400">
                          <a:latin typeface="Times New Roman"/>
                          <a:cs typeface="Times New Roman"/>
                        </a:rPr>
                        <a:t>Model 4</a:t>
                      </a:r>
                    </a:p>
                  </a:txBody>
                  <a:tcPr/>
                </a:tc>
                <a:extLst>
                  <a:ext uri="{0D108BD9-81ED-4DB2-BD59-A6C34878D82A}">
                    <a16:rowId xmlns:a16="http://schemas.microsoft.com/office/drawing/2014/main" val="3010627183"/>
                  </a:ext>
                </a:extLst>
              </a:tr>
              <a:tr h="270975">
                <a:tc>
                  <a:txBody>
                    <a:bodyPr/>
                    <a:lstStyle/>
                    <a:p>
                      <a:pPr algn="ctr"/>
                      <a:r>
                        <a:rPr lang="en-US" sz="1400" b="1">
                          <a:latin typeface="Times New Roman" panose="02020603050405020304" pitchFamily="18" charset="0"/>
                          <a:cs typeface="Times New Roman" panose="02020603050405020304" pitchFamily="18" charset="0"/>
                        </a:rPr>
                        <a:t>Safety</a:t>
                      </a:r>
                    </a:p>
                  </a:txBody>
                  <a:tcPr/>
                </a:tc>
                <a:tc>
                  <a:txBody>
                    <a:bodyPr/>
                    <a:lstStyle/>
                    <a:p>
                      <a:pPr algn="ctr"/>
                      <a:r>
                        <a:rPr lang="en-US" sz="1400">
                          <a:latin typeface="Times New Roman" panose="02020603050405020304" pitchFamily="18" charset="0"/>
                          <a:cs typeface="Times New Roman" panose="02020603050405020304" pitchFamily="18" charset="0"/>
                        </a:rPr>
                        <a:t>10</a:t>
                      </a:r>
                    </a:p>
                  </a:txBody>
                  <a:tcPr/>
                </a:tc>
                <a:tc>
                  <a:txBody>
                    <a:bodyPr/>
                    <a:lstStyle/>
                    <a:p>
                      <a:pPr algn="ctr"/>
                      <a:r>
                        <a:rPr lang="en-US" sz="1400">
                          <a:latin typeface="Times New Roman" panose="02020603050405020304" pitchFamily="18" charset="0"/>
                          <a:cs typeface="Times New Roman" panose="02020603050405020304" pitchFamily="18" charset="0"/>
                        </a:rPr>
                        <a:t>6</a:t>
                      </a:r>
                    </a:p>
                  </a:txBody>
                  <a:tcPr/>
                </a:tc>
                <a:tc>
                  <a:txBody>
                    <a:bodyPr/>
                    <a:lstStyle/>
                    <a:p>
                      <a:pPr algn="ctr"/>
                      <a:r>
                        <a:rPr lang="en-US" sz="1400">
                          <a:latin typeface="Times New Roman" panose="02020603050405020304" pitchFamily="18" charset="0"/>
                          <a:cs typeface="Times New Roman" panose="02020603050405020304" pitchFamily="18" charset="0"/>
                        </a:rPr>
                        <a:t>1</a:t>
                      </a:r>
                    </a:p>
                  </a:txBody>
                  <a:tcPr/>
                </a:tc>
                <a:tc>
                  <a:txBody>
                    <a:bodyPr/>
                    <a:lstStyle/>
                    <a:p>
                      <a:pPr algn="ctr"/>
                      <a:r>
                        <a:rPr lang="en-US" sz="1400">
                          <a:latin typeface="Times New Roman" panose="02020603050405020304" pitchFamily="18" charset="0"/>
                          <a:cs typeface="Times New Roman" panose="02020603050405020304" pitchFamily="18" charset="0"/>
                        </a:rPr>
                        <a:t>9</a:t>
                      </a:r>
                    </a:p>
                  </a:txBody>
                  <a:tcPr/>
                </a:tc>
                <a:tc>
                  <a:txBody>
                    <a:bodyPr/>
                    <a:lstStyle/>
                    <a:p>
                      <a:pPr algn="ctr"/>
                      <a:r>
                        <a:rPr lang="en-US" sz="1400">
                          <a:latin typeface="Times New Roman" panose="02020603050405020304" pitchFamily="18" charset="0"/>
                          <a:cs typeface="Times New Roman" panose="02020603050405020304" pitchFamily="18" charset="0"/>
                        </a:rPr>
                        <a:t>9</a:t>
                      </a:r>
                    </a:p>
                  </a:txBody>
                  <a:tcPr/>
                </a:tc>
                <a:extLst>
                  <a:ext uri="{0D108BD9-81ED-4DB2-BD59-A6C34878D82A}">
                    <a16:rowId xmlns:a16="http://schemas.microsoft.com/office/drawing/2014/main" val="960503335"/>
                  </a:ext>
                </a:extLst>
              </a:tr>
              <a:tr h="270975">
                <a:tc>
                  <a:txBody>
                    <a:bodyPr/>
                    <a:lstStyle/>
                    <a:p>
                      <a:pPr algn="ctr"/>
                      <a:r>
                        <a:rPr lang="en-US" sz="1400" b="1">
                          <a:latin typeface="Times New Roman" panose="02020603050405020304" pitchFamily="18" charset="0"/>
                          <a:cs typeface="Times New Roman" panose="02020603050405020304" pitchFamily="18" charset="0"/>
                        </a:rPr>
                        <a:t>Budget Limit</a:t>
                      </a:r>
                    </a:p>
                  </a:txBody>
                  <a:tcPr/>
                </a:tc>
                <a:tc>
                  <a:txBody>
                    <a:bodyPr/>
                    <a:lstStyle/>
                    <a:p>
                      <a:pPr algn="ctr"/>
                      <a:r>
                        <a:rPr lang="en-US" sz="1400">
                          <a:latin typeface="Times New Roman" panose="02020603050405020304" pitchFamily="18" charset="0"/>
                          <a:cs typeface="Times New Roman" panose="02020603050405020304" pitchFamily="18" charset="0"/>
                        </a:rPr>
                        <a:t>1</a:t>
                      </a:r>
                    </a:p>
                  </a:txBody>
                  <a:tcPr/>
                </a:tc>
                <a:tc>
                  <a:txBody>
                    <a:bodyPr/>
                    <a:lstStyle/>
                    <a:p>
                      <a:pPr algn="ctr"/>
                      <a:r>
                        <a:rPr lang="en-US" sz="1400">
                          <a:latin typeface="Times New Roman" panose="02020603050405020304" pitchFamily="18" charset="0"/>
                          <a:cs typeface="Times New Roman" panose="02020603050405020304" pitchFamily="18" charset="0"/>
                        </a:rPr>
                        <a:t>7</a:t>
                      </a:r>
                    </a:p>
                  </a:txBody>
                  <a:tcPr/>
                </a:tc>
                <a:tc>
                  <a:txBody>
                    <a:bodyPr/>
                    <a:lstStyle/>
                    <a:p>
                      <a:pPr algn="ctr"/>
                      <a:r>
                        <a:rPr lang="en-US" sz="1400">
                          <a:latin typeface="Times New Roman" panose="02020603050405020304" pitchFamily="18" charset="0"/>
                          <a:cs typeface="Times New Roman" panose="02020603050405020304" pitchFamily="18" charset="0"/>
                        </a:rPr>
                        <a:t>2</a:t>
                      </a:r>
                    </a:p>
                  </a:txBody>
                  <a:tcPr/>
                </a:tc>
                <a:tc>
                  <a:txBody>
                    <a:bodyPr/>
                    <a:lstStyle/>
                    <a:p>
                      <a:pPr algn="ctr"/>
                      <a:r>
                        <a:rPr lang="en-US" sz="1400">
                          <a:latin typeface="Times New Roman" panose="02020603050405020304" pitchFamily="18" charset="0"/>
                          <a:cs typeface="Times New Roman" panose="02020603050405020304" pitchFamily="18" charset="0"/>
                        </a:rPr>
                        <a:t>10</a:t>
                      </a:r>
                    </a:p>
                  </a:txBody>
                  <a:tcPr/>
                </a:tc>
                <a:tc>
                  <a:txBody>
                    <a:bodyPr/>
                    <a:lstStyle/>
                    <a:p>
                      <a:pPr algn="ctr"/>
                      <a:r>
                        <a:rPr lang="en-US" sz="1400">
                          <a:latin typeface="Times New Roman" panose="02020603050405020304" pitchFamily="18" charset="0"/>
                          <a:cs typeface="Times New Roman" panose="02020603050405020304" pitchFamily="18" charset="0"/>
                        </a:rPr>
                        <a:t>9</a:t>
                      </a:r>
                    </a:p>
                  </a:txBody>
                  <a:tcPr/>
                </a:tc>
                <a:extLst>
                  <a:ext uri="{0D108BD9-81ED-4DB2-BD59-A6C34878D82A}">
                    <a16:rowId xmlns:a16="http://schemas.microsoft.com/office/drawing/2014/main" val="2562977988"/>
                  </a:ext>
                </a:extLst>
              </a:tr>
              <a:tr h="506384">
                <a:tc>
                  <a:txBody>
                    <a:bodyPr/>
                    <a:lstStyle/>
                    <a:p>
                      <a:pPr algn="ctr"/>
                      <a:r>
                        <a:rPr lang="en-US" sz="1400" b="1">
                          <a:latin typeface="Times New Roman" panose="02020603050405020304" pitchFamily="18" charset="0"/>
                          <a:cs typeface="Times New Roman" panose="02020603050405020304" pitchFamily="18" charset="0"/>
                        </a:rPr>
                        <a:t>Vehicle Reusability</a:t>
                      </a:r>
                    </a:p>
                  </a:txBody>
                  <a:tcPr/>
                </a:tc>
                <a:tc>
                  <a:txBody>
                    <a:bodyPr/>
                    <a:lstStyle/>
                    <a:p>
                      <a:pPr algn="ctr"/>
                      <a:r>
                        <a:rPr lang="en-US" sz="1400">
                          <a:latin typeface="Times New Roman" panose="02020603050405020304" pitchFamily="18" charset="0"/>
                          <a:cs typeface="Times New Roman" panose="02020603050405020304" pitchFamily="18" charset="0"/>
                        </a:rPr>
                        <a:t>7</a:t>
                      </a:r>
                    </a:p>
                  </a:txBody>
                  <a:tcPr/>
                </a:tc>
                <a:tc>
                  <a:txBody>
                    <a:bodyPr/>
                    <a:lstStyle/>
                    <a:p>
                      <a:pPr algn="ctr"/>
                      <a:r>
                        <a:rPr lang="en-US" sz="1400">
                          <a:latin typeface="Times New Roman" panose="02020603050405020304" pitchFamily="18" charset="0"/>
                          <a:cs typeface="Times New Roman" panose="02020603050405020304" pitchFamily="18" charset="0"/>
                        </a:rPr>
                        <a:t>8</a:t>
                      </a:r>
                    </a:p>
                  </a:txBody>
                  <a:tcPr/>
                </a:tc>
                <a:tc>
                  <a:txBody>
                    <a:bodyPr/>
                    <a:lstStyle/>
                    <a:p>
                      <a:pPr algn="ctr"/>
                      <a:r>
                        <a:rPr lang="en-US" sz="1400">
                          <a:latin typeface="Times New Roman" panose="02020603050405020304" pitchFamily="18" charset="0"/>
                          <a:cs typeface="Times New Roman" panose="02020603050405020304" pitchFamily="18" charset="0"/>
                        </a:rPr>
                        <a:t>10</a:t>
                      </a:r>
                    </a:p>
                  </a:txBody>
                  <a:tcPr/>
                </a:tc>
                <a:tc>
                  <a:txBody>
                    <a:bodyPr/>
                    <a:lstStyle/>
                    <a:p>
                      <a:pPr algn="ctr"/>
                      <a:r>
                        <a:rPr lang="en-US" sz="1400">
                          <a:latin typeface="Times New Roman" panose="02020603050405020304" pitchFamily="18" charset="0"/>
                          <a:cs typeface="Times New Roman" panose="02020603050405020304" pitchFamily="18" charset="0"/>
                        </a:rPr>
                        <a:t>7</a:t>
                      </a:r>
                    </a:p>
                  </a:txBody>
                  <a:tcPr/>
                </a:tc>
                <a:tc>
                  <a:txBody>
                    <a:bodyPr/>
                    <a:lstStyle/>
                    <a:p>
                      <a:pPr algn="ctr"/>
                      <a:r>
                        <a:rPr lang="en-US" sz="1400">
                          <a:latin typeface="Times New Roman" panose="02020603050405020304" pitchFamily="18" charset="0"/>
                          <a:cs typeface="Times New Roman" panose="02020603050405020304" pitchFamily="18" charset="0"/>
                        </a:rPr>
                        <a:t>6</a:t>
                      </a:r>
                    </a:p>
                  </a:txBody>
                  <a:tcPr/>
                </a:tc>
                <a:extLst>
                  <a:ext uri="{0D108BD9-81ED-4DB2-BD59-A6C34878D82A}">
                    <a16:rowId xmlns:a16="http://schemas.microsoft.com/office/drawing/2014/main" val="3155875931"/>
                  </a:ext>
                </a:extLst>
              </a:tr>
              <a:tr h="270975">
                <a:tc>
                  <a:txBody>
                    <a:bodyPr/>
                    <a:lstStyle/>
                    <a:p>
                      <a:pPr algn="ctr"/>
                      <a:r>
                        <a:rPr lang="en-US" sz="1400" b="1">
                          <a:latin typeface="Times New Roman" panose="02020603050405020304" pitchFamily="18" charset="0"/>
                          <a:cs typeface="Times New Roman" panose="02020603050405020304" pitchFamily="18" charset="0"/>
                        </a:rPr>
                        <a:t>Complexity</a:t>
                      </a:r>
                    </a:p>
                  </a:txBody>
                  <a:tcPr/>
                </a:tc>
                <a:tc>
                  <a:txBody>
                    <a:bodyPr/>
                    <a:lstStyle/>
                    <a:p>
                      <a:pPr algn="ctr"/>
                      <a:r>
                        <a:rPr lang="en-US" sz="1400">
                          <a:latin typeface="Times New Roman" panose="02020603050405020304" pitchFamily="18" charset="0"/>
                          <a:cs typeface="Times New Roman" panose="02020603050405020304" pitchFamily="18" charset="0"/>
                        </a:rPr>
                        <a:t>5</a:t>
                      </a:r>
                    </a:p>
                  </a:txBody>
                  <a:tcPr/>
                </a:tc>
                <a:tc>
                  <a:txBody>
                    <a:bodyPr/>
                    <a:lstStyle/>
                    <a:p>
                      <a:pPr algn="ctr"/>
                      <a:r>
                        <a:rPr lang="en-US" sz="1400">
                          <a:latin typeface="Times New Roman" panose="02020603050405020304" pitchFamily="18" charset="0"/>
                          <a:cs typeface="Times New Roman" panose="02020603050405020304" pitchFamily="18" charset="0"/>
                        </a:rPr>
                        <a:t>9</a:t>
                      </a:r>
                    </a:p>
                  </a:txBody>
                  <a:tcPr/>
                </a:tc>
                <a:tc>
                  <a:txBody>
                    <a:bodyPr/>
                    <a:lstStyle/>
                    <a:p>
                      <a:pPr algn="ctr"/>
                      <a:r>
                        <a:rPr lang="en-US" sz="1400">
                          <a:latin typeface="Times New Roman" panose="02020603050405020304" pitchFamily="18" charset="0"/>
                          <a:cs typeface="Times New Roman" panose="02020603050405020304" pitchFamily="18" charset="0"/>
                        </a:rPr>
                        <a:t>10</a:t>
                      </a:r>
                    </a:p>
                  </a:txBody>
                  <a:tcPr/>
                </a:tc>
                <a:tc>
                  <a:txBody>
                    <a:bodyPr/>
                    <a:lstStyle/>
                    <a:p>
                      <a:pPr algn="ctr"/>
                      <a:r>
                        <a:rPr lang="en-US" sz="1400">
                          <a:latin typeface="Times New Roman" panose="02020603050405020304" pitchFamily="18" charset="0"/>
                          <a:cs typeface="Times New Roman" panose="02020603050405020304" pitchFamily="18" charset="0"/>
                        </a:rPr>
                        <a:t>5</a:t>
                      </a:r>
                    </a:p>
                  </a:txBody>
                  <a:tcPr/>
                </a:tc>
                <a:tc>
                  <a:txBody>
                    <a:bodyPr/>
                    <a:lstStyle/>
                    <a:p>
                      <a:pPr algn="ctr"/>
                      <a:r>
                        <a:rPr lang="en-US" sz="1400">
                          <a:latin typeface="Times New Roman" panose="02020603050405020304" pitchFamily="18" charset="0"/>
                          <a:cs typeface="Times New Roman" panose="02020603050405020304" pitchFamily="18" charset="0"/>
                        </a:rPr>
                        <a:t>4</a:t>
                      </a:r>
                    </a:p>
                  </a:txBody>
                  <a:tcPr/>
                </a:tc>
                <a:extLst>
                  <a:ext uri="{0D108BD9-81ED-4DB2-BD59-A6C34878D82A}">
                    <a16:rowId xmlns:a16="http://schemas.microsoft.com/office/drawing/2014/main" val="902546041"/>
                  </a:ext>
                </a:extLst>
              </a:tr>
              <a:tr h="451626">
                <a:tc>
                  <a:txBody>
                    <a:bodyPr/>
                    <a:lstStyle/>
                    <a:p>
                      <a:pPr algn="ctr"/>
                      <a:r>
                        <a:rPr lang="en-US" sz="1400" b="1">
                          <a:latin typeface="Times New Roman" panose="02020603050405020304" pitchFamily="18" charset="0"/>
                          <a:cs typeface="Times New Roman" panose="02020603050405020304" pitchFamily="18" charset="0"/>
                        </a:rPr>
                        <a:t>Transportation Time</a:t>
                      </a:r>
                    </a:p>
                  </a:txBody>
                  <a:tcPr/>
                </a:tc>
                <a:tc>
                  <a:txBody>
                    <a:bodyPr/>
                    <a:lstStyle/>
                    <a:p>
                      <a:pPr algn="ctr"/>
                      <a:r>
                        <a:rPr lang="en-US" sz="1400">
                          <a:latin typeface="Times New Roman" panose="02020603050405020304" pitchFamily="18" charset="0"/>
                          <a:cs typeface="Times New Roman" panose="02020603050405020304" pitchFamily="18" charset="0"/>
                        </a:rPr>
                        <a:t>8</a:t>
                      </a:r>
                    </a:p>
                  </a:txBody>
                  <a:tcPr/>
                </a:tc>
                <a:tc>
                  <a:txBody>
                    <a:bodyPr/>
                    <a:lstStyle/>
                    <a:p>
                      <a:pPr algn="ctr"/>
                      <a:r>
                        <a:rPr lang="en-US" sz="1400">
                          <a:latin typeface="Times New Roman" panose="02020603050405020304" pitchFamily="18" charset="0"/>
                          <a:cs typeface="Times New Roman" panose="02020603050405020304" pitchFamily="18" charset="0"/>
                        </a:rPr>
                        <a:t>10</a:t>
                      </a:r>
                    </a:p>
                  </a:txBody>
                  <a:tcPr>
                    <a:solidFill>
                      <a:schemeClr val="accent5">
                        <a:alpha val="20000"/>
                      </a:schemeClr>
                    </a:solidFill>
                  </a:tcPr>
                </a:tc>
                <a:tc>
                  <a:txBody>
                    <a:bodyPr/>
                    <a:lstStyle/>
                    <a:p>
                      <a:pPr algn="ctr"/>
                      <a:r>
                        <a:rPr lang="en-US" sz="1400">
                          <a:latin typeface="Times New Roman" panose="02020603050405020304" pitchFamily="18" charset="0"/>
                          <a:cs typeface="Times New Roman" panose="02020603050405020304" pitchFamily="18" charset="0"/>
                        </a:rPr>
                        <a:t>9</a:t>
                      </a:r>
                    </a:p>
                  </a:txBody>
                  <a:tcPr/>
                </a:tc>
                <a:tc>
                  <a:txBody>
                    <a:bodyPr/>
                    <a:lstStyle/>
                    <a:p>
                      <a:pPr algn="ctr"/>
                      <a:r>
                        <a:rPr lang="en-US" sz="1400">
                          <a:latin typeface="Times New Roman" panose="02020603050405020304" pitchFamily="18" charset="0"/>
                          <a:cs typeface="Times New Roman" panose="02020603050405020304" pitchFamily="18" charset="0"/>
                        </a:rPr>
                        <a:t>2</a:t>
                      </a:r>
                    </a:p>
                  </a:txBody>
                  <a:tcPr/>
                </a:tc>
                <a:tc>
                  <a:txBody>
                    <a:bodyPr/>
                    <a:lstStyle/>
                    <a:p>
                      <a:pPr algn="ctr"/>
                      <a:r>
                        <a:rPr lang="en-US" sz="1400">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3838784045"/>
                  </a:ext>
                </a:extLst>
              </a:tr>
              <a:tr h="451626">
                <a:tc>
                  <a:txBody>
                    <a:bodyPr/>
                    <a:lstStyle/>
                    <a:p>
                      <a:pPr algn="ctr"/>
                      <a:r>
                        <a:rPr lang="en-US" sz="1400" b="1">
                          <a:latin typeface="Times New Roman" panose="02020603050405020304" pitchFamily="18" charset="0"/>
                          <a:cs typeface="Times New Roman" panose="02020603050405020304" pitchFamily="18" charset="0"/>
                        </a:rPr>
                        <a:t>System Reliability</a:t>
                      </a:r>
                    </a:p>
                  </a:txBody>
                  <a:tcPr/>
                </a:tc>
                <a:tc>
                  <a:txBody>
                    <a:bodyPr/>
                    <a:lstStyle/>
                    <a:p>
                      <a:pPr algn="ctr"/>
                      <a:r>
                        <a:rPr lang="en-US" sz="1400">
                          <a:latin typeface="Times New Roman" panose="02020603050405020304" pitchFamily="18" charset="0"/>
                          <a:cs typeface="Times New Roman" panose="02020603050405020304" pitchFamily="18" charset="0"/>
                        </a:rPr>
                        <a:t>6</a:t>
                      </a:r>
                    </a:p>
                  </a:txBody>
                  <a:tcPr/>
                </a:tc>
                <a:tc>
                  <a:txBody>
                    <a:bodyPr/>
                    <a:lstStyle/>
                    <a:p>
                      <a:pPr algn="ctr"/>
                      <a:r>
                        <a:rPr lang="en-US" sz="1400">
                          <a:latin typeface="Times New Roman" panose="02020603050405020304" pitchFamily="18" charset="0"/>
                          <a:cs typeface="Times New Roman" panose="02020603050405020304" pitchFamily="18" charset="0"/>
                        </a:rPr>
                        <a:t>10</a:t>
                      </a:r>
                    </a:p>
                  </a:txBody>
                  <a:tcPr>
                    <a:solidFill>
                      <a:schemeClr val="accent2">
                        <a:lumMod val="20000"/>
                        <a:lumOff val="80000"/>
                      </a:schemeClr>
                    </a:solidFill>
                  </a:tcPr>
                </a:tc>
                <a:tc>
                  <a:txBody>
                    <a:bodyPr/>
                    <a:lstStyle/>
                    <a:p>
                      <a:pPr algn="ctr"/>
                      <a:r>
                        <a:rPr lang="en-US" sz="1400">
                          <a:latin typeface="Times New Roman" panose="02020603050405020304" pitchFamily="18" charset="0"/>
                          <a:cs typeface="Times New Roman" panose="02020603050405020304" pitchFamily="18" charset="0"/>
                        </a:rPr>
                        <a:t>1</a:t>
                      </a:r>
                    </a:p>
                  </a:txBody>
                  <a:tcPr/>
                </a:tc>
                <a:tc>
                  <a:txBody>
                    <a:bodyPr/>
                    <a:lstStyle/>
                    <a:p>
                      <a:pPr algn="ctr"/>
                      <a:r>
                        <a:rPr lang="en-US" sz="1400">
                          <a:latin typeface="Times New Roman" panose="02020603050405020304" pitchFamily="18" charset="0"/>
                          <a:cs typeface="Times New Roman" panose="02020603050405020304" pitchFamily="18" charset="0"/>
                        </a:rPr>
                        <a:t>9</a:t>
                      </a:r>
                    </a:p>
                  </a:txBody>
                  <a:tcPr/>
                </a:tc>
                <a:tc>
                  <a:txBody>
                    <a:bodyPr/>
                    <a:lstStyle/>
                    <a:p>
                      <a:pPr algn="ctr"/>
                      <a:r>
                        <a:rPr lang="en-US" sz="1400">
                          <a:latin typeface="Times New Roman" panose="02020603050405020304" pitchFamily="18" charset="0"/>
                          <a:cs typeface="Times New Roman" panose="02020603050405020304" pitchFamily="18" charset="0"/>
                        </a:rPr>
                        <a:t>7</a:t>
                      </a:r>
                    </a:p>
                  </a:txBody>
                  <a:tcPr/>
                </a:tc>
                <a:extLst>
                  <a:ext uri="{0D108BD9-81ED-4DB2-BD59-A6C34878D82A}">
                    <a16:rowId xmlns:a16="http://schemas.microsoft.com/office/drawing/2014/main" val="1173690745"/>
                  </a:ext>
                </a:extLst>
              </a:tr>
              <a:tr h="812926">
                <a:tc>
                  <a:txBody>
                    <a:bodyPr/>
                    <a:lstStyle/>
                    <a:p>
                      <a:pPr algn="ctr"/>
                      <a:r>
                        <a:rPr lang="en-US" sz="1400" b="1">
                          <a:latin typeface="Times New Roman" panose="02020603050405020304" pitchFamily="18" charset="0"/>
                          <a:cs typeface="Times New Roman" panose="02020603050405020304" pitchFamily="18" charset="0"/>
                        </a:rPr>
                        <a:t>System Efficiency (Power Input Vs Output)</a:t>
                      </a:r>
                    </a:p>
                  </a:txBody>
                  <a:tcPr/>
                </a:tc>
                <a:tc>
                  <a:txBody>
                    <a:bodyPr/>
                    <a:lstStyle/>
                    <a:p>
                      <a:pPr algn="ctr"/>
                      <a:r>
                        <a:rPr lang="en-US" sz="1400">
                          <a:latin typeface="Times New Roman" panose="02020603050405020304" pitchFamily="18" charset="0"/>
                          <a:cs typeface="Times New Roman" panose="02020603050405020304" pitchFamily="18" charset="0"/>
                        </a:rPr>
                        <a:t>9</a:t>
                      </a:r>
                    </a:p>
                  </a:txBody>
                  <a:tcPr/>
                </a:tc>
                <a:tc>
                  <a:txBody>
                    <a:bodyPr/>
                    <a:lstStyle/>
                    <a:p>
                      <a:pPr algn="ctr"/>
                      <a:r>
                        <a:rPr lang="en-US" sz="1400">
                          <a:latin typeface="Times New Roman" panose="02020603050405020304" pitchFamily="18" charset="0"/>
                          <a:cs typeface="Times New Roman" panose="02020603050405020304" pitchFamily="18" charset="0"/>
                        </a:rPr>
                        <a:t>7</a:t>
                      </a:r>
                    </a:p>
                  </a:txBody>
                  <a:tcPr/>
                </a:tc>
                <a:tc>
                  <a:txBody>
                    <a:bodyPr/>
                    <a:lstStyle/>
                    <a:p>
                      <a:pPr algn="ctr"/>
                      <a:r>
                        <a:rPr lang="en-US" sz="1400">
                          <a:latin typeface="Times New Roman" panose="02020603050405020304" pitchFamily="18" charset="0"/>
                          <a:cs typeface="Times New Roman" panose="02020603050405020304" pitchFamily="18" charset="0"/>
                        </a:rPr>
                        <a:t>8</a:t>
                      </a:r>
                    </a:p>
                  </a:txBody>
                  <a:tcPr/>
                </a:tc>
                <a:tc>
                  <a:txBody>
                    <a:bodyPr/>
                    <a:lstStyle/>
                    <a:p>
                      <a:pPr algn="ctr"/>
                      <a:r>
                        <a:rPr lang="en-US" sz="1400">
                          <a:latin typeface="Times New Roman" panose="02020603050405020304" pitchFamily="18" charset="0"/>
                          <a:cs typeface="Times New Roman" panose="02020603050405020304" pitchFamily="18" charset="0"/>
                        </a:rPr>
                        <a:t>2</a:t>
                      </a:r>
                    </a:p>
                  </a:txBody>
                  <a:tcPr/>
                </a:tc>
                <a:tc>
                  <a:txBody>
                    <a:bodyPr/>
                    <a:lstStyle/>
                    <a:p>
                      <a:pPr algn="ctr"/>
                      <a:r>
                        <a:rPr lang="en-US" sz="1400">
                          <a:latin typeface="Times New Roman" panose="02020603050405020304" pitchFamily="18" charset="0"/>
                          <a:cs typeface="Times New Roman" panose="02020603050405020304" pitchFamily="18" charset="0"/>
                        </a:rPr>
                        <a:t>7</a:t>
                      </a:r>
                    </a:p>
                  </a:txBody>
                  <a:tcPr/>
                </a:tc>
                <a:extLst>
                  <a:ext uri="{0D108BD9-81ED-4DB2-BD59-A6C34878D82A}">
                    <a16:rowId xmlns:a16="http://schemas.microsoft.com/office/drawing/2014/main" val="1454952251"/>
                  </a:ext>
                </a:extLst>
              </a:tr>
              <a:tr h="451626">
                <a:tc>
                  <a:txBody>
                    <a:bodyPr/>
                    <a:lstStyle/>
                    <a:p>
                      <a:pPr algn="ctr"/>
                      <a:r>
                        <a:rPr lang="en-US" sz="1400" b="1">
                          <a:latin typeface="Times New Roman" panose="02020603050405020304" pitchFamily="18" charset="0"/>
                          <a:cs typeface="Times New Roman" panose="02020603050405020304" pitchFamily="18" charset="0"/>
                        </a:rPr>
                        <a:t>Failure Likeliness</a:t>
                      </a:r>
                    </a:p>
                  </a:txBody>
                  <a:tcPr/>
                </a:tc>
                <a:tc>
                  <a:txBody>
                    <a:bodyPr/>
                    <a:lstStyle/>
                    <a:p>
                      <a:pPr algn="ctr"/>
                      <a:r>
                        <a:rPr lang="en-US" sz="1400">
                          <a:latin typeface="Times New Roman" panose="02020603050405020304" pitchFamily="18" charset="0"/>
                          <a:cs typeface="Times New Roman" panose="02020603050405020304" pitchFamily="18" charset="0"/>
                        </a:rPr>
                        <a:t>9</a:t>
                      </a:r>
                    </a:p>
                  </a:txBody>
                  <a:tcPr/>
                </a:tc>
                <a:tc>
                  <a:txBody>
                    <a:bodyPr/>
                    <a:lstStyle/>
                    <a:p>
                      <a:pPr algn="ctr"/>
                      <a:r>
                        <a:rPr lang="en-US" sz="1400">
                          <a:latin typeface="Times New Roman" panose="02020603050405020304" pitchFamily="18" charset="0"/>
                          <a:cs typeface="Times New Roman" panose="02020603050405020304" pitchFamily="18" charset="0"/>
                        </a:rPr>
                        <a:t>10</a:t>
                      </a:r>
                    </a:p>
                  </a:txBody>
                  <a:tcPr/>
                </a:tc>
                <a:tc>
                  <a:txBody>
                    <a:bodyPr/>
                    <a:lstStyle/>
                    <a:p>
                      <a:pPr algn="ctr"/>
                      <a:r>
                        <a:rPr lang="en-US" sz="1400">
                          <a:latin typeface="Times New Roman" panose="02020603050405020304" pitchFamily="18" charset="0"/>
                          <a:cs typeface="Times New Roman" panose="02020603050405020304" pitchFamily="18" charset="0"/>
                        </a:rPr>
                        <a:t>3</a:t>
                      </a:r>
                    </a:p>
                  </a:txBody>
                  <a:tcPr/>
                </a:tc>
                <a:tc>
                  <a:txBody>
                    <a:bodyPr/>
                    <a:lstStyle/>
                    <a:p>
                      <a:pPr algn="ctr"/>
                      <a:r>
                        <a:rPr lang="en-US" sz="1400">
                          <a:latin typeface="Times New Roman" panose="02020603050405020304" pitchFamily="18" charset="0"/>
                          <a:cs typeface="Times New Roman" panose="02020603050405020304" pitchFamily="18" charset="0"/>
                        </a:rPr>
                        <a:t>5</a:t>
                      </a:r>
                    </a:p>
                  </a:txBody>
                  <a:tcPr/>
                </a:tc>
                <a:tc>
                  <a:txBody>
                    <a:bodyPr/>
                    <a:lstStyle/>
                    <a:p>
                      <a:pPr algn="ctr"/>
                      <a:r>
                        <a:rPr lang="en-US" sz="1400">
                          <a:latin typeface="Times New Roman" panose="02020603050405020304" pitchFamily="18" charset="0"/>
                          <a:cs typeface="Times New Roman" panose="02020603050405020304" pitchFamily="18" charset="0"/>
                        </a:rPr>
                        <a:t>4</a:t>
                      </a:r>
                    </a:p>
                  </a:txBody>
                  <a:tcPr/>
                </a:tc>
                <a:extLst>
                  <a:ext uri="{0D108BD9-81ED-4DB2-BD59-A6C34878D82A}">
                    <a16:rowId xmlns:a16="http://schemas.microsoft.com/office/drawing/2014/main" val="1681558649"/>
                  </a:ext>
                </a:extLst>
              </a:tr>
              <a:tr h="270975">
                <a:tc gridSpan="2">
                  <a:txBody>
                    <a:bodyPr/>
                    <a:lstStyle/>
                    <a:p>
                      <a:pPr algn="ctr"/>
                      <a:r>
                        <a:rPr lang="en-US" sz="1400" b="1">
                          <a:latin typeface="Times New Roman" panose="02020603050405020304" pitchFamily="18" charset="0"/>
                          <a:cs typeface="Times New Roman" panose="02020603050405020304" pitchFamily="18" charset="0"/>
                        </a:rPr>
                        <a:t>Total</a:t>
                      </a:r>
                    </a:p>
                  </a:txBody>
                  <a:tcPr/>
                </a:tc>
                <a:tc hMerge="1">
                  <a:txBody>
                    <a:bodyPr/>
                    <a:lstStyle/>
                    <a:p>
                      <a:endParaRPr lang="en-US"/>
                    </a:p>
                  </a:txBody>
                  <a:tcPr/>
                </a:tc>
                <a:tc>
                  <a:txBody>
                    <a:bodyPr/>
                    <a:lstStyle/>
                    <a:p>
                      <a:pPr algn="ctr"/>
                      <a:r>
                        <a:rPr lang="en-US" sz="1400">
                          <a:latin typeface="Times New Roman" panose="02020603050405020304" pitchFamily="18" charset="0"/>
                          <a:cs typeface="Times New Roman" panose="02020603050405020304" pitchFamily="18" charset="0"/>
                        </a:rPr>
                        <a:t>461</a:t>
                      </a:r>
                    </a:p>
                  </a:txBody>
                  <a:tcPr>
                    <a:solidFill>
                      <a:schemeClr val="bg1">
                        <a:alpha val="20000"/>
                      </a:schemeClr>
                    </a:solidFill>
                  </a:tcPr>
                </a:tc>
                <a:tc>
                  <a:txBody>
                    <a:bodyPr/>
                    <a:lstStyle/>
                    <a:p>
                      <a:pPr algn="ctr"/>
                      <a:r>
                        <a:rPr lang="en-US" sz="1400">
                          <a:latin typeface="Times New Roman" panose="02020603050405020304" pitchFamily="18" charset="0"/>
                          <a:cs typeface="Times New Roman" panose="02020603050405020304" pitchFamily="18" charset="0"/>
                        </a:rPr>
                        <a:t>309</a:t>
                      </a:r>
                    </a:p>
                  </a:txBody>
                  <a:tcPr/>
                </a:tc>
                <a:tc>
                  <a:txBody>
                    <a:bodyPr/>
                    <a:lstStyle/>
                    <a:p>
                      <a:pPr algn="ctr"/>
                      <a:r>
                        <a:rPr lang="en-US" sz="1400">
                          <a:latin typeface="Times New Roman" panose="02020603050405020304" pitchFamily="18" charset="0"/>
                          <a:cs typeface="Times New Roman" panose="02020603050405020304" pitchFamily="18" charset="0"/>
                        </a:rPr>
                        <a:t>307</a:t>
                      </a:r>
                    </a:p>
                  </a:txBody>
                  <a:tcPr/>
                </a:tc>
                <a:tc>
                  <a:txBody>
                    <a:bodyPr/>
                    <a:lstStyle/>
                    <a:p>
                      <a:pPr algn="ctr"/>
                      <a:r>
                        <a:rPr lang="en-US" sz="1400">
                          <a:latin typeface="Times New Roman" panose="02020603050405020304" pitchFamily="18" charset="0"/>
                          <a:cs typeface="Times New Roman" panose="02020603050405020304" pitchFamily="18" charset="0"/>
                        </a:rPr>
                        <a:t>310</a:t>
                      </a:r>
                    </a:p>
                  </a:txBody>
                  <a:tcPr/>
                </a:tc>
                <a:extLst>
                  <a:ext uri="{0D108BD9-81ED-4DB2-BD59-A6C34878D82A}">
                    <a16:rowId xmlns:a16="http://schemas.microsoft.com/office/drawing/2014/main" val="3541436177"/>
                  </a:ext>
                </a:extLst>
              </a:tr>
            </a:tbl>
          </a:graphicData>
        </a:graphic>
      </p:graphicFrame>
      <p:sp>
        <p:nvSpPr>
          <p:cNvPr id="5" name="Text Placeholder 2">
            <a:extLst>
              <a:ext uri="{FF2B5EF4-FFF2-40B4-BE49-F238E27FC236}">
                <a16:creationId xmlns:a16="http://schemas.microsoft.com/office/drawing/2014/main" id="{A8D6B087-6A73-3887-51DF-5F7EFF074C49}"/>
              </a:ext>
            </a:extLst>
          </p:cNvPr>
          <p:cNvSpPr txBox="1">
            <a:spLocks/>
          </p:cNvSpPr>
          <p:nvPr/>
        </p:nvSpPr>
        <p:spPr>
          <a:xfrm>
            <a:off x="31650" y="1722338"/>
            <a:ext cx="3602700" cy="4213200"/>
          </a:xfrm>
          <a:prstGeom prst="rect">
            <a:avLst/>
          </a:prstGeom>
        </p:spPr>
        <p:txBody>
          <a:bodyPr lIns="91440" tIns="45720" rIns="91440" bIns="45720" anchor="ct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342900" indent="-342900">
              <a:buChar char="•"/>
            </a:pPr>
            <a:r>
              <a:rPr lang="en-US" sz="1800" b="1">
                <a:latin typeface="Times New Roman" panose="02020603050405020304" pitchFamily="18" charset="0"/>
                <a:cs typeface="Times New Roman" panose="02020603050405020304" pitchFamily="18" charset="0"/>
              </a:rPr>
              <a:t>Model 1</a:t>
            </a:r>
            <a:r>
              <a:rPr lang="en-US" sz="1800">
                <a:latin typeface="Times New Roman" panose="02020603050405020304" pitchFamily="18" charset="0"/>
                <a:cs typeface="Times New Roman" panose="02020603050405020304" pitchFamily="18" charset="0"/>
              </a:rPr>
              <a:t>: Hydrogen + Oxygen Liquid Propulsion</a:t>
            </a:r>
          </a:p>
          <a:p>
            <a:pPr marL="342900" indent="-342900">
              <a:buChar char="•"/>
            </a:pPr>
            <a:r>
              <a:rPr lang="en-US" sz="1800" b="1">
                <a:latin typeface="Times New Roman" panose="02020603050405020304" pitchFamily="18" charset="0"/>
                <a:cs typeface="Times New Roman" panose="02020603050405020304" pitchFamily="18" charset="0"/>
              </a:rPr>
              <a:t>Model 2</a:t>
            </a:r>
            <a:r>
              <a:rPr lang="en-US" sz="1800">
                <a:latin typeface="Times New Roman" panose="02020603050405020304" pitchFamily="18" charset="0"/>
                <a:cs typeface="Times New Roman" panose="02020603050405020304" pitchFamily="18" charset="0"/>
              </a:rPr>
              <a:t>: Thermal Nuclear Propulsion</a:t>
            </a:r>
          </a:p>
          <a:p>
            <a:pPr marL="342900" indent="-342900">
              <a:buChar char="•"/>
            </a:pPr>
            <a:r>
              <a:rPr lang="en-US" sz="1800" b="1">
                <a:latin typeface="Times New Roman" panose="02020603050405020304" pitchFamily="18" charset="0"/>
                <a:cs typeface="Times New Roman" panose="02020603050405020304" pitchFamily="18" charset="0"/>
              </a:rPr>
              <a:t>Model 3</a:t>
            </a:r>
            <a:r>
              <a:rPr lang="en-US" sz="1800">
                <a:latin typeface="Times New Roman" panose="02020603050405020304" pitchFamily="18" charset="0"/>
                <a:cs typeface="Times New Roman" panose="02020603050405020304" pitchFamily="18" charset="0"/>
              </a:rPr>
              <a:t>: Solar Electric Propulsion </a:t>
            </a:r>
          </a:p>
          <a:p>
            <a:pPr marL="342900" indent="-342900">
              <a:buChar char="•"/>
            </a:pPr>
            <a:r>
              <a:rPr lang="en-US" sz="1800" b="1">
                <a:latin typeface="Times New Roman" panose="02020603050405020304" pitchFamily="18" charset="0"/>
                <a:cs typeface="Times New Roman" panose="02020603050405020304" pitchFamily="18" charset="0"/>
              </a:rPr>
              <a:t>Model 4</a:t>
            </a:r>
            <a:r>
              <a:rPr lang="en-US" sz="1800">
                <a:latin typeface="Times New Roman" panose="02020603050405020304" pitchFamily="18" charset="0"/>
                <a:cs typeface="Times New Roman" panose="02020603050405020304" pitchFamily="18" charset="0"/>
              </a:rPr>
              <a:t>: Water Electric Propulsion</a:t>
            </a:r>
          </a:p>
          <a:p>
            <a:pPr marL="285750" indent="-285750">
              <a:buChar char="•"/>
            </a:pPr>
            <a:endParaRPr lang="en-US"/>
          </a:p>
        </p:txBody>
      </p:sp>
      <p:sp>
        <p:nvSpPr>
          <p:cNvPr id="4" name="TextBox 3">
            <a:extLst>
              <a:ext uri="{FF2B5EF4-FFF2-40B4-BE49-F238E27FC236}">
                <a16:creationId xmlns:a16="http://schemas.microsoft.com/office/drawing/2014/main" id="{FFD7AFF5-B141-8966-75C4-E55117BF334F}"/>
              </a:ext>
            </a:extLst>
          </p:cNvPr>
          <p:cNvSpPr txBox="1"/>
          <p:nvPr/>
        </p:nvSpPr>
        <p:spPr>
          <a:xfrm>
            <a:off x="10214811" y="6376737"/>
            <a:ext cx="1977189" cy="369332"/>
          </a:xfrm>
          <a:prstGeom prst="rect">
            <a:avLst/>
          </a:prstGeom>
          <a:noFill/>
        </p:spPr>
        <p:txBody>
          <a:bodyPr wrap="square" rtlCol="0">
            <a:spAutoFit/>
          </a:bodyPr>
          <a:lstStyle/>
          <a:p>
            <a:r>
              <a:rPr lang="en-US" sz="1800" b="1">
                <a:solidFill>
                  <a:schemeClr val="tx1"/>
                </a:solidFill>
                <a:latin typeface="Times New Roman" panose="02020603050405020304" pitchFamily="18" charset="0"/>
                <a:cs typeface="Times New Roman" panose="02020603050405020304" pitchFamily="18" charset="0"/>
              </a:rPr>
              <a:t>Ewan Thompson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255"/>
        <p:cNvGrpSpPr/>
        <p:nvPr/>
      </p:nvGrpSpPr>
      <p:grpSpPr>
        <a:xfrm>
          <a:off x="0" y="0"/>
          <a:ext cx="0" cy="0"/>
          <a:chOff x="0" y="0"/>
          <a:chExt cx="0" cy="0"/>
        </a:xfrm>
      </p:grpSpPr>
      <p:sp>
        <p:nvSpPr>
          <p:cNvPr id="256" name="Google Shape;256;p30"/>
          <p:cNvSpPr txBox="1">
            <a:spLocks noGrp="1"/>
          </p:cNvSpPr>
          <p:nvPr>
            <p:ph type="title"/>
          </p:nvPr>
        </p:nvSpPr>
        <p:spPr>
          <a:xfrm>
            <a:off x="415650" y="182477"/>
            <a:ext cx="11360700" cy="763500"/>
          </a:xfrm>
          <a:prstGeom prst="rect">
            <a:avLst/>
          </a:prstGeom>
        </p:spPr>
        <p:txBody>
          <a:bodyPr spcFirstLastPara="1" wrap="square" lIns="121900" tIns="121900" rIns="121900" bIns="121900" anchor="t" anchorCtr="0">
            <a:noAutofit/>
          </a:bodyPr>
          <a:lstStyle/>
          <a:p>
            <a:pPr lvl="0">
              <a:buClr>
                <a:srgbClr val="000000"/>
              </a:buClr>
              <a:buSzPts val="990"/>
            </a:pPr>
            <a:r>
              <a:rPr lang="en" sz="2800">
                <a:latin typeface="Times New Roman" panose="02020603050405020304" pitchFamily="18" charset="0"/>
                <a:cs typeface="Times New Roman" panose="02020603050405020304" pitchFamily="18" charset="0"/>
              </a:rPr>
              <a:t>Evaluating Propulsion</a:t>
            </a:r>
            <a:r>
              <a:rPr lang="en-US" sz="2800">
                <a:latin typeface="Times New Roman" panose="02020603050405020304" pitchFamily="18" charset="0"/>
                <a:cs typeface="Times New Roman" panose="02020603050405020304" pitchFamily="18" charset="0"/>
              </a:rPr>
              <a:t>: </a:t>
            </a:r>
            <a:r>
              <a:rPr lang="en" sz="2800">
                <a:latin typeface="Times New Roman" panose="02020603050405020304" pitchFamily="18" charset="0"/>
                <a:cs typeface="Times New Roman" panose="02020603050405020304" pitchFamily="18" charset="0"/>
              </a:rPr>
              <a:t>Stage 1 - </a:t>
            </a:r>
            <a:r>
              <a:rPr lang="en-US" sz="2800">
                <a:latin typeface="Times New Roman" panose="02020603050405020304" pitchFamily="18" charset="0"/>
                <a:cs typeface="Times New Roman" panose="02020603050405020304" pitchFamily="18" charset="0"/>
              </a:rPr>
              <a:t>Ground to Space</a:t>
            </a:r>
          </a:p>
        </p:txBody>
      </p:sp>
      <p:graphicFrame>
        <p:nvGraphicFramePr>
          <p:cNvPr id="2" name="Table 1">
            <a:extLst>
              <a:ext uri="{FF2B5EF4-FFF2-40B4-BE49-F238E27FC236}">
                <a16:creationId xmlns:a16="http://schemas.microsoft.com/office/drawing/2014/main" id="{AD9B6320-6852-240C-34AE-E045BF441083}"/>
              </a:ext>
            </a:extLst>
          </p:cNvPr>
          <p:cNvGraphicFramePr>
            <a:graphicFrameLocks noGrp="1"/>
          </p:cNvGraphicFramePr>
          <p:nvPr>
            <p:extLst>
              <p:ext uri="{D42A27DB-BD31-4B8C-83A1-F6EECF244321}">
                <p14:modId xmlns:p14="http://schemas.microsoft.com/office/powerpoint/2010/main" val="3909623412"/>
              </p:ext>
            </p:extLst>
          </p:nvPr>
        </p:nvGraphicFramePr>
        <p:xfrm>
          <a:off x="4134000" y="945977"/>
          <a:ext cx="7643910" cy="5430761"/>
        </p:xfrm>
        <a:graphic>
          <a:graphicData uri="http://schemas.openxmlformats.org/drawingml/2006/table">
            <a:tbl>
              <a:tblPr firstRow="1" bandRow="1">
                <a:tableStyleId>{8799B23B-EC83-4686-B30A-512413B5E67A}</a:tableStyleId>
              </a:tblPr>
              <a:tblGrid>
                <a:gridCol w="1270698">
                  <a:extLst>
                    <a:ext uri="{9D8B030D-6E8A-4147-A177-3AD203B41FA5}">
                      <a16:colId xmlns:a16="http://schemas.microsoft.com/office/drawing/2014/main" val="2438790017"/>
                    </a:ext>
                  </a:extLst>
                </a:gridCol>
                <a:gridCol w="1274643">
                  <a:extLst>
                    <a:ext uri="{9D8B030D-6E8A-4147-A177-3AD203B41FA5}">
                      <a16:colId xmlns:a16="http://schemas.microsoft.com/office/drawing/2014/main" val="1444383493"/>
                    </a:ext>
                  </a:extLst>
                </a:gridCol>
                <a:gridCol w="1274643">
                  <a:extLst>
                    <a:ext uri="{9D8B030D-6E8A-4147-A177-3AD203B41FA5}">
                      <a16:colId xmlns:a16="http://schemas.microsoft.com/office/drawing/2014/main" val="1385357486"/>
                    </a:ext>
                  </a:extLst>
                </a:gridCol>
                <a:gridCol w="1274642">
                  <a:extLst>
                    <a:ext uri="{9D8B030D-6E8A-4147-A177-3AD203B41FA5}">
                      <a16:colId xmlns:a16="http://schemas.microsoft.com/office/drawing/2014/main" val="3431856934"/>
                    </a:ext>
                  </a:extLst>
                </a:gridCol>
                <a:gridCol w="1274642">
                  <a:extLst>
                    <a:ext uri="{9D8B030D-6E8A-4147-A177-3AD203B41FA5}">
                      <a16:colId xmlns:a16="http://schemas.microsoft.com/office/drawing/2014/main" val="1453106194"/>
                    </a:ext>
                  </a:extLst>
                </a:gridCol>
                <a:gridCol w="1274642">
                  <a:extLst>
                    <a:ext uri="{9D8B030D-6E8A-4147-A177-3AD203B41FA5}">
                      <a16:colId xmlns:a16="http://schemas.microsoft.com/office/drawing/2014/main" val="3073775733"/>
                    </a:ext>
                  </a:extLst>
                </a:gridCol>
              </a:tblGrid>
              <a:tr h="434633">
                <a:tc gridSpan="6">
                  <a:txBody>
                    <a:bodyPr/>
                    <a:lstStyle/>
                    <a:p>
                      <a:pPr algn="ctr"/>
                      <a:r>
                        <a:rPr lang="en-US" sz="1400">
                          <a:latin typeface="Times New Roman"/>
                          <a:cs typeface="Times New Roman"/>
                        </a:rPr>
                        <a:t>Alternative</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07589447"/>
                  </a:ext>
                </a:extLst>
              </a:tr>
              <a:tr h="576866">
                <a:tc>
                  <a:txBody>
                    <a:bodyPr/>
                    <a:lstStyle/>
                    <a:p>
                      <a:pPr algn="ctr"/>
                      <a:r>
                        <a:rPr lang="en-US" sz="1400" b="1">
                          <a:latin typeface="Times New Roman"/>
                          <a:cs typeface="Times New Roman"/>
                        </a:rPr>
                        <a:t>Evaluation Criterion</a:t>
                      </a:r>
                    </a:p>
                  </a:txBody>
                  <a:tcPr/>
                </a:tc>
                <a:tc>
                  <a:txBody>
                    <a:bodyPr/>
                    <a:lstStyle/>
                    <a:p>
                      <a:pPr algn="ctr"/>
                      <a:r>
                        <a:rPr lang="en-US" sz="1400" b="1">
                          <a:latin typeface="Times New Roman"/>
                          <a:cs typeface="Times New Roman"/>
                        </a:rPr>
                        <a:t>Weight</a:t>
                      </a:r>
                    </a:p>
                  </a:txBody>
                  <a:tcPr/>
                </a:tc>
                <a:tc>
                  <a:txBody>
                    <a:bodyPr/>
                    <a:lstStyle/>
                    <a:p>
                      <a:pPr algn="ctr"/>
                      <a:r>
                        <a:rPr lang="en-US" sz="1400" b="1">
                          <a:latin typeface="Times New Roman"/>
                          <a:cs typeface="Times New Roman"/>
                        </a:rPr>
                        <a:t>Model 1</a:t>
                      </a:r>
                    </a:p>
                  </a:txBody>
                  <a:tcPr/>
                </a:tc>
                <a:tc>
                  <a:txBody>
                    <a:bodyPr/>
                    <a:lstStyle/>
                    <a:p>
                      <a:pPr algn="ctr"/>
                      <a:r>
                        <a:rPr lang="en-US" sz="1400" b="1">
                          <a:latin typeface="Times New Roman"/>
                          <a:cs typeface="Times New Roman"/>
                        </a:rPr>
                        <a:t>Model 2</a:t>
                      </a:r>
                    </a:p>
                  </a:txBody>
                  <a:tcPr/>
                </a:tc>
                <a:tc>
                  <a:txBody>
                    <a:bodyPr/>
                    <a:lstStyle/>
                    <a:p>
                      <a:pPr algn="ctr"/>
                      <a:r>
                        <a:rPr lang="en-US" sz="1400" b="1">
                          <a:latin typeface="Times New Roman"/>
                          <a:cs typeface="Times New Roman"/>
                        </a:rPr>
                        <a:t>Model 3</a:t>
                      </a:r>
                    </a:p>
                  </a:txBody>
                  <a:tcPr/>
                </a:tc>
                <a:tc>
                  <a:txBody>
                    <a:bodyPr/>
                    <a:lstStyle/>
                    <a:p>
                      <a:pPr algn="ctr"/>
                      <a:r>
                        <a:rPr lang="en-US" sz="1400" b="1">
                          <a:latin typeface="Times New Roman"/>
                          <a:cs typeface="Times New Roman"/>
                        </a:rPr>
                        <a:t>Model 4</a:t>
                      </a:r>
                    </a:p>
                  </a:txBody>
                  <a:tcPr/>
                </a:tc>
                <a:extLst>
                  <a:ext uri="{0D108BD9-81ED-4DB2-BD59-A6C34878D82A}">
                    <a16:rowId xmlns:a16="http://schemas.microsoft.com/office/drawing/2014/main" val="1102150082"/>
                  </a:ext>
                </a:extLst>
              </a:tr>
              <a:tr h="434633">
                <a:tc>
                  <a:txBody>
                    <a:bodyPr/>
                    <a:lstStyle/>
                    <a:p>
                      <a:pPr algn="ctr"/>
                      <a:r>
                        <a:rPr lang="en-US" sz="1400" b="1">
                          <a:latin typeface="Times New Roman"/>
                          <a:cs typeface="Times New Roman"/>
                        </a:rPr>
                        <a:t>Safety, failure</a:t>
                      </a:r>
                    </a:p>
                  </a:txBody>
                  <a:tcPr/>
                </a:tc>
                <a:tc>
                  <a:txBody>
                    <a:bodyPr/>
                    <a:lstStyle/>
                    <a:p>
                      <a:pPr algn="ctr"/>
                      <a:r>
                        <a:rPr lang="en-US" sz="1400">
                          <a:latin typeface="Times New Roman"/>
                          <a:cs typeface="Times New Roman"/>
                        </a:rPr>
                        <a:t>10</a:t>
                      </a:r>
                    </a:p>
                  </a:txBody>
                  <a:tcPr/>
                </a:tc>
                <a:tc>
                  <a:txBody>
                    <a:bodyPr/>
                    <a:lstStyle/>
                    <a:p>
                      <a:pPr algn="ctr"/>
                      <a:r>
                        <a:rPr lang="en-US" sz="1400">
                          <a:latin typeface="Times New Roman"/>
                          <a:cs typeface="Times New Roman"/>
                        </a:rPr>
                        <a:t>9</a:t>
                      </a:r>
                    </a:p>
                  </a:txBody>
                  <a:tcPr/>
                </a:tc>
                <a:tc>
                  <a:txBody>
                    <a:bodyPr/>
                    <a:lstStyle/>
                    <a:p>
                      <a:pPr algn="ctr"/>
                      <a:r>
                        <a:rPr lang="en-US" sz="1400">
                          <a:latin typeface="Times New Roman"/>
                          <a:cs typeface="Times New Roman"/>
                        </a:rPr>
                        <a:t>9</a:t>
                      </a:r>
                    </a:p>
                  </a:txBody>
                  <a:tcPr/>
                </a:tc>
                <a:tc>
                  <a:txBody>
                    <a:bodyPr/>
                    <a:lstStyle/>
                    <a:p>
                      <a:pPr algn="ctr"/>
                      <a:r>
                        <a:rPr lang="en-US" sz="1400">
                          <a:latin typeface="Times New Roman"/>
                          <a:cs typeface="Times New Roman"/>
                        </a:rPr>
                        <a:t>6</a:t>
                      </a:r>
                    </a:p>
                  </a:txBody>
                  <a:tcPr/>
                </a:tc>
                <a:tc>
                  <a:txBody>
                    <a:bodyPr/>
                    <a:lstStyle/>
                    <a:p>
                      <a:pPr algn="ctr"/>
                      <a:r>
                        <a:rPr lang="en-US" sz="1400">
                          <a:latin typeface="Times New Roman"/>
                          <a:cs typeface="Times New Roman"/>
                        </a:rPr>
                        <a:t>1</a:t>
                      </a:r>
                    </a:p>
                  </a:txBody>
                  <a:tcPr/>
                </a:tc>
                <a:extLst>
                  <a:ext uri="{0D108BD9-81ED-4DB2-BD59-A6C34878D82A}">
                    <a16:rowId xmlns:a16="http://schemas.microsoft.com/office/drawing/2014/main" val="4212767078"/>
                  </a:ext>
                </a:extLst>
              </a:tr>
              <a:tr h="434633">
                <a:tc>
                  <a:txBody>
                    <a:bodyPr/>
                    <a:lstStyle/>
                    <a:p>
                      <a:pPr algn="ctr"/>
                      <a:r>
                        <a:rPr lang="en-US" sz="1400" b="1">
                          <a:latin typeface="Times New Roman"/>
                          <a:cs typeface="Times New Roman"/>
                        </a:rPr>
                        <a:t>Budget Limit</a:t>
                      </a:r>
                    </a:p>
                  </a:txBody>
                  <a:tcPr/>
                </a:tc>
                <a:tc>
                  <a:txBody>
                    <a:bodyPr/>
                    <a:lstStyle/>
                    <a:p>
                      <a:pPr algn="ctr"/>
                      <a:r>
                        <a:rPr lang="en-US" sz="1400">
                          <a:latin typeface="Times New Roman"/>
                          <a:cs typeface="Times New Roman"/>
                        </a:rPr>
                        <a:t>1</a:t>
                      </a:r>
                    </a:p>
                  </a:txBody>
                  <a:tcPr/>
                </a:tc>
                <a:tc>
                  <a:txBody>
                    <a:bodyPr/>
                    <a:lstStyle/>
                    <a:p>
                      <a:pPr algn="ctr"/>
                      <a:r>
                        <a:rPr lang="en-US" sz="1400">
                          <a:latin typeface="Times New Roman"/>
                          <a:cs typeface="Times New Roman"/>
                        </a:rPr>
                        <a:t>7</a:t>
                      </a:r>
                    </a:p>
                  </a:txBody>
                  <a:tcPr/>
                </a:tc>
                <a:tc>
                  <a:txBody>
                    <a:bodyPr/>
                    <a:lstStyle/>
                    <a:p>
                      <a:pPr algn="ctr"/>
                      <a:r>
                        <a:rPr lang="en-US" sz="1400">
                          <a:latin typeface="Times New Roman"/>
                          <a:cs typeface="Times New Roman"/>
                        </a:rPr>
                        <a:t>7</a:t>
                      </a:r>
                    </a:p>
                  </a:txBody>
                  <a:tcPr/>
                </a:tc>
                <a:tc>
                  <a:txBody>
                    <a:bodyPr/>
                    <a:lstStyle/>
                    <a:p>
                      <a:pPr algn="ctr"/>
                      <a:r>
                        <a:rPr lang="en-US" sz="1400">
                          <a:latin typeface="Times New Roman"/>
                          <a:cs typeface="Times New Roman"/>
                        </a:rPr>
                        <a:t>7</a:t>
                      </a:r>
                    </a:p>
                  </a:txBody>
                  <a:tcPr/>
                </a:tc>
                <a:tc>
                  <a:txBody>
                    <a:bodyPr/>
                    <a:lstStyle/>
                    <a:p>
                      <a:pPr algn="ctr"/>
                      <a:r>
                        <a:rPr lang="en-US" sz="1400">
                          <a:latin typeface="Times New Roman"/>
                          <a:cs typeface="Times New Roman"/>
                        </a:rPr>
                        <a:t>2</a:t>
                      </a:r>
                    </a:p>
                  </a:txBody>
                  <a:tcPr/>
                </a:tc>
                <a:extLst>
                  <a:ext uri="{0D108BD9-81ED-4DB2-BD59-A6C34878D82A}">
                    <a16:rowId xmlns:a16="http://schemas.microsoft.com/office/drawing/2014/main" val="2928951927"/>
                  </a:ext>
                </a:extLst>
              </a:tr>
              <a:tr h="814399">
                <a:tc>
                  <a:txBody>
                    <a:bodyPr/>
                    <a:lstStyle/>
                    <a:p>
                      <a:pPr algn="ctr"/>
                      <a:r>
                        <a:rPr lang="en-US" sz="1400" b="1">
                          <a:latin typeface="Times New Roman"/>
                          <a:cs typeface="Times New Roman"/>
                        </a:rPr>
                        <a:t>Vehicle Reusability/Reliability</a:t>
                      </a:r>
                    </a:p>
                  </a:txBody>
                  <a:tcPr/>
                </a:tc>
                <a:tc>
                  <a:txBody>
                    <a:bodyPr/>
                    <a:lstStyle/>
                    <a:p>
                      <a:pPr algn="ctr"/>
                      <a:r>
                        <a:rPr lang="en-US" sz="1400">
                          <a:latin typeface="Times New Roman"/>
                          <a:cs typeface="Times New Roman"/>
                        </a:rPr>
                        <a:t>9</a:t>
                      </a:r>
                    </a:p>
                  </a:txBody>
                  <a:tcPr/>
                </a:tc>
                <a:tc>
                  <a:txBody>
                    <a:bodyPr/>
                    <a:lstStyle/>
                    <a:p>
                      <a:pPr algn="ctr"/>
                      <a:r>
                        <a:rPr lang="en-US" sz="1400">
                          <a:latin typeface="Times New Roman"/>
                          <a:cs typeface="Times New Roman"/>
                        </a:rPr>
                        <a:t>9</a:t>
                      </a:r>
                    </a:p>
                  </a:txBody>
                  <a:tcPr/>
                </a:tc>
                <a:tc>
                  <a:txBody>
                    <a:bodyPr/>
                    <a:lstStyle/>
                    <a:p>
                      <a:pPr algn="ctr"/>
                      <a:r>
                        <a:rPr lang="en-US" sz="1400">
                          <a:latin typeface="Times New Roman"/>
                          <a:cs typeface="Times New Roman"/>
                        </a:rPr>
                        <a:t>7</a:t>
                      </a:r>
                    </a:p>
                  </a:txBody>
                  <a:tcPr/>
                </a:tc>
                <a:tc>
                  <a:txBody>
                    <a:bodyPr/>
                    <a:lstStyle/>
                    <a:p>
                      <a:pPr algn="ctr"/>
                      <a:r>
                        <a:rPr lang="en-US" sz="1400">
                          <a:latin typeface="Times New Roman"/>
                          <a:cs typeface="Times New Roman"/>
                        </a:rPr>
                        <a:t>3</a:t>
                      </a:r>
                    </a:p>
                  </a:txBody>
                  <a:tcPr/>
                </a:tc>
                <a:tc>
                  <a:txBody>
                    <a:bodyPr/>
                    <a:lstStyle/>
                    <a:p>
                      <a:pPr algn="ctr"/>
                      <a:r>
                        <a:rPr lang="en-US" sz="1400">
                          <a:latin typeface="Times New Roman"/>
                          <a:cs typeface="Times New Roman"/>
                        </a:rPr>
                        <a:t>1</a:t>
                      </a:r>
                    </a:p>
                  </a:txBody>
                  <a:tcPr/>
                </a:tc>
                <a:extLst>
                  <a:ext uri="{0D108BD9-81ED-4DB2-BD59-A6C34878D82A}">
                    <a16:rowId xmlns:a16="http://schemas.microsoft.com/office/drawing/2014/main" val="3360752710"/>
                  </a:ext>
                </a:extLst>
              </a:tr>
              <a:tr h="434633">
                <a:tc>
                  <a:txBody>
                    <a:bodyPr/>
                    <a:lstStyle/>
                    <a:p>
                      <a:pPr algn="ctr"/>
                      <a:r>
                        <a:rPr lang="en-US" sz="1400" b="1">
                          <a:latin typeface="Times New Roman"/>
                          <a:cs typeface="Times New Roman"/>
                        </a:rPr>
                        <a:t>Complexity</a:t>
                      </a:r>
                    </a:p>
                  </a:txBody>
                  <a:tcPr/>
                </a:tc>
                <a:tc>
                  <a:txBody>
                    <a:bodyPr/>
                    <a:lstStyle/>
                    <a:p>
                      <a:pPr algn="ctr"/>
                      <a:r>
                        <a:rPr lang="en-US" sz="1400">
                          <a:latin typeface="Times New Roman"/>
                          <a:cs typeface="Times New Roman"/>
                        </a:rPr>
                        <a:t>5</a:t>
                      </a:r>
                    </a:p>
                  </a:txBody>
                  <a:tcPr/>
                </a:tc>
                <a:tc>
                  <a:txBody>
                    <a:bodyPr/>
                    <a:lstStyle/>
                    <a:p>
                      <a:pPr algn="ctr"/>
                      <a:r>
                        <a:rPr lang="en-US" sz="1400">
                          <a:latin typeface="Times New Roman"/>
                          <a:cs typeface="Times New Roman"/>
                        </a:rPr>
                        <a:t>4</a:t>
                      </a:r>
                    </a:p>
                  </a:txBody>
                  <a:tcPr/>
                </a:tc>
                <a:tc>
                  <a:txBody>
                    <a:bodyPr/>
                    <a:lstStyle/>
                    <a:p>
                      <a:pPr algn="ctr"/>
                      <a:r>
                        <a:rPr lang="en-US" sz="1400">
                          <a:latin typeface="Times New Roman"/>
                          <a:cs typeface="Times New Roman"/>
                        </a:rPr>
                        <a:t>3</a:t>
                      </a:r>
                    </a:p>
                  </a:txBody>
                  <a:tcPr/>
                </a:tc>
                <a:tc>
                  <a:txBody>
                    <a:bodyPr/>
                    <a:lstStyle/>
                    <a:p>
                      <a:pPr algn="ctr"/>
                      <a:r>
                        <a:rPr lang="en-US" sz="1400">
                          <a:latin typeface="Times New Roman"/>
                          <a:cs typeface="Times New Roman"/>
                        </a:rPr>
                        <a:t>7</a:t>
                      </a:r>
                    </a:p>
                  </a:txBody>
                  <a:tcPr/>
                </a:tc>
                <a:tc>
                  <a:txBody>
                    <a:bodyPr/>
                    <a:lstStyle/>
                    <a:p>
                      <a:pPr algn="ctr"/>
                      <a:r>
                        <a:rPr lang="en-US" sz="1400">
                          <a:latin typeface="Times New Roman"/>
                          <a:cs typeface="Times New Roman"/>
                        </a:rPr>
                        <a:t>2</a:t>
                      </a:r>
                    </a:p>
                  </a:txBody>
                  <a:tcPr/>
                </a:tc>
                <a:extLst>
                  <a:ext uri="{0D108BD9-81ED-4DB2-BD59-A6C34878D82A}">
                    <a16:rowId xmlns:a16="http://schemas.microsoft.com/office/drawing/2014/main" val="3423523417"/>
                  </a:ext>
                </a:extLst>
              </a:tr>
              <a:tr h="814399">
                <a:tc>
                  <a:txBody>
                    <a:bodyPr/>
                    <a:lstStyle/>
                    <a:p>
                      <a:pPr algn="ctr"/>
                      <a:r>
                        <a:rPr lang="en-US" sz="1400" b="1">
                          <a:latin typeface="Times New Roman"/>
                          <a:cs typeface="Times New Roman"/>
                        </a:rPr>
                        <a:t>Payload Capacity “Mass”</a:t>
                      </a:r>
                    </a:p>
                  </a:txBody>
                  <a:tcPr/>
                </a:tc>
                <a:tc>
                  <a:txBody>
                    <a:bodyPr/>
                    <a:lstStyle/>
                    <a:p>
                      <a:pPr algn="ctr"/>
                      <a:r>
                        <a:rPr lang="en-US" sz="1400">
                          <a:latin typeface="Times New Roman"/>
                          <a:cs typeface="Times New Roman"/>
                        </a:rPr>
                        <a:t>8</a:t>
                      </a:r>
                    </a:p>
                  </a:txBody>
                  <a:tcPr/>
                </a:tc>
                <a:tc>
                  <a:txBody>
                    <a:bodyPr/>
                    <a:lstStyle/>
                    <a:p>
                      <a:pPr algn="ctr"/>
                      <a:r>
                        <a:rPr lang="en-US" sz="1400">
                          <a:latin typeface="Times New Roman"/>
                          <a:cs typeface="Times New Roman"/>
                        </a:rPr>
                        <a:t>5</a:t>
                      </a:r>
                    </a:p>
                  </a:txBody>
                  <a:tcPr/>
                </a:tc>
                <a:tc>
                  <a:txBody>
                    <a:bodyPr/>
                    <a:lstStyle/>
                    <a:p>
                      <a:pPr algn="ctr"/>
                      <a:r>
                        <a:rPr lang="en-US" sz="1400">
                          <a:latin typeface="Times New Roman"/>
                          <a:cs typeface="Times New Roman"/>
                        </a:rPr>
                        <a:t>5</a:t>
                      </a:r>
                    </a:p>
                  </a:txBody>
                  <a:tcPr/>
                </a:tc>
                <a:tc>
                  <a:txBody>
                    <a:bodyPr/>
                    <a:lstStyle/>
                    <a:p>
                      <a:pPr algn="ctr"/>
                      <a:r>
                        <a:rPr lang="en-US" sz="1400">
                          <a:latin typeface="Times New Roman"/>
                          <a:cs typeface="Times New Roman"/>
                        </a:rPr>
                        <a:t>7</a:t>
                      </a:r>
                    </a:p>
                  </a:txBody>
                  <a:tcPr/>
                </a:tc>
                <a:tc>
                  <a:txBody>
                    <a:bodyPr/>
                    <a:lstStyle/>
                    <a:p>
                      <a:pPr algn="ctr"/>
                      <a:r>
                        <a:rPr lang="en-US" sz="1400">
                          <a:latin typeface="Times New Roman"/>
                          <a:cs typeface="Times New Roman"/>
                        </a:rPr>
                        <a:t>10</a:t>
                      </a:r>
                    </a:p>
                  </a:txBody>
                  <a:tcPr/>
                </a:tc>
                <a:extLst>
                  <a:ext uri="{0D108BD9-81ED-4DB2-BD59-A6C34878D82A}">
                    <a16:rowId xmlns:a16="http://schemas.microsoft.com/office/drawing/2014/main" val="773935389"/>
                  </a:ext>
                </a:extLst>
              </a:tr>
              <a:tr h="1051932">
                <a:tc>
                  <a:txBody>
                    <a:bodyPr/>
                    <a:lstStyle/>
                    <a:p>
                      <a:pPr algn="ctr"/>
                      <a:r>
                        <a:rPr lang="en-US" sz="1400" b="1">
                          <a:latin typeface="Times New Roman"/>
                          <a:cs typeface="Times New Roman"/>
                        </a:rPr>
                        <a:t>System Efficiency “Power Input Vs Output”</a:t>
                      </a:r>
                    </a:p>
                  </a:txBody>
                  <a:tcPr/>
                </a:tc>
                <a:tc>
                  <a:txBody>
                    <a:bodyPr/>
                    <a:lstStyle/>
                    <a:p>
                      <a:pPr algn="ctr"/>
                      <a:r>
                        <a:rPr lang="en-US" sz="1400">
                          <a:latin typeface="Times New Roman"/>
                          <a:cs typeface="Times New Roman"/>
                        </a:rPr>
                        <a:t>9</a:t>
                      </a:r>
                    </a:p>
                  </a:txBody>
                  <a:tcPr/>
                </a:tc>
                <a:tc>
                  <a:txBody>
                    <a:bodyPr/>
                    <a:lstStyle/>
                    <a:p>
                      <a:pPr algn="ctr"/>
                      <a:r>
                        <a:rPr lang="en-US" sz="1400">
                          <a:latin typeface="Times New Roman"/>
                          <a:cs typeface="Times New Roman"/>
                        </a:rPr>
                        <a:t>7</a:t>
                      </a:r>
                    </a:p>
                  </a:txBody>
                  <a:tcPr/>
                </a:tc>
                <a:tc>
                  <a:txBody>
                    <a:bodyPr/>
                    <a:lstStyle/>
                    <a:p>
                      <a:pPr algn="ctr"/>
                      <a:r>
                        <a:rPr lang="en-US" sz="1400">
                          <a:latin typeface="Times New Roman"/>
                          <a:cs typeface="Times New Roman"/>
                        </a:rPr>
                        <a:t>8</a:t>
                      </a:r>
                    </a:p>
                  </a:txBody>
                  <a:tcPr/>
                </a:tc>
                <a:tc>
                  <a:txBody>
                    <a:bodyPr/>
                    <a:lstStyle/>
                    <a:p>
                      <a:pPr algn="ctr"/>
                      <a:r>
                        <a:rPr lang="en-US" sz="1400">
                          <a:latin typeface="Times New Roman"/>
                          <a:cs typeface="Times New Roman"/>
                        </a:rPr>
                        <a:t>6</a:t>
                      </a:r>
                    </a:p>
                  </a:txBody>
                  <a:tcPr/>
                </a:tc>
                <a:tc>
                  <a:txBody>
                    <a:bodyPr/>
                    <a:lstStyle/>
                    <a:p>
                      <a:pPr algn="ctr"/>
                      <a:r>
                        <a:rPr lang="en-US" sz="1400">
                          <a:latin typeface="Times New Roman"/>
                          <a:cs typeface="Times New Roman"/>
                        </a:rPr>
                        <a:t>10</a:t>
                      </a:r>
                    </a:p>
                  </a:txBody>
                  <a:tcPr/>
                </a:tc>
                <a:extLst>
                  <a:ext uri="{0D108BD9-81ED-4DB2-BD59-A6C34878D82A}">
                    <a16:rowId xmlns:a16="http://schemas.microsoft.com/office/drawing/2014/main" val="1126217754"/>
                  </a:ext>
                </a:extLst>
              </a:tr>
              <a:tr h="434633">
                <a:tc gridSpan="2">
                  <a:txBody>
                    <a:bodyPr/>
                    <a:lstStyle/>
                    <a:p>
                      <a:pPr algn="ctr"/>
                      <a:r>
                        <a:rPr lang="en-US" sz="1400" b="1">
                          <a:latin typeface="Times New Roman"/>
                          <a:cs typeface="Times New Roman"/>
                        </a:rPr>
                        <a:t>Totals</a:t>
                      </a:r>
                    </a:p>
                  </a:txBody>
                  <a:tcPr/>
                </a:tc>
                <a:tc hMerge="1">
                  <a:txBody>
                    <a:bodyPr/>
                    <a:lstStyle/>
                    <a:p>
                      <a:endParaRPr lang="en-US"/>
                    </a:p>
                  </a:txBody>
                  <a:tcPr/>
                </a:tc>
                <a:tc>
                  <a:txBody>
                    <a:bodyPr/>
                    <a:lstStyle/>
                    <a:p>
                      <a:pPr algn="ctr"/>
                      <a:r>
                        <a:rPr lang="en-US" sz="1400">
                          <a:latin typeface="Times New Roman"/>
                          <a:cs typeface="Times New Roman"/>
                        </a:rPr>
                        <a:t>301</a:t>
                      </a:r>
                    </a:p>
                  </a:txBody>
                  <a:tcPr>
                    <a:solidFill>
                      <a:srgbClr val="FFFF00"/>
                    </a:solidFill>
                  </a:tcPr>
                </a:tc>
                <a:tc>
                  <a:txBody>
                    <a:bodyPr/>
                    <a:lstStyle/>
                    <a:p>
                      <a:pPr algn="ctr"/>
                      <a:r>
                        <a:rPr lang="en-US" sz="1400">
                          <a:latin typeface="Times New Roman"/>
                          <a:cs typeface="Times New Roman"/>
                        </a:rPr>
                        <a:t>287</a:t>
                      </a:r>
                    </a:p>
                  </a:txBody>
                  <a:tcPr/>
                </a:tc>
                <a:tc>
                  <a:txBody>
                    <a:bodyPr/>
                    <a:lstStyle/>
                    <a:p>
                      <a:pPr algn="ctr"/>
                      <a:r>
                        <a:rPr lang="en-US" sz="1400">
                          <a:latin typeface="Times New Roman"/>
                          <a:cs typeface="Times New Roman"/>
                        </a:rPr>
                        <a:t>239</a:t>
                      </a:r>
                    </a:p>
                  </a:txBody>
                  <a:tcPr/>
                </a:tc>
                <a:tc>
                  <a:txBody>
                    <a:bodyPr/>
                    <a:lstStyle/>
                    <a:p>
                      <a:pPr algn="ctr"/>
                      <a:r>
                        <a:rPr lang="en-US" sz="1400">
                          <a:latin typeface="Times New Roman"/>
                          <a:cs typeface="Times New Roman"/>
                        </a:rPr>
                        <a:t>201</a:t>
                      </a:r>
                    </a:p>
                  </a:txBody>
                  <a:tcPr/>
                </a:tc>
                <a:extLst>
                  <a:ext uri="{0D108BD9-81ED-4DB2-BD59-A6C34878D82A}">
                    <a16:rowId xmlns:a16="http://schemas.microsoft.com/office/drawing/2014/main" val="2080474707"/>
                  </a:ext>
                </a:extLst>
              </a:tr>
            </a:tbl>
          </a:graphicData>
        </a:graphic>
      </p:graphicFrame>
      <p:sp>
        <p:nvSpPr>
          <p:cNvPr id="4" name="TextBox 3">
            <a:extLst>
              <a:ext uri="{FF2B5EF4-FFF2-40B4-BE49-F238E27FC236}">
                <a16:creationId xmlns:a16="http://schemas.microsoft.com/office/drawing/2014/main" id="{1485E15B-F19A-0374-0A52-770388E62044}"/>
              </a:ext>
            </a:extLst>
          </p:cNvPr>
          <p:cNvSpPr txBox="1"/>
          <p:nvPr/>
        </p:nvSpPr>
        <p:spPr>
          <a:xfrm>
            <a:off x="150000" y="2925884"/>
            <a:ext cx="4290000" cy="1292662"/>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228600" lvl="0" indent="-228600" algn="l" rtl="0">
              <a:buFont typeface=""/>
              <a:buChar char="•"/>
            </a:pPr>
            <a:r>
              <a:rPr lang="en-US" sz="1800" b="1" i="0" u="none" strike="noStrike" baseline="0">
                <a:solidFill>
                  <a:srgbClr val="000000"/>
                </a:solidFill>
                <a:latin typeface="Times New Roman"/>
                <a:ea typeface="Arial"/>
                <a:cs typeface="Arial"/>
              </a:rPr>
              <a:t>Model 1</a:t>
            </a:r>
            <a:r>
              <a:rPr lang="en-US" sz="1800" b="0" i="0" u="none" strike="noStrike" baseline="0">
                <a:solidFill>
                  <a:srgbClr val="000000"/>
                </a:solidFill>
                <a:latin typeface="Times New Roman"/>
                <a:ea typeface="Arial"/>
                <a:cs typeface="Arial"/>
              </a:rPr>
              <a:t>: Liquid Propulsion</a:t>
            </a:r>
            <a:r>
              <a:rPr lang="en-US" sz="1800" b="0" i="0">
                <a:solidFill>
                  <a:srgbClr val="000000"/>
                </a:solidFill>
                <a:latin typeface="Times New Roman"/>
                <a:ea typeface="Arial"/>
                <a:cs typeface="Arial"/>
              </a:rPr>
              <a:t>​</a:t>
            </a:r>
          </a:p>
          <a:p>
            <a:pPr marL="228600" lvl="0" indent="-228600" algn="l" rtl="0">
              <a:buFont typeface=""/>
              <a:buChar char="•"/>
            </a:pPr>
            <a:r>
              <a:rPr lang="en-US" sz="1800" b="1" i="0" u="none" strike="noStrike" baseline="0">
                <a:solidFill>
                  <a:srgbClr val="000000"/>
                </a:solidFill>
                <a:latin typeface="Times New Roman"/>
                <a:ea typeface="Arial"/>
                <a:cs typeface="Arial"/>
              </a:rPr>
              <a:t>Model 2</a:t>
            </a:r>
            <a:r>
              <a:rPr lang="en-US" sz="1800" b="0" i="0" u="none" strike="noStrike" baseline="0">
                <a:solidFill>
                  <a:srgbClr val="000000"/>
                </a:solidFill>
                <a:latin typeface="Times New Roman"/>
                <a:ea typeface="Arial"/>
                <a:cs typeface="Arial"/>
              </a:rPr>
              <a:t>: Hybrid Propulsion</a:t>
            </a:r>
            <a:r>
              <a:rPr lang="en-US" sz="1800" b="0" i="0">
                <a:solidFill>
                  <a:srgbClr val="000000"/>
                </a:solidFill>
                <a:latin typeface="Times New Roman"/>
                <a:ea typeface="Arial"/>
                <a:cs typeface="Arial"/>
              </a:rPr>
              <a:t>​</a:t>
            </a:r>
          </a:p>
          <a:p>
            <a:pPr marL="228600" lvl="0" indent="-228600" algn="l" rtl="0">
              <a:buFont typeface=""/>
              <a:buChar char="•"/>
            </a:pPr>
            <a:r>
              <a:rPr lang="en-US" sz="1800" b="1" i="0" u="none" strike="noStrike" baseline="0">
                <a:solidFill>
                  <a:srgbClr val="000000"/>
                </a:solidFill>
                <a:latin typeface="Times New Roman"/>
                <a:ea typeface="Arial"/>
                <a:cs typeface="Arial"/>
              </a:rPr>
              <a:t>Model 3</a:t>
            </a:r>
            <a:r>
              <a:rPr lang="en-US" sz="1800" b="0" i="0" u="none" strike="noStrike" baseline="0">
                <a:solidFill>
                  <a:srgbClr val="000000"/>
                </a:solidFill>
                <a:latin typeface="Times New Roman"/>
                <a:ea typeface="Arial"/>
                <a:cs typeface="Arial"/>
              </a:rPr>
              <a:t>: Solid Propulsion </a:t>
            </a:r>
            <a:r>
              <a:rPr lang="en-US" sz="1800" b="0" i="0">
                <a:solidFill>
                  <a:srgbClr val="000000"/>
                </a:solidFill>
                <a:latin typeface="Times New Roman"/>
                <a:ea typeface="Arial"/>
                <a:cs typeface="Arial"/>
              </a:rPr>
              <a:t>​</a:t>
            </a:r>
          </a:p>
          <a:p>
            <a:pPr marL="228600" lvl="0" indent="-228600" algn="l" rtl="0">
              <a:buFont typeface=""/>
              <a:buChar char="•"/>
            </a:pPr>
            <a:r>
              <a:rPr lang="en-US" sz="1800" b="1" i="0" u="none" strike="noStrike" baseline="0">
                <a:solidFill>
                  <a:srgbClr val="000000"/>
                </a:solidFill>
                <a:latin typeface="Times New Roman"/>
                <a:ea typeface="Arial"/>
                <a:cs typeface="Arial"/>
              </a:rPr>
              <a:t>Model 4</a:t>
            </a:r>
            <a:r>
              <a:rPr lang="en-US" sz="1800" b="0" i="0" u="none" strike="noStrike" baseline="0">
                <a:solidFill>
                  <a:srgbClr val="000000"/>
                </a:solidFill>
                <a:latin typeface="Times New Roman"/>
                <a:ea typeface="Arial"/>
                <a:cs typeface="Arial"/>
              </a:rPr>
              <a:t>: Nuclear Propulsion</a:t>
            </a:r>
            <a:r>
              <a:rPr lang="en-US" sz="2400" b="0" i="0">
                <a:solidFill>
                  <a:srgbClr val="000000"/>
                </a:solidFill>
                <a:latin typeface="Times New Roman"/>
                <a:ea typeface="Arial"/>
                <a:cs typeface="Arial"/>
              </a:rPr>
              <a:t>​</a:t>
            </a:r>
          </a:p>
        </p:txBody>
      </p:sp>
      <p:sp>
        <p:nvSpPr>
          <p:cNvPr id="5" name="TextBox 4">
            <a:extLst>
              <a:ext uri="{FF2B5EF4-FFF2-40B4-BE49-F238E27FC236}">
                <a16:creationId xmlns:a16="http://schemas.microsoft.com/office/drawing/2014/main" id="{1C9E702F-3942-5763-846D-536C09D210D1}"/>
              </a:ext>
            </a:extLst>
          </p:cNvPr>
          <p:cNvSpPr txBox="1"/>
          <p:nvPr/>
        </p:nvSpPr>
        <p:spPr>
          <a:xfrm>
            <a:off x="10214811" y="6376737"/>
            <a:ext cx="1977189" cy="369332"/>
          </a:xfrm>
          <a:prstGeom prst="rect">
            <a:avLst/>
          </a:prstGeom>
          <a:noFill/>
        </p:spPr>
        <p:txBody>
          <a:bodyPr wrap="square" rtlCol="0">
            <a:spAutoFit/>
          </a:bodyPr>
          <a:lstStyle/>
          <a:p>
            <a:r>
              <a:rPr lang="en-US" sz="1800" b="1">
                <a:solidFill>
                  <a:schemeClr val="tx1"/>
                </a:solidFill>
                <a:latin typeface="Times New Roman" panose="02020603050405020304" pitchFamily="18" charset="0"/>
                <a:cs typeface="Times New Roman" panose="02020603050405020304" pitchFamily="18" charset="0"/>
              </a:rPr>
              <a:t>Ewan Thompson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226">
          <a:extLst>
            <a:ext uri="{FF2B5EF4-FFF2-40B4-BE49-F238E27FC236}">
              <a16:creationId xmlns:a16="http://schemas.microsoft.com/office/drawing/2014/main" id="{1BA145F2-5F8E-C704-A8EC-BF0800CF6D29}"/>
            </a:ext>
          </a:extLst>
        </p:cNvPr>
        <p:cNvGrpSpPr/>
        <p:nvPr/>
      </p:nvGrpSpPr>
      <p:grpSpPr>
        <a:xfrm>
          <a:off x="0" y="0"/>
          <a:ext cx="0" cy="0"/>
          <a:chOff x="0" y="0"/>
          <a:chExt cx="0" cy="0"/>
        </a:xfrm>
      </p:grpSpPr>
      <p:sp>
        <p:nvSpPr>
          <p:cNvPr id="227" name="Google Shape;227;p26">
            <a:extLst>
              <a:ext uri="{FF2B5EF4-FFF2-40B4-BE49-F238E27FC236}">
                <a16:creationId xmlns:a16="http://schemas.microsoft.com/office/drawing/2014/main" id="{71D67469-1DBA-22F6-7FA0-1C79D3142209}"/>
              </a:ext>
            </a:extLst>
          </p:cNvPr>
          <p:cNvSpPr txBox="1">
            <a:spLocks noGrp="1"/>
          </p:cNvSpPr>
          <p:nvPr>
            <p:ph type="title"/>
          </p:nvPr>
        </p:nvSpPr>
        <p:spPr>
          <a:xfrm>
            <a:off x="1983450" y="2215675"/>
            <a:ext cx="8225100" cy="1243500"/>
          </a:xfrm>
          <a:prstGeom prst="rect">
            <a:avLst/>
          </a:prstGeom>
        </p:spPr>
        <p:txBody>
          <a:bodyPr spcFirstLastPara="1" wrap="square" lIns="121900" tIns="121900" rIns="121900" bIns="121900" anchor="ctr" anchorCtr="0">
            <a:noAutofit/>
          </a:bodyPr>
          <a:lstStyle/>
          <a:p>
            <a:pPr algn="ctr">
              <a:buSzPts val="990"/>
            </a:pPr>
            <a:r>
              <a:rPr lang="en" sz="6000">
                <a:latin typeface="Times New Roman" panose="02020603050405020304" pitchFamily="18" charset="0"/>
                <a:cs typeface="Times New Roman" panose="02020603050405020304" pitchFamily="18" charset="0"/>
              </a:rPr>
              <a:t>Work Breakdown Structure</a:t>
            </a:r>
          </a:p>
        </p:txBody>
      </p:sp>
      <p:sp>
        <p:nvSpPr>
          <p:cNvPr id="228" name="Google Shape;228;p26">
            <a:extLst>
              <a:ext uri="{FF2B5EF4-FFF2-40B4-BE49-F238E27FC236}">
                <a16:creationId xmlns:a16="http://schemas.microsoft.com/office/drawing/2014/main" id="{4CF90765-79AB-2D13-5B15-B4E7041CF165}"/>
              </a:ext>
            </a:extLst>
          </p:cNvPr>
          <p:cNvSpPr/>
          <p:nvPr/>
        </p:nvSpPr>
        <p:spPr>
          <a:xfrm>
            <a:off x="1166663" y="1041346"/>
            <a:ext cx="901275" cy="737001"/>
          </a:xfrm>
          <a:prstGeom prst="rect">
            <a:avLst/>
          </a:prstGeom>
        </p:spPr>
        <p:txBody>
          <a:bodyPr lIns="91440" tIns="45720" rIns="91440" bIns="45720" numCol="1">
            <a:prstTxWarp prst="textPlain">
              <a:avLst/>
            </a:prstTxWarp>
          </a:bodyPr>
          <a:lstStyle/>
          <a:p>
            <a:pPr lvl="0" algn="ctr"/>
            <a:r>
              <a:rPr lang="en-US" b="1">
                <a:solidFill>
                  <a:schemeClr val="lt1"/>
                </a:solidFill>
                <a:latin typeface="Poppins"/>
              </a:rPr>
              <a:t>02</a:t>
            </a:r>
            <a:endParaRPr b="1" i="0">
              <a:ln>
                <a:noFill/>
              </a:ln>
              <a:solidFill>
                <a:schemeClr val="lt1"/>
              </a:solidFill>
              <a:latin typeface="Poppins"/>
            </a:endParaRPr>
          </a:p>
        </p:txBody>
      </p:sp>
      <p:sp>
        <p:nvSpPr>
          <p:cNvPr id="3" name="TextBox 2">
            <a:extLst>
              <a:ext uri="{FF2B5EF4-FFF2-40B4-BE49-F238E27FC236}">
                <a16:creationId xmlns:a16="http://schemas.microsoft.com/office/drawing/2014/main" id="{EAA77302-55C0-B1B1-8ADF-1A35E1059BC6}"/>
              </a:ext>
            </a:extLst>
          </p:cNvPr>
          <p:cNvSpPr txBox="1"/>
          <p:nvPr/>
        </p:nvSpPr>
        <p:spPr>
          <a:xfrm>
            <a:off x="10214811" y="6376737"/>
            <a:ext cx="1977189" cy="369332"/>
          </a:xfrm>
          <a:prstGeom prst="rect">
            <a:avLst/>
          </a:prstGeom>
          <a:noFill/>
        </p:spPr>
        <p:txBody>
          <a:bodyPr wrap="square" rtlCol="0">
            <a:spAutoFit/>
          </a:bodyPr>
          <a:lstStyle/>
          <a:p>
            <a:r>
              <a:rPr lang="en-US" sz="1800" b="1">
                <a:solidFill>
                  <a:schemeClr val="bg1"/>
                </a:solidFill>
                <a:latin typeface="Times New Roman" panose="02020603050405020304" pitchFamily="18" charset="0"/>
                <a:cs typeface="Times New Roman" panose="02020603050405020304" pitchFamily="18" charset="0"/>
              </a:rPr>
              <a:t>Dmytro </a:t>
            </a:r>
            <a:r>
              <a:rPr lang="en-US" sz="1800" b="1" err="1">
                <a:solidFill>
                  <a:schemeClr val="bg1"/>
                </a:solidFill>
                <a:latin typeface="Times New Roman" panose="02020603050405020304" pitchFamily="18" charset="0"/>
                <a:cs typeface="Times New Roman" panose="02020603050405020304" pitchFamily="18" charset="0"/>
              </a:rPr>
              <a:t>Starysh</a:t>
            </a:r>
            <a:endParaRPr lang="en-US" sz="1800" b="1">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5987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343">
          <a:extLst>
            <a:ext uri="{FF2B5EF4-FFF2-40B4-BE49-F238E27FC236}">
              <a16:creationId xmlns:a16="http://schemas.microsoft.com/office/drawing/2014/main" id="{179E083F-0887-7357-4304-3B9A668D12CD}"/>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974105E6-1EBF-49BB-16EF-8A3C419FA2D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20000"/>
                    </a14:imgEffect>
                  </a14:imgLayer>
                </a14:imgProps>
              </a:ext>
            </a:extLst>
          </a:blip>
          <a:stretch>
            <a:fillRect/>
          </a:stretch>
        </p:blipFill>
        <p:spPr>
          <a:xfrm>
            <a:off x="-106603" y="1832504"/>
            <a:ext cx="12405205" cy="4275251"/>
          </a:xfrm>
          <a:prstGeom prst="rect">
            <a:avLst/>
          </a:prstGeom>
        </p:spPr>
      </p:pic>
      <p:sp>
        <p:nvSpPr>
          <p:cNvPr id="16" name="Title 15">
            <a:extLst>
              <a:ext uri="{FF2B5EF4-FFF2-40B4-BE49-F238E27FC236}">
                <a16:creationId xmlns:a16="http://schemas.microsoft.com/office/drawing/2014/main" id="{6773073C-AEC6-B4B4-F9BC-42EF273BD572}"/>
              </a:ext>
            </a:extLst>
          </p:cNvPr>
          <p:cNvSpPr>
            <a:spLocks noGrp="1"/>
          </p:cNvSpPr>
          <p:nvPr>
            <p:ph type="title"/>
          </p:nvPr>
        </p:nvSpPr>
        <p:spPr/>
        <p:txBody>
          <a:bodyPr>
            <a:normAutofit/>
          </a:bodyPr>
          <a:lstStyle/>
          <a:p>
            <a:r>
              <a:rPr lang="en-US" sz="2800">
                <a:latin typeface="Times New Roman" panose="02020603050405020304" pitchFamily="18" charset="0"/>
                <a:cs typeface="Times New Roman" panose="02020603050405020304" pitchFamily="18" charset="0"/>
              </a:rPr>
              <a:t>Vehicle Work Breakdown Structure</a:t>
            </a:r>
          </a:p>
        </p:txBody>
      </p:sp>
      <p:sp>
        <p:nvSpPr>
          <p:cNvPr id="3" name="TextBox 2">
            <a:extLst>
              <a:ext uri="{FF2B5EF4-FFF2-40B4-BE49-F238E27FC236}">
                <a16:creationId xmlns:a16="http://schemas.microsoft.com/office/drawing/2014/main" id="{BECB2993-EB0A-1A36-2922-1A8E71418874}"/>
              </a:ext>
            </a:extLst>
          </p:cNvPr>
          <p:cNvSpPr txBox="1"/>
          <p:nvPr/>
        </p:nvSpPr>
        <p:spPr>
          <a:xfrm>
            <a:off x="10214811" y="6376737"/>
            <a:ext cx="1977189" cy="369332"/>
          </a:xfrm>
          <a:prstGeom prst="rect">
            <a:avLst/>
          </a:prstGeom>
          <a:noFill/>
        </p:spPr>
        <p:txBody>
          <a:bodyPr wrap="square" rtlCol="0">
            <a:spAutoFit/>
          </a:bodyPr>
          <a:lstStyle/>
          <a:p>
            <a:r>
              <a:rPr lang="en-US" sz="1800" b="1">
                <a:solidFill>
                  <a:schemeClr val="tx1"/>
                </a:solidFill>
                <a:latin typeface="Times New Roman" panose="02020603050405020304" pitchFamily="18" charset="0"/>
                <a:cs typeface="Times New Roman" panose="02020603050405020304" pitchFamily="18" charset="0"/>
              </a:rPr>
              <a:t>Dmytro </a:t>
            </a:r>
            <a:r>
              <a:rPr lang="en-US" sz="1800" b="1" err="1">
                <a:solidFill>
                  <a:schemeClr val="tx1"/>
                </a:solidFill>
                <a:latin typeface="Times New Roman" panose="02020603050405020304" pitchFamily="18" charset="0"/>
                <a:cs typeface="Times New Roman" panose="02020603050405020304" pitchFamily="18" charset="0"/>
              </a:rPr>
              <a:t>Starysh</a:t>
            </a:r>
            <a:endParaRPr lang="en-US" sz="1800"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2589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296"/>
        <p:cNvGrpSpPr/>
        <p:nvPr/>
      </p:nvGrpSpPr>
      <p:grpSpPr>
        <a:xfrm>
          <a:off x="0" y="0"/>
          <a:ext cx="0" cy="0"/>
          <a:chOff x="0" y="0"/>
          <a:chExt cx="0" cy="0"/>
        </a:xfrm>
      </p:grpSpPr>
      <p:sp>
        <p:nvSpPr>
          <p:cNvPr id="298" name="Google Shape;298;p34"/>
          <p:cNvSpPr txBox="1">
            <a:spLocks noGrp="1"/>
          </p:cNvSpPr>
          <p:nvPr>
            <p:ph type="title"/>
          </p:nvPr>
        </p:nvSpPr>
        <p:spPr>
          <a:xfrm>
            <a:off x="415650" y="308224"/>
            <a:ext cx="11360700" cy="763500"/>
          </a:xfrm>
          <a:prstGeom prst="rect">
            <a:avLst/>
          </a:prstGeom>
        </p:spPr>
        <p:txBody>
          <a:bodyPr spcFirstLastPara="1" wrap="square" lIns="121900" tIns="121900" rIns="121900" bIns="121900" anchor="t" anchorCtr="0">
            <a:noAutofit/>
          </a:bodyPr>
          <a:lstStyle/>
          <a:p>
            <a:pPr>
              <a:buSzPts val="990"/>
            </a:pPr>
            <a:r>
              <a:rPr lang="en" sz="3600"/>
              <a:t>Work Breakdown Structure Requirements</a:t>
            </a:r>
          </a:p>
        </p:txBody>
      </p:sp>
      <p:graphicFrame>
        <p:nvGraphicFramePr>
          <p:cNvPr id="2" name="Table 1">
            <a:extLst>
              <a:ext uri="{FF2B5EF4-FFF2-40B4-BE49-F238E27FC236}">
                <a16:creationId xmlns:a16="http://schemas.microsoft.com/office/drawing/2014/main" id="{603FE4AD-E590-A862-C322-AC6A4103110A}"/>
              </a:ext>
            </a:extLst>
          </p:cNvPr>
          <p:cNvGraphicFramePr>
            <a:graphicFrameLocks noGrp="1"/>
          </p:cNvGraphicFramePr>
          <p:nvPr>
            <p:extLst>
              <p:ext uri="{D42A27DB-BD31-4B8C-83A1-F6EECF244321}">
                <p14:modId xmlns:p14="http://schemas.microsoft.com/office/powerpoint/2010/main" val="1869395975"/>
              </p:ext>
            </p:extLst>
          </p:nvPr>
        </p:nvGraphicFramePr>
        <p:xfrm>
          <a:off x="463826" y="1148521"/>
          <a:ext cx="11223605" cy="5420269"/>
        </p:xfrm>
        <a:graphic>
          <a:graphicData uri="http://schemas.openxmlformats.org/drawingml/2006/table">
            <a:tbl>
              <a:tblPr firstRow="1" bandRow="1">
                <a:tableStyleId>{BF6E5040-C420-40EE-B401-21724F7416D7}</a:tableStyleId>
              </a:tblPr>
              <a:tblGrid>
                <a:gridCol w="1490868">
                  <a:extLst>
                    <a:ext uri="{9D8B030D-6E8A-4147-A177-3AD203B41FA5}">
                      <a16:colId xmlns:a16="http://schemas.microsoft.com/office/drawing/2014/main" val="2756642014"/>
                    </a:ext>
                  </a:extLst>
                </a:gridCol>
                <a:gridCol w="1753150">
                  <a:extLst>
                    <a:ext uri="{9D8B030D-6E8A-4147-A177-3AD203B41FA5}">
                      <a16:colId xmlns:a16="http://schemas.microsoft.com/office/drawing/2014/main" val="3128350548"/>
                    </a:ext>
                  </a:extLst>
                </a:gridCol>
                <a:gridCol w="1090542">
                  <a:extLst>
                    <a:ext uri="{9D8B030D-6E8A-4147-A177-3AD203B41FA5}">
                      <a16:colId xmlns:a16="http://schemas.microsoft.com/office/drawing/2014/main" val="2970352067"/>
                    </a:ext>
                  </a:extLst>
                </a:gridCol>
                <a:gridCol w="1118152">
                  <a:extLst>
                    <a:ext uri="{9D8B030D-6E8A-4147-A177-3AD203B41FA5}">
                      <a16:colId xmlns:a16="http://schemas.microsoft.com/office/drawing/2014/main" val="307972186"/>
                    </a:ext>
                  </a:extLst>
                </a:gridCol>
                <a:gridCol w="5770893">
                  <a:extLst>
                    <a:ext uri="{9D8B030D-6E8A-4147-A177-3AD203B41FA5}">
                      <a16:colId xmlns:a16="http://schemas.microsoft.com/office/drawing/2014/main" val="3168923303"/>
                    </a:ext>
                  </a:extLst>
                </a:gridCol>
              </a:tblGrid>
              <a:tr h="859156">
                <a:tc>
                  <a:txBody>
                    <a:bodyPr/>
                    <a:lstStyle/>
                    <a:p>
                      <a:pPr algn="ctr"/>
                      <a:r>
                        <a:rPr lang="en-US" sz="1600" b="1">
                          <a:latin typeface="Times New Roman" panose="02020603050405020304" pitchFamily="18" charset="0"/>
                          <a:cs typeface="Times New Roman" panose="02020603050405020304" pitchFamily="18" charset="0"/>
                        </a:rPr>
                        <a:t>WBS#</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b="1">
                          <a:latin typeface="Times New Roman" panose="02020603050405020304" pitchFamily="18" charset="0"/>
                          <a:cs typeface="Times New Roman" panose="02020603050405020304" pitchFamily="18" charset="0"/>
                        </a:rPr>
                        <a:t>Element</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b="1">
                          <a:latin typeface="Times New Roman" panose="02020603050405020304" pitchFamily="18" charset="0"/>
                          <a:cs typeface="Times New Roman" panose="02020603050405020304" pitchFamily="18" charset="0"/>
                        </a:rPr>
                        <a:t>L1</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b="1">
                          <a:latin typeface="Times New Roman" panose="02020603050405020304" pitchFamily="18" charset="0"/>
                          <a:cs typeface="Times New Roman" panose="02020603050405020304" pitchFamily="18" charset="0"/>
                        </a:rPr>
                        <a:t>L2</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b="1">
                          <a:latin typeface="Times New Roman" panose="02020603050405020304" pitchFamily="18" charset="0"/>
                          <a:cs typeface="Times New Roman" panose="02020603050405020304" pitchFamily="18" charset="0"/>
                        </a:rPr>
                        <a:t>Requirements</a:t>
                      </a: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361915148"/>
                  </a:ext>
                </a:extLst>
              </a:tr>
              <a:tr h="959391">
                <a:tc>
                  <a:txBody>
                    <a:bodyPr/>
                    <a:lstStyle/>
                    <a:p>
                      <a:pPr algn="ctr"/>
                      <a:r>
                        <a:rPr lang="en-US" sz="1600">
                          <a:latin typeface="Times New Roman" panose="02020603050405020304" pitchFamily="18" charset="0"/>
                          <a:cs typeface="Times New Roman" panose="02020603050405020304" pitchFamily="18" charset="0"/>
                        </a:rPr>
                        <a:t>1</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a:latin typeface="Times New Roman" panose="02020603050405020304" pitchFamily="18" charset="0"/>
                          <a:cs typeface="Times New Roman" panose="02020603050405020304" pitchFamily="18" charset="0"/>
                        </a:rPr>
                        <a:t>Mission 1</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a:latin typeface="Times New Roman" panose="02020603050405020304" pitchFamily="18" charset="0"/>
                          <a:cs typeface="Times New Roman" panose="02020603050405020304" pitchFamily="18" charset="0"/>
                        </a:rPr>
                        <a:t>X</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endParaRPr lang="en-US" sz="1600">
                        <a:latin typeface="Times New Roman" panose="02020603050405020304" pitchFamily="18" charset="0"/>
                        <a:cs typeface="Times New Roman" panose="02020603050405020304" pitchFamily="18" charset="0"/>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285750" indent="-285750" algn="l">
                        <a:buFont typeface="Arial"/>
                        <a:buChar char="•"/>
                      </a:pPr>
                      <a:r>
                        <a:rPr lang="en-US" sz="1600">
                          <a:latin typeface="Times New Roman" panose="02020603050405020304" pitchFamily="18" charset="0"/>
                          <a:cs typeface="Times New Roman" panose="02020603050405020304" pitchFamily="18" charset="0"/>
                        </a:rPr>
                        <a:t>Mission is completed safely and in a timely manner.</a:t>
                      </a:r>
                    </a:p>
                    <a:p>
                      <a:pPr marL="285750" lvl="0" indent="-285750" algn="l">
                        <a:buFont typeface="Arial"/>
                        <a:buChar char="•"/>
                      </a:pPr>
                      <a:r>
                        <a:rPr lang="en-US" sz="1600">
                          <a:latin typeface="Times New Roman" panose="02020603050405020304" pitchFamily="18" charset="0"/>
                          <a:cs typeface="Times New Roman" panose="02020603050405020304" pitchFamily="18" charset="0"/>
                        </a:rPr>
                        <a:t>Minimal cost for resupplying stages</a:t>
                      </a:r>
                    </a:p>
                    <a:p>
                      <a:pPr marL="285750" lvl="0" indent="-285750" algn="l">
                        <a:buFont typeface="Arial"/>
                        <a:buChar char="•"/>
                      </a:pPr>
                      <a:r>
                        <a:rPr lang="en-US" sz="1600">
                          <a:latin typeface="Times New Roman" panose="02020603050405020304" pitchFamily="18" charset="0"/>
                          <a:cs typeface="Times New Roman" panose="02020603050405020304" pitchFamily="18" charset="0"/>
                        </a:rPr>
                        <a:t>Must turn a significant profit</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877816827"/>
                  </a:ext>
                </a:extLst>
              </a:tr>
              <a:tr h="959391">
                <a:tc>
                  <a:txBody>
                    <a:bodyPr/>
                    <a:lstStyle/>
                    <a:p>
                      <a:pPr algn="ctr"/>
                      <a:r>
                        <a:rPr lang="en-US" sz="1600">
                          <a:latin typeface="Times New Roman" panose="02020603050405020304" pitchFamily="18" charset="0"/>
                          <a:cs typeface="Times New Roman" panose="02020603050405020304" pitchFamily="18" charset="0"/>
                        </a:rPr>
                        <a:t>1.1</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a:latin typeface="Times New Roman" panose="02020603050405020304" pitchFamily="18" charset="0"/>
                          <a:cs typeface="Times New Roman" panose="02020603050405020304" pitchFamily="18" charset="0"/>
                        </a:rPr>
                        <a:t>Stage 1</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endParaRPr lang="en-US" sz="1600">
                        <a:latin typeface="Times New Roman" panose="02020603050405020304" pitchFamily="18" charset="0"/>
                        <a:cs typeface="Times New Roman" panose="02020603050405020304" pitchFamily="18" charset="0"/>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a:latin typeface="Times New Roman" panose="02020603050405020304" pitchFamily="18" charset="0"/>
                          <a:cs typeface="Times New Roman" panose="02020603050405020304" pitchFamily="18" charset="0"/>
                        </a:rPr>
                        <a:t>X</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285750" indent="-285750" algn="l">
                        <a:buFont typeface="Arial"/>
                        <a:buChar char="•"/>
                      </a:pPr>
                      <a:r>
                        <a:rPr lang="en-US" sz="1600">
                          <a:latin typeface="Times New Roman" panose="02020603050405020304" pitchFamily="18" charset="0"/>
                          <a:cs typeface="Times New Roman" panose="02020603050405020304" pitchFamily="18" charset="0"/>
                        </a:rPr>
                        <a:t>Must land on launch pad</a:t>
                      </a:r>
                    </a:p>
                    <a:p>
                      <a:pPr marL="285750" lvl="0" indent="-285750" algn="l">
                        <a:buFont typeface="Arial"/>
                        <a:buChar char="•"/>
                      </a:pPr>
                      <a:r>
                        <a:rPr lang="en-US" sz="1600">
                          <a:latin typeface="Times New Roman" panose="02020603050405020304" pitchFamily="18" charset="0"/>
                          <a:cs typeface="Times New Roman" panose="02020603050405020304" pitchFamily="18" charset="0"/>
                        </a:rPr>
                        <a:t>Must be reusable and refuellable</a:t>
                      </a:r>
                    </a:p>
                    <a:p>
                      <a:pPr marL="285750" lvl="0" indent="-285750" algn="l">
                        <a:buFont typeface="Arial"/>
                        <a:buChar char="•"/>
                      </a:pPr>
                      <a:r>
                        <a:rPr lang="en-US" sz="1600">
                          <a:latin typeface="Times New Roman" panose="02020603050405020304" pitchFamily="18" charset="0"/>
                          <a:cs typeface="Times New Roman" panose="02020603050405020304" pitchFamily="18" charset="0"/>
                        </a:rPr>
                        <a:t>Must produce enough thrust to carry payload to mesosphere</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90991863"/>
                  </a:ext>
                </a:extLst>
              </a:tr>
              <a:tr h="1245776">
                <a:tc>
                  <a:txBody>
                    <a:bodyPr/>
                    <a:lstStyle/>
                    <a:p>
                      <a:pPr algn="ctr"/>
                      <a:r>
                        <a:rPr lang="en-US" sz="1600">
                          <a:latin typeface="Times New Roman" panose="02020603050405020304" pitchFamily="18" charset="0"/>
                          <a:cs typeface="Times New Roman" panose="02020603050405020304" pitchFamily="18" charset="0"/>
                        </a:rPr>
                        <a:t>1.2</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a:latin typeface="Times New Roman" panose="02020603050405020304" pitchFamily="18" charset="0"/>
                          <a:cs typeface="Times New Roman" panose="02020603050405020304" pitchFamily="18" charset="0"/>
                        </a:rPr>
                        <a:t>Stage 2</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endParaRPr lang="en-US" sz="1600">
                        <a:latin typeface="Times New Roman" panose="02020603050405020304" pitchFamily="18" charset="0"/>
                        <a:cs typeface="Times New Roman" panose="02020603050405020304" pitchFamily="18" charset="0"/>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a:latin typeface="Times New Roman" panose="02020603050405020304" pitchFamily="18" charset="0"/>
                          <a:cs typeface="Times New Roman" panose="02020603050405020304" pitchFamily="18" charset="0"/>
                        </a:rPr>
                        <a:t>X</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285750" indent="-285750" algn="l">
                        <a:buFont typeface="Arial"/>
                        <a:buChar char="•"/>
                      </a:pPr>
                      <a:r>
                        <a:rPr lang="en-US" sz="1600" dirty="0">
                          <a:latin typeface="Times New Roman" panose="02020603050405020304" pitchFamily="18" charset="0"/>
                          <a:cs typeface="Times New Roman" panose="02020603050405020304" pitchFamily="18" charset="0"/>
                        </a:rPr>
                        <a:t>Enough fuel to get to LEO orbit, perform TLI, and land in NRHO (docking w COLOSAL)</a:t>
                      </a:r>
                    </a:p>
                    <a:p>
                      <a:pPr marL="285750" lvl="0" indent="-285750" algn="l">
                        <a:buFont typeface="Arial"/>
                        <a:buChar char="•"/>
                      </a:pPr>
                      <a:r>
                        <a:rPr lang="en-US" sz="1600" dirty="0">
                          <a:latin typeface="Times New Roman" panose="02020603050405020304" pitchFamily="18" charset="0"/>
                          <a:cs typeface="Times New Roman" panose="02020603050405020304" pitchFamily="18" charset="0"/>
                        </a:rPr>
                        <a:t>Must reengage Earths atmosphere and return with minimal damage</a:t>
                      </a:r>
                    </a:p>
                    <a:p>
                      <a:pPr marL="285750" lvl="0" indent="-285750" algn="l">
                        <a:buFont typeface="Arial"/>
                        <a:buChar char="•"/>
                      </a:pPr>
                      <a:r>
                        <a:rPr lang="en-US" sz="1600" dirty="0">
                          <a:latin typeface="Times New Roman" panose="02020603050405020304" pitchFamily="18" charset="0"/>
                          <a:cs typeface="Times New Roman" panose="02020603050405020304" pitchFamily="18" charset="0"/>
                        </a:rPr>
                        <a:t>Must be reusable and refuellable</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276109510"/>
                  </a:ext>
                </a:extLst>
              </a:tr>
              <a:tr h="1331691">
                <a:tc>
                  <a:txBody>
                    <a:bodyPr/>
                    <a:lstStyle/>
                    <a:p>
                      <a:pPr algn="ctr"/>
                      <a:r>
                        <a:rPr lang="en-US" sz="1600">
                          <a:latin typeface="Times New Roman" panose="02020603050405020304" pitchFamily="18" charset="0"/>
                          <a:cs typeface="Times New Roman" panose="02020603050405020304" pitchFamily="18" charset="0"/>
                        </a:rPr>
                        <a:t>1.3</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a:latin typeface="Times New Roman" panose="02020603050405020304" pitchFamily="18" charset="0"/>
                          <a:cs typeface="Times New Roman" panose="02020603050405020304" pitchFamily="18" charset="0"/>
                        </a:rPr>
                        <a:t>Stage 3</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endParaRPr lang="en-US" sz="1600">
                        <a:latin typeface="Times New Roman" panose="02020603050405020304" pitchFamily="18" charset="0"/>
                        <a:cs typeface="Times New Roman" panose="02020603050405020304" pitchFamily="18" charset="0"/>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1600">
                          <a:latin typeface="Times New Roman" panose="02020603050405020304" pitchFamily="18" charset="0"/>
                          <a:cs typeface="Times New Roman" panose="02020603050405020304" pitchFamily="18" charset="0"/>
                        </a:rPr>
                        <a:t>X</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285750" indent="-285750" algn="l">
                        <a:buFont typeface="Arial"/>
                        <a:buChar char="•"/>
                      </a:pPr>
                      <a:r>
                        <a:rPr lang="en-US" sz="1600" dirty="0">
                          <a:latin typeface="Times New Roman" panose="02020603050405020304" pitchFamily="18" charset="0"/>
                          <a:cs typeface="Times New Roman" panose="02020603050405020304" pitchFamily="18" charset="0"/>
                        </a:rPr>
                        <a:t>Must reengage Earths atmosphere and return with minimal damage</a:t>
                      </a:r>
                    </a:p>
                    <a:p>
                      <a:pPr marL="285750" lvl="0" indent="-285750" algn="l">
                        <a:buFont typeface="Arial"/>
                        <a:buChar char="•"/>
                      </a:pPr>
                      <a:r>
                        <a:rPr lang="en-US" sz="1600" dirty="0">
                          <a:latin typeface="Times New Roman" panose="02020603050405020304" pitchFamily="18" charset="0"/>
                          <a:cs typeface="Times New Roman" panose="02020603050405020304" pitchFamily="18" charset="0"/>
                        </a:rPr>
                        <a:t>Life support systems in payload area capable of safely transporting humans</a:t>
                      </a:r>
                    </a:p>
                    <a:p>
                      <a:pPr marL="285750" lvl="0" indent="-285750" algn="l">
                        <a:buFont typeface="Arial"/>
                        <a:buChar char="•"/>
                      </a:pPr>
                      <a:r>
                        <a:rPr lang="en-US" sz="1600" dirty="0">
                          <a:latin typeface="Times New Roman" panose="02020603050405020304" pitchFamily="18" charset="0"/>
                          <a:cs typeface="Times New Roman" panose="02020603050405020304" pitchFamily="18" charset="0"/>
                        </a:rPr>
                        <a:t>Storage space for tools, food, and </a:t>
                      </a:r>
                      <a:r>
                        <a:rPr lang="en-US" sz="1600" b="0" i="0" u="none" strike="noStrike" noProof="0" dirty="0">
                          <a:latin typeface="Times New Roman" panose="02020603050405020304" pitchFamily="18" charset="0"/>
                          <a:cs typeface="Times New Roman" panose="02020603050405020304" pitchFamily="18" charset="0"/>
                        </a:rPr>
                        <a:t>amenities</a:t>
                      </a:r>
                      <a:endParaRPr lang="en-US" sz="1600" dirty="0">
                        <a:latin typeface="Times New Roman" panose="02020603050405020304" pitchFamily="18" charset="0"/>
                        <a:cs typeface="Times New Roman" panose="02020603050405020304" pitchFamily="18" charset="0"/>
                      </a:endParaRP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723918209"/>
                  </a:ext>
                </a:extLst>
              </a:tr>
            </a:tbl>
          </a:graphicData>
        </a:graphic>
      </p:graphicFrame>
      <p:sp>
        <p:nvSpPr>
          <p:cNvPr id="4" name="TextBox 3">
            <a:extLst>
              <a:ext uri="{FF2B5EF4-FFF2-40B4-BE49-F238E27FC236}">
                <a16:creationId xmlns:a16="http://schemas.microsoft.com/office/drawing/2014/main" id="{ECC0618A-2C92-223B-F49D-CE6025D746FD}"/>
              </a:ext>
            </a:extLst>
          </p:cNvPr>
          <p:cNvSpPr txBox="1"/>
          <p:nvPr/>
        </p:nvSpPr>
        <p:spPr>
          <a:xfrm>
            <a:off x="10214811" y="6549776"/>
            <a:ext cx="1977189" cy="369332"/>
          </a:xfrm>
          <a:prstGeom prst="rect">
            <a:avLst/>
          </a:prstGeom>
          <a:noFill/>
        </p:spPr>
        <p:txBody>
          <a:bodyPr wrap="square" rtlCol="0">
            <a:spAutoFit/>
          </a:bodyPr>
          <a:lstStyle/>
          <a:p>
            <a:r>
              <a:rPr lang="en-US" sz="1800" b="1">
                <a:solidFill>
                  <a:schemeClr val="tx1"/>
                </a:solidFill>
                <a:latin typeface="Times New Roman" panose="02020603050405020304" pitchFamily="18" charset="0"/>
                <a:cs typeface="Times New Roman" panose="02020603050405020304" pitchFamily="18" charset="0"/>
              </a:rPr>
              <a:t>Dmytro </a:t>
            </a:r>
            <a:r>
              <a:rPr lang="en-US" sz="1800" b="1" err="1">
                <a:solidFill>
                  <a:schemeClr val="tx1"/>
                </a:solidFill>
                <a:latin typeface="Times New Roman" panose="02020603050405020304" pitchFamily="18" charset="0"/>
                <a:cs typeface="Times New Roman" panose="02020603050405020304" pitchFamily="18" charset="0"/>
              </a:rPr>
              <a:t>Starysh</a:t>
            </a:r>
            <a:endParaRPr lang="en-US" sz="1800"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226">
          <a:extLst>
            <a:ext uri="{FF2B5EF4-FFF2-40B4-BE49-F238E27FC236}">
              <a16:creationId xmlns:a16="http://schemas.microsoft.com/office/drawing/2014/main" id="{1B6FCDF5-EB99-1736-B5C4-BD65A1008E5B}"/>
            </a:ext>
          </a:extLst>
        </p:cNvPr>
        <p:cNvGrpSpPr/>
        <p:nvPr/>
      </p:nvGrpSpPr>
      <p:grpSpPr>
        <a:xfrm>
          <a:off x="0" y="0"/>
          <a:ext cx="0" cy="0"/>
          <a:chOff x="0" y="0"/>
          <a:chExt cx="0" cy="0"/>
        </a:xfrm>
      </p:grpSpPr>
      <p:sp>
        <p:nvSpPr>
          <p:cNvPr id="227" name="Google Shape;227;p26">
            <a:extLst>
              <a:ext uri="{FF2B5EF4-FFF2-40B4-BE49-F238E27FC236}">
                <a16:creationId xmlns:a16="http://schemas.microsoft.com/office/drawing/2014/main" id="{2E219D1C-0436-23DA-6D59-3A8F1C11735D}"/>
              </a:ext>
            </a:extLst>
          </p:cNvPr>
          <p:cNvSpPr txBox="1">
            <a:spLocks noGrp="1"/>
          </p:cNvSpPr>
          <p:nvPr>
            <p:ph type="title"/>
          </p:nvPr>
        </p:nvSpPr>
        <p:spPr>
          <a:xfrm>
            <a:off x="1983450" y="2215675"/>
            <a:ext cx="8225100" cy="1243500"/>
          </a:xfrm>
          <a:prstGeom prst="rect">
            <a:avLst/>
          </a:prstGeom>
        </p:spPr>
        <p:txBody>
          <a:bodyPr spcFirstLastPara="1" wrap="square" lIns="121900" tIns="121900" rIns="121900" bIns="121900" anchor="ctr" anchorCtr="0">
            <a:noAutofit/>
          </a:bodyPr>
          <a:lstStyle/>
          <a:p>
            <a:pPr algn="ctr"/>
            <a:r>
              <a:rPr lang="en" sz="6000">
                <a:latin typeface="Times New Roman"/>
                <a:cs typeface="Times New Roman"/>
              </a:rPr>
              <a:t>Vehicle Design</a:t>
            </a:r>
            <a:endParaRPr lang="en-US"/>
          </a:p>
        </p:txBody>
      </p:sp>
      <p:sp>
        <p:nvSpPr>
          <p:cNvPr id="228" name="Google Shape;228;p26">
            <a:extLst>
              <a:ext uri="{FF2B5EF4-FFF2-40B4-BE49-F238E27FC236}">
                <a16:creationId xmlns:a16="http://schemas.microsoft.com/office/drawing/2014/main" id="{B96AA951-320E-5DE6-4452-F63CF4B174B6}"/>
              </a:ext>
            </a:extLst>
          </p:cNvPr>
          <p:cNvSpPr/>
          <p:nvPr/>
        </p:nvSpPr>
        <p:spPr>
          <a:xfrm>
            <a:off x="1166663" y="1041346"/>
            <a:ext cx="901275" cy="737001"/>
          </a:xfrm>
          <a:prstGeom prst="rect">
            <a:avLst/>
          </a:prstGeom>
        </p:spPr>
        <p:txBody>
          <a:bodyPr lIns="91440" tIns="45720" rIns="91440" bIns="45720" numCol="1">
            <a:prstTxWarp prst="textPlain">
              <a:avLst/>
            </a:prstTxWarp>
          </a:bodyPr>
          <a:lstStyle/>
          <a:p>
            <a:pPr lvl="0" algn="ctr"/>
            <a:r>
              <a:rPr lang="en-US" b="1">
                <a:solidFill>
                  <a:schemeClr val="lt1"/>
                </a:solidFill>
                <a:latin typeface="Poppins"/>
              </a:rPr>
              <a:t>03</a:t>
            </a:r>
            <a:endParaRPr b="1" i="0">
              <a:ln>
                <a:noFill/>
              </a:ln>
              <a:solidFill>
                <a:schemeClr val="lt1"/>
              </a:solidFill>
              <a:latin typeface="Poppins"/>
            </a:endParaRPr>
          </a:p>
        </p:txBody>
      </p:sp>
      <p:sp>
        <p:nvSpPr>
          <p:cNvPr id="3" name="TextBox 2">
            <a:extLst>
              <a:ext uri="{FF2B5EF4-FFF2-40B4-BE49-F238E27FC236}">
                <a16:creationId xmlns:a16="http://schemas.microsoft.com/office/drawing/2014/main" id="{B8807626-17A1-6B84-B843-AB7C16F9EE33}"/>
              </a:ext>
            </a:extLst>
          </p:cNvPr>
          <p:cNvSpPr txBox="1"/>
          <p:nvPr/>
        </p:nvSpPr>
        <p:spPr>
          <a:xfrm>
            <a:off x="10214811" y="6376737"/>
            <a:ext cx="1977189" cy="369332"/>
          </a:xfrm>
          <a:prstGeom prst="rect">
            <a:avLst/>
          </a:prstGeom>
          <a:noFill/>
        </p:spPr>
        <p:txBody>
          <a:bodyPr wrap="square" rtlCol="0">
            <a:spAutoFit/>
          </a:bodyPr>
          <a:lstStyle/>
          <a:p>
            <a:r>
              <a:rPr lang="en-US" sz="1800" b="1">
                <a:solidFill>
                  <a:schemeClr val="bg1"/>
                </a:solidFill>
                <a:latin typeface="Times New Roman" panose="02020603050405020304" pitchFamily="18" charset="0"/>
                <a:cs typeface="Times New Roman" panose="02020603050405020304" pitchFamily="18" charset="0"/>
              </a:rPr>
              <a:t>Antonio Munoz</a:t>
            </a:r>
          </a:p>
        </p:txBody>
      </p:sp>
    </p:spTree>
    <p:extLst>
      <p:ext uri="{BB962C8B-B14F-4D97-AF65-F5344CB8AC3E}">
        <p14:creationId xmlns:p14="http://schemas.microsoft.com/office/powerpoint/2010/main" val="1024876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3E086-C9D5-D280-DB62-DC56E800F04F}"/>
              </a:ext>
            </a:extLst>
          </p:cNvPr>
          <p:cNvSpPr>
            <a:spLocks noGrp="1"/>
          </p:cNvSpPr>
          <p:nvPr>
            <p:ph type="title"/>
          </p:nvPr>
        </p:nvSpPr>
        <p:spPr/>
        <p:txBody>
          <a:bodyPr>
            <a:normAutofit/>
          </a:bodyPr>
          <a:lstStyle/>
          <a:p>
            <a:r>
              <a:rPr lang="en-US" sz="2800">
                <a:latin typeface="Times New Roman" panose="02020603050405020304" pitchFamily="18" charset="0"/>
                <a:cs typeface="Times New Roman" panose="02020603050405020304" pitchFamily="18" charset="0"/>
              </a:rPr>
              <a:t>Staging</a:t>
            </a:r>
          </a:p>
        </p:txBody>
      </p:sp>
      <p:sp>
        <p:nvSpPr>
          <p:cNvPr id="3" name="Text Placeholder 2">
            <a:extLst>
              <a:ext uri="{FF2B5EF4-FFF2-40B4-BE49-F238E27FC236}">
                <a16:creationId xmlns:a16="http://schemas.microsoft.com/office/drawing/2014/main" id="{782992A7-F3D9-1841-7D64-6FA34D9B071B}"/>
              </a:ext>
            </a:extLst>
          </p:cNvPr>
          <p:cNvSpPr>
            <a:spLocks noGrp="1"/>
          </p:cNvSpPr>
          <p:nvPr>
            <p:ph type="body" idx="1"/>
          </p:nvPr>
        </p:nvSpPr>
        <p:spPr/>
        <p:txBody>
          <a:bodyPr>
            <a:normAutofit/>
          </a:bodyPr>
          <a:lstStyle/>
          <a:p>
            <a:r>
              <a:rPr lang="en-US" sz="1800">
                <a:latin typeface="Times New Roman" panose="02020603050405020304" pitchFamily="18" charset="0"/>
                <a:cs typeface="Times New Roman" panose="02020603050405020304" pitchFamily="18" charset="0"/>
              </a:rPr>
              <a:t>Stage 1: Ground to Mesosphere</a:t>
            </a:r>
          </a:p>
          <a:p>
            <a:r>
              <a:rPr lang="en-US" sz="1800">
                <a:latin typeface="Times New Roman" panose="02020603050405020304" pitchFamily="18" charset="0"/>
                <a:cs typeface="Times New Roman" panose="02020603050405020304" pitchFamily="18" charset="0"/>
              </a:rPr>
              <a:t>Stage 2: Low Earth Orbit (LEO)</a:t>
            </a:r>
          </a:p>
          <a:p>
            <a:r>
              <a:rPr lang="en-US" sz="1800">
                <a:latin typeface="Times New Roman"/>
                <a:cs typeface="Times New Roman"/>
              </a:rPr>
              <a:t>Stage 3: LEO to Near Rectilinear Halo Orbit (NRHO)</a:t>
            </a:r>
            <a:endParaRPr lang="en-US" sz="18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9C7F25B9-C51A-6A5D-605F-01E1991C5BF1}"/>
              </a:ext>
            </a:extLst>
          </p:cNvPr>
          <p:cNvPicPr>
            <a:picLocks noChangeAspect="1"/>
          </p:cNvPicPr>
          <p:nvPr/>
        </p:nvPicPr>
        <p:blipFill>
          <a:blip r:embed="rId3"/>
          <a:stretch>
            <a:fillRect/>
          </a:stretch>
        </p:blipFill>
        <p:spPr>
          <a:xfrm>
            <a:off x="7358290" y="469515"/>
            <a:ext cx="4679783" cy="5518727"/>
          </a:xfrm>
          <a:prstGeom prst="rect">
            <a:avLst/>
          </a:prstGeom>
        </p:spPr>
      </p:pic>
      <p:sp>
        <p:nvSpPr>
          <p:cNvPr id="5" name="TextBox 4">
            <a:extLst>
              <a:ext uri="{FF2B5EF4-FFF2-40B4-BE49-F238E27FC236}">
                <a16:creationId xmlns:a16="http://schemas.microsoft.com/office/drawing/2014/main" id="{B05BA9D3-2F62-A284-7742-9DBF17EAE339}"/>
              </a:ext>
            </a:extLst>
          </p:cNvPr>
          <p:cNvSpPr txBox="1"/>
          <p:nvPr/>
        </p:nvSpPr>
        <p:spPr>
          <a:xfrm>
            <a:off x="10214811" y="6376737"/>
            <a:ext cx="1977189" cy="369332"/>
          </a:xfrm>
          <a:prstGeom prst="rect">
            <a:avLst/>
          </a:prstGeom>
          <a:noFill/>
        </p:spPr>
        <p:txBody>
          <a:bodyPr wrap="square" rtlCol="0">
            <a:spAutoFit/>
          </a:bodyPr>
          <a:lstStyle/>
          <a:p>
            <a:r>
              <a:rPr lang="en-US" sz="1800" b="1">
                <a:solidFill>
                  <a:schemeClr val="tx1"/>
                </a:solidFill>
                <a:latin typeface="Times New Roman" panose="02020603050405020304" pitchFamily="18" charset="0"/>
                <a:cs typeface="Times New Roman" panose="02020603050405020304" pitchFamily="18" charset="0"/>
              </a:rPr>
              <a:t>Antonio Munoz</a:t>
            </a:r>
          </a:p>
        </p:txBody>
      </p:sp>
    </p:spTree>
    <p:extLst>
      <p:ext uri="{BB962C8B-B14F-4D97-AF65-F5344CB8AC3E}">
        <p14:creationId xmlns:p14="http://schemas.microsoft.com/office/powerpoint/2010/main" val="2636470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239">
          <a:extLst>
            <a:ext uri="{FF2B5EF4-FFF2-40B4-BE49-F238E27FC236}">
              <a16:creationId xmlns:a16="http://schemas.microsoft.com/office/drawing/2014/main" id="{80B97D8A-6D61-D861-A3A2-DE92080982BA}"/>
            </a:ext>
          </a:extLst>
        </p:cNvPr>
        <p:cNvGrpSpPr/>
        <p:nvPr/>
      </p:nvGrpSpPr>
      <p:grpSpPr>
        <a:xfrm>
          <a:off x="0" y="0"/>
          <a:ext cx="0" cy="0"/>
          <a:chOff x="0" y="0"/>
          <a:chExt cx="0" cy="0"/>
        </a:xfrm>
      </p:grpSpPr>
      <p:sp>
        <p:nvSpPr>
          <p:cNvPr id="241" name="Google Shape;241;p28">
            <a:extLst>
              <a:ext uri="{FF2B5EF4-FFF2-40B4-BE49-F238E27FC236}">
                <a16:creationId xmlns:a16="http://schemas.microsoft.com/office/drawing/2014/main" id="{C021BCBB-BB3C-E9D7-7470-192371766613}"/>
              </a:ext>
            </a:extLst>
          </p:cNvPr>
          <p:cNvSpPr txBox="1">
            <a:spLocks noGrp="1"/>
          </p:cNvSpPr>
          <p:nvPr>
            <p:ph type="title"/>
          </p:nvPr>
        </p:nvSpPr>
        <p:spPr>
          <a:xfrm>
            <a:off x="768450" y="884175"/>
            <a:ext cx="5021100" cy="1336511"/>
          </a:xfrm>
          <a:prstGeom prst="rect">
            <a:avLst/>
          </a:prstGeom>
        </p:spPr>
        <p:txBody>
          <a:bodyPr spcFirstLastPara="1" wrap="square" lIns="121900" tIns="121900" rIns="121900" bIns="121900" anchor="ctr" anchorCtr="0">
            <a:noAutofit/>
          </a:bodyPr>
          <a:lstStyle/>
          <a:p>
            <a:pPr algn="ctr"/>
            <a:r>
              <a:rPr lang="en" sz="2800">
                <a:latin typeface="Times New Roman" panose="02020603050405020304" pitchFamily="18" charset="0"/>
                <a:cs typeface="Times New Roman" panose="02020603050405020304" pitchFamily="18" charset="0"/>
              </a:rPr>
              <a:t>Stage 1: Calypso</a:t>
            </a:r>
          </a:p>
        </p:txBody>
      </p:sp>
      <p:sp>
        <p:nvSpPr>
          <p:cNvPr id="242" name="Google Shape;242;p28">
            <a:extLst>
              <a:ext uri="{FF2B5EF4-FFF2-40B4-BE49-F238E27FC236}">
                <a16:creationId xmlns:a16="http://schemas.microsoft.com/office/drawing/2014/main" id="{83ECE89A-B98A-9C50-7D56-21D219B75AAC}"/>
              </a:ext>
            </a:extLst>
          </p:cNvPr>
          <p:cNvSpPr txBox="1">
            <a:spLocks noGrp="1"/>
          </p:cNvSpPr>
          <p:nvPr>
            <p:ph type="body" idx="1"/>
          </p:nvPr>
        </p:nvSpPr>
        <p:spPr>
          <a:xfrm>
            <a:off x="768450" y="2351314"/>
            <a:ext cx="5021100" cy="3846361"/>
          </a:xfrm>
          <a:prstGeom prst="rect">
            <a:avLst/>
          </a:prstGeom>
        </p:spPr>
        <p:txBody>
          <a:bodyPr spcFirstLastPara="1" wrap="square" lIns="121900" tIns="121900" rIns="121900" bIns="121900" anchor="t" anchorCtr="0">
            <a:normAutofit/>
          </a:bodyPr>
          <a:lstStyle/>
          <a:p>
            <a:pPr marL="285750" indent="-285750">
              <a:lnSpc>
                <a:spcPct val="100000"/>
              </a:lnSpc>
              <a:spcAft>
                <a:spcPts val="600"/>
              </a:spcAft>
              <a:buClr>
                <a:srgbClr val="000000"/>
              </a:buClr>
              <a:buFont typeface="Arial,Sans-Serif"/>
              <a:buChar char="•"/>
            </a:pPr>
            <a:r>
              <a:rPr lang="en-US" sz="1800">
                <a:latin typeface="Times New Roman" panose="02020603050405020304" pitchFamily="18" charset="0"/>
                <a:cs typeface="Times New Roman" panose="02020603050405020304" pitchFamily="18" charset="0"/>
              </a:rPr>
              <a:t>RP-1 and LOX engine provides enough thrust to escape atmosphere</a:t>
            </a:r>
          </a:p>
          <a:p>
            <a:pPr marL="285750" indent="-285750">
              <a:lnSpc>
                <a:spcPct val="100000"/>
              </a:lnSpc>
              <a:spcAft>
                <a:spcPts val="600"/>
              </a:spcAft>
              <a:buClr>
                <a:srgbClr val="000000"/>
              </a:buClr>
              <a:buFont typeface="Arial,Sans-Serif"/>
              <a:buChar char="•"/>
            </a:pPr>
            <a:endParaRPr lang="en-US" sz="1800">
              <a:latin typeface="Times New Roman" panose="02020603050405020304" pitchFamily="18" charset="0"/>
              <a:cs typeface="Times New Roman" panose="02020603050405020304" pitchFamily="18" charset="0"/>
            </a:endParaRPr>
          </a:p>
          <a:p>
            <a:pPr>
              <a:lnSpc>
                <a:spcPct val="100000"/>
              </a:lnSpc>
              <a:spcAft>
                <a:spcPts val="600"/>
              </a:spcAft>
              <a:buClr>
                <a:srgbClr val="000000"/>
              </a:buClr>
              <a:buSzPts val="1900"/>
              <a:buFont typeface="Arial,Sans-Serif"/>
              <a:buChar char="•"/>
            </a:pPr>
            <a:r>
              <a:rPr lang="en-US" sz="1800">
                <a:latin typeface="Times New Roman" panose="02020603050405020304" pitchFamily="18" charset="0"/>
                <a:cs typeface="Times New Roman" panose="02020603050405020304" pitchFamily="18" charset="0"/>
              </a:rPr>
              <a:t>Stage 1 launches from sea level and takes the remaining stages into the mesosphere</a:t>
            </a:r>
          </a:p>
          <a:p>
            <a:pPr>
              <a:lnSpc>
                <a:spcPct val="100000"/>
              </a:lnSpc>
              <a:spcAft>
                <a:spcPts val="600"/>
              </a:spcAft>
              <a:buClr>
                <a:srgbClr val="000000"/>
              </a:buClr>
              <a:buSzPts val="1900"/>
              <a:buFont typeface="Arial,Sans-Serif"/>
              <a:buChar char="•"/>
            </a:pPr>
            <a:endParaRPr lang="en-US" sz="1800">
              <a:latin typeface="Times New Roman" panose="02020603050405020304" pitchFamily="18" charset="0"/>
              <a:cs typeface="Times New Roman" panose="02020603050405020304" pitchFamily="18" charset="0"/>
            </a:endParaRPr>
          </a:p>
          <a:p>
            <a:pPr>
              <a:lnSpc>
                <a:spcPct val="100000"/>
              </a:lnSpc>
              <a:spcAft>
                <a:spcPts val="600"/>
              </a:spcAft>
              <a:buClr>
                <a:srgbClr val="000000"/>
              </a:buClr>
              <a:buSzPts val="1900"/>
              <a:buFont typeface="Arial,Sans-Serif"/>
              <a:buChar char="•"/>
            </a:pPr>
            <a:r>
              <a:rPr lang="en-US" sz="1800">
                <a:latin typeface="Times New Roman" panose="02020603050405020304" pitchFamily="18" charset="0"/>
                <a:cs typeface="Times New Roman" panose="02020603050405020304" pitchFamily="18" charset="0"/>
              </a:rPr>
              <a:t>Stage 1 then enters separation phase and returns to earth at about 80km altitude</a:t>
            </a:r>
          </a:p>
          <a:p>
            <a:pPr>
              <a:lnSpc>
                <a:spcPct val="100000"/>
              </a:lnSpc>
              <a:spcAft>
                <a:spcPts val="600"/>
              </a:spcAft>
              <a:buClr>
                <a:srgbClr val="000000"/>
              </a:buClr>
              <a:buSzPts val="1900"/>
              <a:buFont typeface="Arial,Sans-Serif"/>
              <a:buChar char="•"/>
            </a:pPr>
            <a:endParaRPr lang="en-US" sz="1800">
              <a:latin typeface="Times New Roman" panose="02020603050405020304" pitchFamily="18" charset="0"/>
              <a:cs typeface="Times New Roman" panose="02020603050405020304" pitchFamily="18" charset="0"/>
            </a:endParaRPr>
          </a:p>
          <a:p>
            <a:pPr>
              <a:lnSpc>
                <a:spcPct val="100000"/>
              </a:lnSpc>
              <a:spcAft>
                <a:spcPts val="600"/>
              </a:spcAft>
              <a:buClr>
                <a:srgbClr val="000000"/>
              </a:buClr>
              <a:buSzPts val="1900"/>
              <a:buFont typeface="Arial,Sans-Serif"/>
              <a:buChar char="•"/>
            </a:pPr>
            <a:r>
              <a:rPr lang="en-US" sz="1800">
                <a:latin typeface="Times New Roman" panose="02020603050405020304" pitchFamily="18" charset="0"/>
                <a:cs typeface="Times New Roman" panose="02020603050405020304" pitchFamily="18" charset="0"/>
              </a:rPr>
              <a:t>Stage 1 is then recovered, refilled, and reused for future launches</a:t>
            </a:r>
          </a:p>
          <a:p>
            <a:pPr marL="0" indent="0">
              <a:lnSpc>
                <a:spcPct val="114999"/>
              </a:lnSpc>
              <a:buClr>
                <a:srgbClr val="000000"/>
              </a:buClr>
              <a:buSzPts val="1900"/>
              <a:buNone/>
            </a:pPr>
            <a:endParaRPr lang="en-US">
              <a:latin typeface="Times New Roman"/>
              <a:cs typeface="Times New Roman"/>
            </a:endParaRPr>
          </a:p>
        </p:txBody>
      </p:sp>
      <p:sp>
        <p:nvSpPr>
          <p:cNvPr id="3" name="TextBox 2">
            <a:extLst>
              <a:ext uri="{FF2B5EF4-FFF2-40B4-BE49-F238E27FC236}">
                <a16:creationId xmlns:a16="http://schemas.microsoft.com/office/drawing/2014/main" id="{8393D98D-5033-E278-9610-967A8F356B03}"/>
              </a:ext>
            </a:extLst>
          </p:cNvPr>
          <p:cNvSpPr txBox="1"/>
          <p:nvPr/>
        </p:nvSpPr>
        <p:spPr>
          <a:xfrm>
            <a:off x="10214811" y="6376737"/>
            <a:ext cx="1977189" cy="369332"/>
          </a:xfrm>
          <a:prstGeom prst="rect">
            <a:avLst/>
          </a:prstGeom>
          <a:noFill/>
        </p:spPr>
        <p:txBody>
          <a:bodyPr wrap="square" rtlCol="0">
            <a:spAutoFit/>
          </a:bodyPr>
          <a:lstStyle/>
          <a:p>
            <a:r>
              <a:rPr lang="en-US" sz="1800" b="1">
                <a:solidFill>
                  <a:schemeClr val="tx1"/>
                </a:solidFill>
                <a:latin typeface="Times New Roman" panose="02020603050405020304" pitchFamily="18" charset="0"/>
                <a:cs typeface="Times New Roman" panose="02020603050405020304" pitchFamily="18" charset="0"/>
              </a:rPr>
              <a:t>Antonio Munoz</a:t>
            </a:r>
          </a:p>
        </p:txBody>
      </p:sp>
      <p:pic>
        <p:nvPicPr>
          <p:cNvPr id="6" name="Picture 5">
            <a:extLst>
              <a:ext uri="{FF2B5EF4-FFF2-40B4-BE49-F238E27FC236}">
                <a16:creationId xmlns:a16="http://schemas.microsoft.com/office/drawing/2014/main" id="{AEB72399-400B-3738-D0C3-A14F1467B7FD}"/>
              </a:ext>
            </a:extLst>
          </p:cNvPr>
          <p:cNvPicPr>
            <a:picLocks noChangeAspect="1"/>
          </p:cNvPicPr>
          <p:nvPr/>
        </p:nvPicPr>
        <p:blipFill>
          <a:blip r:embed="rId3"/>
          <a:stretch>
            <a:fillRect/>
          </a:stretch>
        </p:blipFill>
        <p:spPr>
          <a:xfrm>
            <a:off x="6297117" y="1310853"/>
            <a:ext cx="5453385" cy="4441152"/>
          </a:xfrm>
          <a:prstGeom prst="rect">
            <a:avLst/>
          </a:prstGeom>
        </p:spPr>
      </p:pic>
    </p:spTree>
    <p:extLst>
      <p:ext uri="{BB962C8B-B14F-4D97-AF65-F5344CB8AC3E}">
        <p14:creationId xmlns:p14="http://schemas.microsoft.com/office/powerpoint/2010/main" val="3589065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239">
          <a:extLst>
            <a:ext uri="{FF2B5EF4-FFF2-40B4-BE49-F238E27FC236}">
              <a16:creationId xmlns:a16="http://schemas.microsoft.com/office/drawing/2014/main" id="{E983DC0C-2328-C947-9171-E8307D4A7A95}"/>
            </a:ext>
          </a:extLst>
        </p:cNvPr>
        <p:cNvGrpSpPr/>
        <p:nvPr/>
      </p:nvGrpSpPr>
      <p:grpSpPr>
        <a:xfrm>
          <a:off x="0" y="0"/>
          <a:ext cx="0" cy="0"/>
          <a:chOff x="0" y="0"/>
          <a:chExt cx="0" cy="0"/>
        </a:xfrm>
      </p:grpSpPr>
      <p:sp>
        <p:nvSpPr>
          <p:cNvPr id="241" name="Google Shape;241;p28">
            <a:extLst>
              <a:ext uri="{FF2B5EF4-FFF2-40B4-BE49-F238E27FC236}">
                <a16:creationId xmlns:a16="http://schemas.microsoft.com/office/drawing/2014/main" id="{F4159A8A-21E7-27EF-C8A5-1C7CD7C6D50E}"/>
              </a:ext>
            </a:extLst>
          </p:cNvPr>
          <p:cNvSpPr txBox="1">
            <a:spLocks noGrp="1"/>
          </p:cNvSpPr>
          <p:nvPr>
            <p:ph type="title"/>
          </p:nvPr>
        </p:nvSpPr>
        <p:spPr>
          <a:xfrm>
            <a:off x="768450" y="884175"/>
            <a:ext cx="5021100" cy="1767101"/>
          </a:xfrm>
          <a:prstGeom prst="rect">
            <a:avLst/>
          </a:prstGeom>
        </p:spPr>
        <p:txBody>
          <a:bodyPr spcFirstLastPara="1" wrap="square" lIns="121900" tIns="121900" rIns="121900" bIns="121900" anchor="ctr" anchorCtr="0">
            <a:noAutofit/>
          </a:bodyPr>
          <a:lstStyle/>
          <a:p>
            <a:pPr algn="ctr"/>
            <a:r>
              <a:rPr lang="en" sz="2800">
                <a:latin typeface="Times New Roman" panose="02020603050405020304" pitchFamily="18" charset="0"/>
                <a:cs typeface="Times New Roman" panose="02020603050405020304" pitchFamily="18" charset="0"/>
              </a:rPr>
              <a:t>Stage 2: </a:t>
            </a:r>
            <a:r>
              <a:rPr lang="en-US" sz="2800">
                <a:latin typeface="Times New Roman" panose="02020603050405020304" pitchFamily="18" charset="0"/>
                <a:cs typeface="Times New Roman" panose="02020603050405020304" pitchFamily="18" charset="0"/>
              </a:rPr>
              <a:t>Intra-space Booster System (IBS) </a:t>
            </a:r>
            <a:endParaRPr lang="en" sz="2800">
              <a:latin typeface="Times New Roman" panose="02020603050405020304" pitchFamily="18" charset="0"/>
              <a:cs typeface="Times New Roman" panose="02020603050405020304" pitchFamily="18" charset="0"/>
            </a:endParaRPr>
          </a:p>
        </p:txBody>
      </p:sp>
      <p:sp>
        <p:nvSpPr>
          <p:cNvPr id="242" name="Google Shape;242;p28">
            <a:extLst>
              <a:ext uri="{FF2B5EF4-FFF2-40B4-BE49-F238E27FC236}">
                <a16:creationId xmlns:a16="http://schemas.microsoft.com/office/drawing/2014/main" id="{AAAF7670-228A-D5A6-610B-66F7BAED3A3B}"/>
              </a:ext>
            </a:extLst>
          </p:cNvPr>
          <p:cNvSpPr txBox="1">
            <a:spLocks noGrp="1"/>
          </p:cNvSpPr>
          <p:nvPr>
            <p:ph type="body" idx="1"/>
          </p:nvPr>
        </p:nvSpPr>
        <p:spPr>
          <a:xfrm>
            <a:off x="768450" y="2501295"/>
            <a:ext cx="5021100" cy="3696380"/>
          </a:xfrm>
          <a:prstGeom prst="rect">
            <a:avLst/>
          </a:prstGeom>
        </p:spPr>
        <p:txBody>
          <a:bodyPr spcFirstLastPara="1" wrap="square" lIns="121900" tIns="121900" rIns="121900" bIns="121900" anchor="t" anchorCtr="0">
            <a:normAutofit/>
          </a:bodyPr>
          <a:lstStyle/>
          <a:p>
            <a:pPr marL="285750" indent="-285750">
              <a:buClr>
                <a:srgbClr val="000000"/>
              </a:buClr>
              <a:buSzPts val="1900"/>
            </a:pPr>
            <a:r>
              <a:rPr lang="en-US" sz="1800">
                <a:latin typeface="Times New Roman"/>
                <a:cs typeface="Times New Roman"/>
              </a:rPr>
              <a:t>Maneuvers to park orbit in LEO -&gt; Trans Lunar Injection (TLI)</a:t>
            </a:r>
          </a:p>
          <a:p>
            <a:pPr marL="0" indent="0">
              <a:lnSpc>
                <a:spcPct val="114999"/>
              </a:lnSpc>
              <a:buClr>
                <a:srgbClr val="000000"/>
              </a:buClr>
              <a:buSzPts val="1900"/>
              <a:buNone/>
            </a:pPr>
            <a:endParaRPr lang="en-US" sz="1800">
              <a:latin typeface="Times New Roman"/>
              <a:cs typeface="Times New Roman"/>
            </a:endParaRPr>
          </a:p>
          <a:p>
            <a:pPr marL="285750" indent="-285750">
              <a:lnSpc>
                <a:spcPct val="114999"/>
              </a:lnSpc>
              <a:buClr>
                <a:srgbClr val="000000"/>
              </a:buClr>
              <a:buSzPts val="1900"/>
            </a:pPr>
            <a:r>
              <a:rPr lang="en-US" sz="1800">
                <a:latin typeface="Times New Roman"/>
                <a:cs typeface="Times New Roman"/>
              </a:rPr>
              <a:t>After necessary velocity is reached, performs braking maneuver to slow down and fall back to Earth</a:t>
            </a:r>
          </a:p>
          <a:p>
            <a:pPr marL="0" indent="0">
              <a:lnSpc>
                <a:spcPct val="114999"/>
              </a:lnSpc>
              <a:buClr>
                <a:srgbClr val="000000"/>
              </a:buClr>
              <a:buSzPts val="1900"/>
              <a:buNone/>
            </a:pPr>
            <a:endParaRPr lang="en-US" sz="1800">
              <a:latin typeface="Times New Roman"/>
              <a:cs typeface="Times New Roman"/>
            </a:endParaRPr>
          </a:p>
          <a:p>
            <a:pPr marL="285750" indent="-285750">
              <a:lnSpc>
                <a:spcPct val="114999"/>
              </a:lnSpc>
              <a:buClr>
                <a:srgbClr val="000000"/>
              </a:buClr>
              <a:buSzPts val="1900"/>
            </a:pPr>
            <a:r>
              <a:rPr lang="en-US" sz="1800">
                <a:latin typeface="Times New Roman"/>
                <a:cs typeface="Times New Roman"/>
              </a:rPr>
              <a:t>Refillable, Hydrogen + LOX fuel </a:t>
            </a:r>
          </a:p>
          <a:p>
            <a:pPr marL="0" indent="0">
              <a:lnSpc>
                <a:spcPct val="114999"/>
              </a:lnSpc>
              <a:buClr>
                <a:srgbClr val="000000"/>
              </a:buClr>
              <a:buSzPts val="1900"/>
              <a:buNone/>
            </a:pPr>
            <a:endParaRPr lang="en-US">
              <a:latin typeface="Times New Roman"/>
              <a:cs typeface="Times New Roman"/>
            </a:endParaRPr>
          </a:p>
          <a:p>
            <a:pPr marL="285750" indent="-285750">
              <a:lnSpc>
                <a:spcPct val="114999"/>
              </a:lnSpc>
              <a:buClr>
                <a:srgbClr val="000000"/>
              </a:buClr>
              <a:buSzPts val="1900"/>
            </a:pPr>
            <a:endParaRPr lang="en-US" dirty="0">
              <a:latin typeface="Times New Roman"/>
              <a:cs typeface="Times New Roman"/>
            </a:endParaRPr>
          </a:p>
          <a:p>
            <a:pPr marL="285750" indent="-285750">
              <a:lnSpc>
                <a:spcPct val="114999"/>
              </a:lnSpc>
              <a:buClr>
                <a:srgbClr val="000000"/>
              </a:buClr>
              <a:buSzPts val="1900"/>
            </a:pPr>
            <a:endParaRPr lang="en-US" dirty="0">
              <a:latin typeface="Times New Roman"/>
              <a:cs typeface="Times New Roman"/>
            </a:endParaRPr>
          </a:p>
        </p:txBody>
      </p:sp>
      <p:pic>
        <p:nvPicPr>
          <p:cNvPr id="5" name="Picture 4">
            <a:extLst>
              <a:ext uri="{FF2B5EF4-FFF2-40B4-BE49-F238E27FC236}">
                <a16:creationId xmlns:a16="http://schemas.microsoft.com/office/drawing/2014/main" id="{C3CDB0CD-A30B-75E5-63BA-099BDDD17FBA}"/>
              </a:ext>
            </a:extLst>
          </p:cNvPr>
          <p:cNvPicPr>
            <a:picLocks noChangeAspect="1"/>
          </p:cNvPicPr>
          <p:nvPr/>
        </p:nvPicPr>
        <p:blipFill>
          <a:blip r:embed="rId3"/>
          <a:stretch>
            <a:fillRect/>
          </a:stretch>
        </p:blipFill>
        <p:spPr>
          <a:xfrm>
            <a:off x="6220454" y="112198"/>
            <a:ext cx="5626887" cy="2813444"/>
          </a:xfrm>
          <a:prstGeom prst="rect">
            <a:avLst/>
          </a:prstGeom>
        </p:spPr>
      </p:pic>
      <p:pic>
        <p:nvPicPr>
          <p:cNvPr id="4" name="Picture 3" descr="A diagram of a launch&#10;&#10;AI-generated content may be incorrect.">
            <a:extLst>
              <a:ext uri="{FF2B5EF4-FFF2-40B4-BE49-F238E27FC236}">
                <a16:creationId xmlns:a16="http://schemas.microsoft.com/office/drawing/2014/main" id="{98282A49-C968-80A9-957B-435559D1C9F2}"/>
              </a:ext>
            </a:extLst>
          </p:cNvPr>
          <p:cNvPicPr>
            <a:picLocks noChangeAspect="1"/>
          </p:cNvPicPr>
          <p:nvPr/>
        </p:nvPicPr>
        <p:blipFill>
          <a:blip r:embed="rId4"/>
          <a:stretch>
            <a:fillRect/>
          </a:stretch>
        </p:blipFill>
        <p:spPr>
          <a:xfrm>
            <a:off x="6220555" y="3074171"/>
            <a:ext cx="5630520" cy="3126129"/>
          </a:xfrm>
          <a:prstGeom prst="rect">
            <a:avLst/>
          </a:prstGeom>
          <a:noFill/>
          <a:ln w="9525" cap="flat" cmpd="sng">
            <a:solidFill>
              <a:schemeClr val="dk1"/>
            </a:solidFill>
            <a:prstDash val="solid"/>
            <a:round/>
            <a:headEnd type="none" w="sm" len="sm"/>
            <a:tailEnd type="none" w="sm" len="sm"/>
          </a:ln>
        </p:spPr>
      </p:pic>
      <p:sp>
        <p:nvSpPr>
          <p:cNvPr id="6" name="TextBox 5">
            <a:extLst>
              <a:ext uri="{FF2B5EF4-FFF2-40B4-BE49-F238E27FC236}">
                <a16:creationId xmlns:a16="http://schemas.microsoft.com/office/drawing/2014/main" id="{AEAFDD68-D18F-C113-F8D9-63ADA9C701AC}"/>
              </a:ext>
            </a:extLst>
          </p:cNvPr>
          <p:cNvSpPr txBox="1"/>
          <p:nvPr/>
        </p:nvSpPr>
        <p:spPr>
          <a:xfrm>
            <a:off x="10214811" y="6376737"/>
            <a:ext cx="1977189" cy="369332"/>
          </a:xfrm>
          <a:prstGeom prst="rect">
            <a:avLst/>
          </a:prstGeom>
          <a:noFill/>
        </p:spPr>
        <p:txBody>
          <a:bodyPr wrap="square" rtlCol="0">
            <a:spAutoFit/>
          </a:bodyPr>
          <a:lstStyle/>
          <a:p>
            <a:r>
              <a:rPr lang="en-US" sz="1800" b="1">
                <a:solidFill>
                  <a:schemeClr val="tx1"/>
                </a:solidFill>
                <a:latin typeface="Times New Roman" panose="02020603050405020304" pitchFamily="18" charset="0"/>
                <a:cs typeface="Times New Roman" panose="02020603050405020304" pitchFamily="18" charset="0"/>
              </a:rPr>
              <a:t>Antonio Munoz</a:t>
            </a:r>
          </a:p>
        </p:txBody>
      </p:sp>
    </p:spTree>
    <p:extLst>
      <p:ext uri="{BB962C8B-B14F-4D97-AF65-F5344CB8AC3E}">
        <p14:creationId xmlns:p14="http://schemas.microsoft.com/office/powerpoint/2010/main" val="2642984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239">
          <a:extLst>
            <a:ext uri="{FF2B5EF4-FFF2-40B4-BE49-F238E27FC236}">
              <a16:creationId xmlns:a16="http://schemas.microsoft.com/office/drawing/2014/main" id="{5DD855A2-F6B3-3E15-9F97-708A576ABE40}"/>
            </a:ext>
          </a:extLst>
        </p:cNvPr>
        <p:cNvGrpSpPr/>
        <p:nvPr/>
      </p:nvGrpSpPr>
      <p:grpSpPr>
        <a:xfrm>
          <a:off x="0" y="0"/>
          <a:ext cx="0" cy="0"/>
          <a:chOff x="0" y="0"/>
          <a:chExt cx="0" cy="0"/>
        </a:xfrm>
      </p:grpSpPr>
      <p:sp>
        <p:nvSpPr>
          <p:cNvPr id="241" name="Google Shape;241;p28">
            <a:extLst>
              <a:ext uri="{FF2B5EF4-FFF2-40B4-BE49-F238E27FC236}">
                <a16:creationId xmlns:a16="http://schemas.microsoft.com/office/drawing/2014/main" id="{38E70F2E-2DDB-F908-610B-D525A8DFABC2}"/>
              </a:ext>
            </a:extLst>
          </p:cNvPr>
          <p:cNvSpPr txBox="1">
            <a:spLocks noGrp="1"/>
          </p:cNvSpPr>
          <p:nvPr>
            <p:ph type="title"/>
          </p:nvPr>
        </p:nvSpPr>
        <p:spPr>
          <a:xfrm>
            <a:off x="768450" y="884175"/>
            <a:ext cx="5021100" cy="1781615"/>
          </a:xfrm>
          <a:prstGeom prst="rect">
            <a:avLst/>
          </a:prstGeom>
        </p:spPr>
        <p:txBody>
          <a:bodyPr spcFirstLastPara="1" wrap="square" lIns="121900" tIns="121900" rIns="121900" bIns="121900" anchor="ctr" anchorCtr="0">
            <a:noAutofit/>
          </a:bodyPr>
          <a:lstStyle/>
          <a:p>
            <a:pPr algn="ctr"/>
            <a:r>
              <a:rPr lang="en" sz="2800">
                <a:latin typeface="Times New Roman"/>
                <a:cs typeface="Times New Roman"/>
              </a:rPr>
              <a:t>Stage 3: Big Yellow Orbital Bus (B.Y.O.B)</a:t>
            </a:r>
            <a:endParaRPr lang="en" sz="2800">
              <a:latin typeface="Times New Roman" panose="02020603050405020304" pitchFamily="18" charset="0"/>
              <a:cs typeface="Times New Roman" panose="02020603050405020304" pitchFamily="18" charset="0"/>
            </a:endParaRPr>
          </a:p>
        </p:txBody>
      </p:sp>
      <p:sp>
        <p:nvSpPr>
          <p:cNvPr id="242" name="Google Shape;242;p28">
            <a:extLst>
              <a:ext uri="{FF2B5EF4-FFF2-40B4-BE49-F238E27FC236}">
                <a16:creationId xmlns:a16="http://schemas.microsoft.com/office/drawing/2014/main" id="{252C64CA-21B8-2313-FD13-DC9CEBB6E0B7}"/>
              </a:ext>
            </a:extLst>
          </p:cNvPr>
          <p:cNvSpPr txBox="1">
            <a:spLocks noGrp="1"/>
          </p:cNvSpPr>
          <p:nvPr>
            <p:ph type="body" idx="1"/>
          </p:nvPr>
        </p:nvSpPr>
        <p:spPr>
          <a:xfrm>
            <a:off x="768450" y="2859314"/>
            <a:ext cx="5021100" cy="3696934"/>
          </a:xfrm>
          <a:prstGeom prst="rect">
            <a:avLst/>
          </a:prstGeom>
        </p:spPr>
        <p:txBody>
          <a:bodyPr spcFirstLastPara="1" wrap="square" lIns="121900" tIns="121900" rIns="121900" bIns="121900" anchor="t" anchorCtr="0">
            <a:normAutofit lnSpcReduction="10000"/>
          </a:bodyPr>
          <a:lstStyle/>
          <a:p>
            <a:pPr marL="285750" indent="-285750">
              <a:lnSpc>
                <a:spcPct val="114999"/>
              </a:lnSpc>
              <a:buClr>
                <a:srgbClr val="000000"/>
              </a:buClr>
              <a:buSzPts val="1900"/>
            </a:pPr>
            <a:r>
              <a:rPr lang="en-US" sz="1800">
                <a:latin typeface="Times New Roman"/>
                <a:cs typeface="Times New Roman"/>
              </a:rPr>
              <a:t>Shuttle on TLI trajectory after jettisoning spent second stage</a:t>
            </a:r>
          </a:p>
          <a:p>
            <a:pPr marL="285750" indent="-285750">
              <a:lnSpc>
                <a:spcPct val="114999"/>
              </a:lnSpc>
              <a:buClr>
                <a:srgbClr val="000000"/>
              </a:buClr>
              <a:buSzPts val="1900"/>
            </a:pPr>
            <a:r>
              <a:rPr lang="en-US" sz="1800">
                <a:latin typeface="Times New Roman"/>
                <a:cs typeface="Times New Roman"/>
              </a:rPr>
              <a:t>Performs braking maneuver to insert into NRHO and rendezvous with Lunar Orbital Station to dock</a:t>
            </a:r>
          </a:p>
          <a:p>
            <a:pPr marL="285750" indent="-285750">
              <a:lnSpc>
                <a:spcPct val="114999"/>
              </a:lnSpc>
              <a:buClr>
                <a:srgbClr val="000000"/>
              </a:buClr>
              <a:buSzPts val="1900"/>
            </a:pPr>
            <a:r>
              <a:rPr lang="en-US" sz="1800">
                <a:latin typeface="Times New Roman"/>
                <a:cs typeface="Times New Roman"/>
              </a:rPr>
              <a:t>Undocks from station and performs burn to enter a trajectory targeting Earths upper atmosphere</a:t>
            </a:r>
          </a:p>
          <a:p>
            <a:pPr marL="285750" indent="-285750">
              <a:lnSpc>
                <a:spcPct val="114999"/>
              </a:lnSpc>
              <a:buClr>
                <a:srgbClr val="000000"/>
              </a:buClr>
              <a:buSzPts val="1900"/>
            </a:pPr>
            <a:r>
              <a:rPr lang="en-US" sz="1800">
                <a:latin typeface="Times New Roman"/>
                <a:cs typeface="Times New Roman"/>
              </a:rPr>
              <a:t>Skip Re-entry system</a:t>
            </a:r>
          </a:p>
          <a:p>
            <a:pPr marL="285750" indent="-285750">
              <a:lnSpc>
                <a:spcPct val="114999"/>
              </a:lnSpc>
              <a:buClr>
                <a:srgbClr val="000000"/>
              </a:buClr>
              <a:buSzPts val="1900"/>
            </a:pPr>
            <a:r>
              <a:rPr lang="en-US" sz="1800">
                <a:latin typeface="Times New Roman"/>
                <a:cs typeface="Times New Roman"/>
              </a:rPr>
              <a:t>Food, water, medical supplies, and other resources necessary for operation of lunar bases</a:t>
            </a:r>
          </a:p>
          <a:p>
            <a:pPr marL="285750" indent="-285750">
              <a:lnSpc>
                <a:spcPct val="114999"/>
              </a:lnSpc>
              <a:buClr>
                <a:srgbClr val="000000"/>
              </a:buClr>
              <a:buSzPts val="1900"/>
            </a:pPr>
            <a:r>
              <a:rPr lang="en-US" sz="1800">
                <a:latin typeface="Times New Roman"/>
                <a:cs typeface="Times New Roman"/>
              </a:rPr>
              <a:t>Max occupancy is 20</a:t>
            </a:r>
          </a:p>
          <a:p>
            <a:pPr marL="285750" indent="-285750">
              <a:lnSpc>
                <a:spcPct val="114999"/>
              </a:lnSpc>
              <a:buClr>
                <a:srgbClr val="000000"/>
              </a:buClr>
              <a:buSzPts val="1900"/>
            </a:pPr>
            <a:endParaRPr lang="en-US" dirty="0">
              <a:latin typeface="Times New Roman"/>
              <a:cs typeface="Times New Roman"/>
            </a:endParaRPr>
          </a:p>
          <a:p>
            <a:pPr marL="285750" indent="-285750">
              <a:lnSpc>
                <a:spcPct val="114999"/>
              </a:lnSpc>
              <a:buClr>
                <a:srgbClr val="000000"/>
              </a:buClr>
              <a:buSzPts val="1900"/>
            </a:pPr>
            <a:endParaRPr lang="en-US">
              <a:latin typeface="Times New Roman"/>
              <a:cs typeface="Times New Roman"/>
            </a:endParaRPr>
          </a:p>
        </p:txBody>
      </p:sp>
      <p:pic>
        <p:nvPicPr>
          <p:cNvPr id="3" name="Picture 2">
            <a:extLst>
              <a:ext uri="{FF2B5EF4-FFF2-40B4-BE49-F238E27FC236}">
                <a16:creationId xmlns:a16="http://schemas.microsoft.com/office/drawing/2014/main" id="{FFDDF52E-7449-7681-B530-D9E1E7894C70}"/>
              </a:ext>
            </a:extLst>
          </p:cNvPr>
          <p:cNvPicPr>
            <a:picLocks noChangeAspect="1"/>
          </p:cNvPicPr>
          <p:nvPr/>
        </p:nvPicPr>
        <p:blipFill>
          <a:blip r:embed="rId3"/>
          <a:stretch>
            <a:fillRect/>
          </a:stretch>
        </p:blipFill>
        <p:spPr>
          <a:xfrm>
            <a:off x="6289040" y="358865"/>
            <a:ext cx="5418306" cy="3065893"/>
          </a:xfrm>
          <a:prstGeom prst="rect">
            <a:avLst/>
          </a:prstGeom>
        </p:spPr>
      </p:pic>
      <p:sp>
        <p:nvSpPr>
          <p:cNvPr id="5" name="TextBox 4">
            <a:extLst>
              <a:ext uri="{FF2B5EF4-FFF2-40B4-BE49-F238E27FC236}">
                <a16:creationId xmlns:a16="http://schemas.microsoft.com/office/drawing/2014/main" id="{0438CD70-822D-B360-C334-B52448B58DBE}"/>
              </a:ext>
            </a:extLst>
          </p:cNvPr>
          <p:cNvSpPr txBox="1"/>
          <p:nvPr/>
        </p:nvSpPr>
        <p:spPr>
          <a:xfrm>
            <a:off x="10467474" y="6376737"/>
            <a:ext cx="2085474" cy="369332"/>
          </a:xfrm>
          <a:prstGeom prst="rect">
            <a:avLst/>
          </a:prstGeom>
          <a:noFill/>
        </p:spPr>
        <p:txBody>
          <a:bodyPr wrap="square" rtlCol="0">
            <a:spAutoFit/>
          </a:bodyPr>
          <a:lstStyle/>
          <a:p>
            <a:r>
              <a:rPr lang="en-US" sz="1800" b="1">
                <a:solidFill>
                  <a:schemeClr val="tx1"/>
                </a:solidFill>
                <a:latin typeface="Times New Roman" panose="02020603050405020304" pitchFamily="18" charset="0"/>
                <a:cs typeface="Times New Roman" panose="02020603050405020304" pitchFamily="18" charset="0"/>
              </a:rPr>
              <a:t>Azden Neufeld</a:t>
            </a:r>
          </a:p>
        </p:txBody>
      </p:sp>
      <p:pic>
        <p:nvPicPr>
          <p:cNvPr id="4" name="Picture 3" descr="Diagram of a solar system&#10;&#10;AI-generated content may be incorrect.">
            <a:extLst>
              <a:ext uri="{FF2B5EF4-FFF2-40B4-BE49-F238E27FC236}">
                <a16:creationId xmlns:a16="http://schemas.microsoft.com/office/drawing/2014/main" id="{212F597F-AC55-E689-D534-A64346927D1D}"/>
              </a:ext>
            </a:extLst>
          </p:cNvPr>
          <p:cNvPicPr>
            <a:picLocks noChangeAspect="1"/>
          </p:cNvPicPr>
          <p:nvPr/>
        </p:nvPicPr>
        <p:blipFill>
          <a:blip r:embed="rId4"/>
          <a:stretch>
            <a:fillRect/>
          </a:stretch>
        </p:blipFill>
        <p:spPr>
          <a:xfrm>
            <a:off x="6291675" y="3689395"/>
            <a:ext cx="5508600" cy="2506889"/>
          </a:xfrm>
          <a:prstGeom prst="rect">
            <a:avLst/>
          </a:prstGeom>
          <a:noFill/>
          <a:ln w="9525" cap="flat" cmpd="sng">
            <a:solidFill>
              <a:schemeClr val="dk1"/>
            </a:solidFill>
            <a:prstDash val="solid"/>
            <a:round/>
            <a:headEnd type="none" w="sm" len="sm"/>
            <a:tailEnd type="none" w="sm" len="sm"/>
          </a:ln>
        </p:spPr>
      </p:pic>
    </p:spTree>
    <p:extLst>
      <p:ext uri="{BB962C8B-B14F-4D97-AF65-F5344CB8AC3E}">
        <p14:creationId xmlns:p14="http://schemas.microsoft.com/office/powerpoint/2010/main" val="3662934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226">
          <a:extLst>
            <a:ext uri="{FF2B5EF4-FFF2-40B4-BE49-F238E27FC236}">
              <a16:creationId xmlns:a16="http://schemas.microsoft.com/office/drawing/2014/main" id="{74528C59-7AB6-95B1-F7A0-D9822AFD1FEC}"/>
            </a:ext>
          </a:extLst>
        </p:cNvPr>
        <p:cNvGrpSpPr/>
        <p:nvPr/>
      </p:nvGrpSpPr>
      <p:grpSpPr>
        <a:xfrm>
          <a:off x="0" y="0"/>
          <a:ext cx="0" cy="0"/>
          <a:chOff x="0" y="0"/>
          <a:chExt cx="0" cy="0"/>
        </a:xfrm>
      </p:grpSpPr>
      <p:sp>
        <p:nvSpPr>
          <p:cNvPr id="227" name="Google Shape;227;p26">
            <a:extLst>
              <a:ext uri="{FF2B5EF4-FFF2-40B4-BE49-F238E27FC236}">
                <a16:creationId xmlns:a16="http://schemas.microsoft.com/office/drawing/2014/main" id="{EA667ED7-0523-C567-3CEA-E7EE616A2686}"/>
              </a:ext>
            </a:extLst>
          </p:cNvPr>
          <p:cNvSpPr txBox="1">
            <a:spLocks noGrp="1"/>
          </p:cNvSpPr>
          <p:nvPr>
            <p:ph type="title"/>
          </p:nvPr>
        </p:nvSpPr>
        <p:spPr>
          <a:xfrm>
            <a:off x="1983450" y="2215675"/>
            <a:ext cx="8225100" cy="1243500"/>
          </a:xfrm>
          <a:prstGeom prst="rect">
            <a:avLst/>
          </a:prstGeom>
        </p:spPr>
        <p:txBody>
          <a:bodyPr spcFirstLastPara="1" wrap="square" lIns="121900" tIns="121900" rIns="121900" bIns="121900" anchor="ctr" anchorCtr="0">
            <a:noAutofit/>
          </a:bodyPr>
          <a:lstStyle/>
          <a:p>
            <a:pPr algn="ctr"/>
            <a:r>
              <a:rPr lang="en" sz="6000">
                <a:latin typeface="Times New Roman"/>
                <a:cs typeface="Times New Roman"/>
              </a:rPr>
              <a:t>Lunar </a:t>
            </a:r>
            <a:r>
              <a:rPr lang="en-US" sz="6000">
                <a:latin typeface="Times New Roman"/>
                <a:cs typeface="Times New Roman"/>
              </a:rPr>
              <a:t>Habitat</a:t>
            </a:r>
            <a:r>
              <a:rPr lang="en" sz="6000">
                <a:latin typeface="Times New Roman"/>
                <a:cs typeface="Times New Roman"/>
              </a:rPr>
              <a:t> Design</a:t>
            </a:r>
            <a:endParaRPr lang="en-US"/>
          </a:p>
        </p:txBody>
      </p:sp>
      <p:sp>
        <p:nvSpPr>
          <p:cNvPr id="228" name="Google Shape;228;p26">
            <a:extLst>
              <a:ext uri="{FF2B5EF4-FFF2-40B4-BE49-F238E27FC236}">
                <a16:creationId xmlns:a16="http://schemas.microsoft.com/office/drawing/2014/main" id="{8BFBA6D4-D08D-AE66-78FF-9BC6A39FBECE}"/>
              </a:ext>
            </a:extLst>
          </p:cNvPr>
          <p:cNvSpPr/>
          <p:nvPr/>
        </p:nvSpPr>
        <p:spPr>
          <a:xfrm>
            <a:off x="1166663" y="1041346"/>
            <a:ext cx="901275" cy="737001"/>
          </a:xfrm>
          <a:prstGeom prst="rect">
            <a:avLst/>
          </a:prstGeom>
        </p:spPr>
        <p:txBody>
          <a:bodyPr lIns="91440" tIns="45720" rIns="91440" bIns="45720" numCol="1">
            <a:prstTxWarp prst="textPlain">
              <a:avLst/>
            </a:prstTxWarp>
          </a:bodyPr>
          <a:lstStyle/>
          <a:p>
            <a:pPr lvl="0" algn="ctr"/>
            <a:r>
              <a:rPr lang="en-US" b="1">
                <a:solidFill>
                  <a:schemeClr val="lt1"/>
                </a:solidFill>
                <a:latin typeface="Poppins"/>
              </a:rPr>
              <a:t>04</a:t>
            </a:r>
            <a:endParaRPr b="1" i="0">
              <a:ln>
                <a:noFill/>
              </a:ln>
              <a:solidFill>
                <a:schemeClr val="lt1"/>
              </a:solidFill>
              <a:latin typeface="Poppins"/>
            </a:endParaRPr>
          </a:p>
        </p:txBody>
      </p:sp>
      <p:sp>
        <p:nvSpPr>
          <p:cNvPr id="6" name="TextBox 5">
            <a:extLst>
              <a:ext uri="{FF2B5EF4-FFF2-40B4-BE49-F238E27FC236}">
                <a16:creationId xmlns:a16="http://schemas.microsoft.com/office/drawing/2014/main" id="{AA66C79C-F794-3FB3-8919-100024B0D1D2}"/>
              </a:ext>
            </a:extLst>
          </p:cNvPr>
          <p:cNvSpPr txBox="1"/>
          <p:nvPr/>
        </p:nvSpPr>
        <p:spPr>
          <a:xfrm>
            <a:off x="10467474" y="6376737"/>
            <a:ext cx="2085474" cy="369332"/>
          </a:xfrm>
          <a:prstGeom prst="rect">
            <a:avLst/>
          </a:prstGeom>
          <a:noFill/>
        </p:spPr>
        <p:txBody>
          <a:bodyPr wrap="square" rtlCol="0">
            <a:spAutoFit/>
          </a:bodyPr>
          <a:lstStyle/>
          <a:p>
            <a:r>
              <a:rPr lang="en-US" sz="1800" b="1">
                <a:solidFill>
                  <a:schemeClr val="bg1"/>
                </a:solidFill>
                <a:latin typeface="Times New Roman" panose="02020603050405020304" pitchFamily="18" charset="0"/>
                <a:cs typeface="Times New Roman" panose="02020603050405020304" pitchFamily="18" charset="0"/>
              </a:rPr>
              <a:t>Diana </a:t>
            </a:r>
            <a:r>
              <a:rPr lang="en-US" sz="1800" b="1" err="1">
                <a:solidFill>
                  <a:schemeClr val="bg1"/>
                </a:solidFill>
                <a:latin typeface="Times New Roman" panose="02020603050405020304" pitchFamily="18" charset="0"/>
                <a:cs typeface="Times New Roman" panose="02020603050405020304" pitchFamily="18" charset="0"/>
              </a:rPr>
              <a:t>Tormo</a:t>
            </a:r>
            <a:endParaRPr lang="en-US" sz="1800" b="1">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7359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239">
          <a:extLst>
            <a:ext uri="{FF2B5EF4-FFF2-40B4-BE49-F238E27FC236}">
              <a16:creationId xmlns:a16="http://schemas.microsoft.com/office/drawing/2014/main" id="{6EA75CD8-AE53-D803-F3EB-024E55ABEFBD}"/>
            </a:ext>
          </a:extLst>
        </p:cNvPr>
        <p:cNvGrpSpPr/>
        <p:nvPr/>
      </p:nvGrpSpPr>
      <p:grpSpPr>
        <a:xfrm>
          <a:off x="0" y="0"/>
          <a:ext cx="0" cy="0"/>
          <a:chOff x="0" y="0"/>
          <a:chExt cx="0" cy="0"/>
        </a:xfrm>
      </p:grpSpPr>
      <p:sp>
        <p:nvSpPr>
          <p:cNvPr id="241" name="Google Shape;241;p28">
            <a:extLst>
              <a:ext uri="{FF2B5EF4-FFF2-40B4-BE49-F238E27FC236}">
                <a16:creationId xmlns:a16="http://schemas.microsoft.com/office/drawing/2014/main" id="{C3D1BD70-DDDE-BC1C-BAA3-E47680CC2161}"/>
              </a:ext>
            </a:extLst>
          </p:cNvPr>
          <p:cNvSpPr txBox="1">
            <a:spLocks noGrp="1"/>
          </p:cNvSpPr>
          <p:nvPr>
            <p:ph type="title"/>
          </p:nvPr>
        </p:nvSpPr>
        <p:spPr>
          <a:xfrm>
            <a:off x="768450" y="569551"/>
            <a:ext cx="5021100" cy="2799300"/>
          </a:xfrm>
          <a:prstGeom prst="rect">
            <a:avLst/>
          </a:prstGeom>
        </p:spPr>
        <p:txBody>
          <a:bodyPr spcFirstLastPara="1" wrap="square" lIns="121900" tIns="121900" rIns="121900" bIns="121900" anchor="ctr" anchorCtr="0">
            <a:noAutofit/>
          </a:bodyPr>
          <a:lstStyle/>
          <a:p>
            <a:pPr algn="ctr"/>
            <a:r>
              <a:rPr lang="en" sz="2800" dirty="0">
                <a:latin typeface="Times New Roman" panose="02020603050405020304" pitchFamily="18" charset="0"/>
                <a:cs typeface="Times New Roman" panose="02020603050405020304" pitchFamily="18" charset="0"/>
              </a:rPr>
              <a:t>Cislunar Orbital Live Occupancy Station and Lander (COLOSAL)</a:t>
            </a:r>
          </a:p>
        </p:txBody>
      </p:sp>
      <p:sp>
        <p:nvSpPr>
          <p:cNvPr id="242" name="Google Shape;242;p28">
            <a:extLst>
              <a:ext uri="{FF2B5EF4-FFF2-40B4-BE49-F238E27FC236}">
                <a16:creationId xmlns:a16="http://schemas.microsoft.com/office/drawing/2014/main" id="{A609B127-99D7-12DD-329D-AF51B6D84338}"/>
              </a:ext>
            </a:extLst>
          </p:cNvPr>
          <p:cNvSpPr txBox="1">
            <a:spLocks noGrp="1"/>
          </p:cNvSpPr>
          <p:nvPr>
            <p:ph type="body" idx="1"/>
          </p:nvPr>
        </p:nvSpPr>
        <p:spPr>
          <a:xfrm>
            <a:off x="768450" y="2808315"/>
            <a:ext cx="5711008" cy="3422838"/>
          </a:xfrm>
          <a:prstGeom prst="rect">
            <a:avLst/>
          </a:prstGeom>
        </p:spPr>
        <p:txBody>
          <a:bodyPr spcFirstLastPara="1" wrap="square" lIns="121900" tIns="121900" rIns="121900" bIns="121900" anchor="t" anchorCtr="0">
            <a:normAutofit/>
          </a:bodyPr>
          <a:lstStyle/>
          <a:p>
            <a:pPr marL="285750" indent="-285750">
              <a:buClr>
                <a:srgbClr val="000000"/>
              </a:buClr>
              <a:buSzPts val="1900"/>
            </a:pPr>
            <a:r>
              <a:rPr lang="en" sz="1800">
                <a:latin typeface="Times New Roman" panose="02020603050405020304" pitchFamily="18" charset="0"/>
                <a:cs typeface="Times New Roman" panose="02020603050405020304" pitchFamily="18" charset="0"/>
              </a:rPr>
              <a:t>The CisLunar Orbital Station is a rendezvous point for the final stage of the Launch Vehicle </a:t>
            </a:r>
            <a:endParaRPr lang="en-US" sz="1800">
              <a:latin typeface="Times New Roman" panose="02020603050405020304" pitchFamily="18" charset="0"/>
              <a:cs typeface="Times New Roman" panose="02020603050405020304" pitchFamily="18" charset="0"/>
            </a:endParaRPr>
          </a:p>
          <a:p>
            <a:pPr marL="285750" indent="-285750">
              <a:lnSpc>
                <a:spcPct val="114999"/>
              </a:lnSpc>
              <a:buSzPts val="1900"/>
            </a:pPr>
            <a:r>
              <a:rPr lang="en" sz="1800">
                <a:latin typeface="Times New Roman" panose="02020603050405020304" pitchFamily="18" charset="0"/>
                <a:cs typeface="Times New Roman" panose="02020603050405020304" pitchFamily="18" charset="0"/>
              </a:rPr>
              <a:t>NRHO </a:t>
            </a:r>
          </a:p>
          <a:p>
            <a:pPr lvl="1">
              <a:lnSpc>
                <a:spcPct val="114999"/>
              </a:lnSpc>
              <a:buSzPts val="1900"/>
            </a:pPr>
            <a:r>
              <a:rPr lang="en" sz="1800">
                <a:solidFill>
                  <a:schemeClr val="tx1"/>
                </a:solidFill>
                <a:latin typeface="Times New Roman" panose="02020603050405020304" pitchFamily="18" charset="0"/>
                <a:cs typeface="Times New Roman" panose="02020603050405020304" pitchFamily="18" charset="0"/>
              </a:rPr>
              <a:t>Constant Communication with Earth</a:t>
            </a:r>
          </a:p>
          <a:p>
            <a:pPr lvl="1">
              <a:lnSpc>
                <a:spcPct val="114999"/>
              </a:lnSpc>
              <a:buSzPts val="1900"/>
            </a:pPr>
            <a:r>
              <a:rPr lang="en" sz="1800">
                <a:solidFill>
                  <a:schemeClr val="tx1"/>
                </a:solidFill>
                <a:latin typeface="Times New Roman" panose="02020603050405020304" pitchFamily="18" charset="0"/>
                <a:cs typeface="Times New Roman" panose="02020603050405020304" pitchFamily="18" charset="0"/>
              </a:rPr>
              <a:t>Fuel Efficiency </a:t>
            </a:r>
          </a:p>
          <a:p>
            <a:pPr lvl="1">
              <a:lnSpc>
                <a:spcPct val="114999"/>
              </a:lnSpc>
              <a:buSzPts val="1900"/>
            </a:pPr>
            <a:r>
              <a:rPr lang="en" sz="1800">
                <a:solidFill>
                  <a:schemeClr val="tx1"/>
                </a:solidFill>
                <a:latin typeface="Times New Roman" panose="02020603050405020304" pitchFamily="18" charset="0"/>
                <a:cs typeface="Times New Roman" panose="02020603050405020304" pitchFamily="18" charset="0"/>
              </a:rPr>
              <a:t>Periodic access to Moon's surface</a:t>
            </a:r>
          </a:p>
          <a:p>
            <a:pPr marL="285750" indent="-285750">
              <a:lnSpc>
                <a:spcPct val="114999"/>
              </a:lnSpc>
              <a:buSzPts val="1900"/>
            </a:pPr>
            <a:r>
              <a:rPr lang="en" sz="1800">
                <a:latin typeface="Times New Roman" panose="02020603050405020304" pitchFamily="18" charset="0"/>
                <a:cs typeface="Times New Roman" panose="02020603050405020304" pitchFamily="18" charset="0"/>
              </a:rPr>
              <a:t>Smaller Lunar Lander descends to Lunar Bases to carry personnel and resources to surface facilities</a:t>
            </a:r>
          </a:p>
          <a:p>
            <a:pPr marL="0" indent="0">
              <a:lnSpc>
                <a:spcPct val="114999"/>
              </a:lnSpc>
              <a:buSzPts val="1900"/>
              <a:buNone/>
            </a:pPr>
            <a:r>
              <a:rPr lang="en" sz="1800">
                <a:latin typeface="Times New Roman" panose="02020603050405020304" pitchFamily="18" charset="0"/>
                <a:cs typeface="Times New Roman" panose="02020603050405020304" pitchFamily="18" charset="0"/>
              </a:rPr>
              <a:t>Lunar Lander Occupancy: 20</a:t>
            </a:r>
          </a:p>
        </p:txBody>
      </p:sp>
      <p:pic>
        <p:nvPicPr>
          <p:cNvPr id="2" name="Picture 1">
            <a:extLst>
              <a:ext uri="{FF2B5EF4-FFF2-40B4-BE49-F238E27FC236}">
                <a16:creationId xmlns:a16="http://schemas.microsoft.com/office/drawing/2014/main" id="{9BD58530-1AC7-27BF-08A8-147C7D20029B}"/>
              </a:ext>
            </a:extLst>
          </p:cNvPr>
          <p:cNvPicPr>
            <a:picLocks noChangeAspect="1"/>
          </p:cNvPicPr>
          <p:nvPr/>
        </p:nvPicPr>
        <p:blipFill>
          <a:blip r:embed="rId3"/>
          <a:stretch>
            <a:fillRect/>
          </a:stretch>
        </p:blipFill>
        <p:spPr>
          <a:xfrm>
            <a:off x="7639828" y="3415986"/>
            <a:ext cx="3313263" cy="2765072"/>
          </a:xfrm>
          <a:prstGeom prst="rect">
            <a:avLst/>
          </a:prstGeom>
        </p:spPr>
      </p:pic>
      <p:sp>
        <p:nvSpPr>
          <p:cNvPr id="5" name="TextBox 4">
            <a:extLst>
              <a:ext uri="{FF2B5EF4-FFF2-40B4-BE49-F238E27FC236}">
                <a16:creationId xmlns:a16="http://schemas.microsoft.com/office/drawing/2014/main" id="{6969A101-ADE5-9678-2F67-8E74F2238F55}"/>
              </a:ext>
            </a:extLst>
          </p:cNvPr>
          <p:cNvSpPr txBox="1"/>
          <p:nvPr/>
        </p:nvSpPr>
        <p:spPr>
          <a:xfrm>
            <a:off x="10618437" y="6488668"/>
            <a:ext cx="1610226" cy="369332"/>
          </a:xfrm>
          <a:prstGeom prst="rect">
            <a:avLst/>
          </a:prstGeom>
          <a:noFill/>
        </p:spPr>
        <p:txBody>
          <a:bodyPr wrap="square" rtlCol="0">
            <a:spAutoFit/>
          </a:bodyPr>
          <a:lstStyle/>
          <a:p>
            <a:r>
              <a:rPr lang="en-US" sz="1800" b="1">
                <a:solidFill>
                  <a:schemeClr val="tx1"/>
                </a:solidFill>
                <a:latin typeface="Times New Roman" panose="02020603050405020304" pitchFamily="18" charset="0"/>
                <a:cs typeface="Times New Roman" panose="02020603050405020304" pitchFamily="18" charset="0"/>
              </a:rPr>
              <a:t>Diana </a:t>
            </a:r>
            <a:r>
              <a:rPr lang="en-US" sz="1800" b="1" err="1">
                <a:solidFill>
                  <a:schemeClr val="tx1"/>
                </a:solidFill>
                <a:latin typeface="Times New Roman" panose="02020603050405020304" pitchFamily="18" charset="0"/>
                <a:cs typeface="Times New Roman" panose="02020603050405020304" pitchFamily="18" charset="0"/>
              </a:rPr>
              <a:t>Tormo</a:t>
            </a:r>
            <a:endParaRPr lang="en-US" sz="1800" b="1" dirty="0">
              <a:solidFill>
                <a:schemeClr val="tx1"/>
              </a:solidFill>
              <a:latin typeface="Times New Roman" panose="02020603050405020304" pitchFamily="18" charset="0"/>
              <a:cs typeface="Times New Roman" panose="02020603050405020304" pitchFamily="18" charset="0"/>
            </a:endParaRPr>
          </a:p>
        </p:txBody>
      </p:sp>
      <p:pic>
        <p:nvPicPr>
          <p:cNvPr id="4" name="Picture 3" descr="NASA Is Building A Space Station In A Weird Orbit. Here's Why | Hackaday">
            <a:extLst>
              <a:ext uri="{FF2B5EF4-FFF2-40B4-BE49-F238E27FC236}">
                <a16:creationId xmlns:a16="http://schemas.microsoft.com/office/drawing/2014/main" id="{92B8D0FE-7180-A1E7-F25C-8060C3E78E26}"/>
              </a:ext>
            </a:extLst>
          </p:cNvPr>
          <p:cNvPicPr>
            <a:picLocks noChangeAspect="1"/>
          </p:cNvPicPr>
          <p:nvPr/>
        </p:nvPicPr>
        <p:blipFill>
          <a:blip r:embed="rId4"/>
          <a:stretch>
            <a:fillRect/>
          </a:stretch>
        </p:blipFill>
        <p:spPr>
          <a:xfrm>
            <a:off x="6785910" y="409453"/>
            <a:ext cx="5021100" cy="2698923"/>
          </a:xfrm>
          <a:prstGeom prst="rect">
            <a:avLst/>
          </a:prstGeom>
        </p:spPr>
      </p:pic>
    </p:spTree>
    <p:extLst>
      <p:ext uri="{BB962C8B-B14F-4D97-AF65-F5344CB8AC3E}">
        <p14:creationId xmlns:p14="http://schemas.microsoft.com/office/powerpoint/2010/main" val="3182290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239">
          <a:extLst>
            <a:ext uri="{FF2B5EF4-FFF2-40B4-BE49-F238E27FC236}">
              <a16:creationId xmlns:a16="http://schemas.microsoft.com/office/drawing/2014/main" id="{F8A96E10-B5D3-17F2-9E8D-CE0FD019E2CB}"/>
            </a:ext>
          </a:extLst>
        </p:cNvPr>
        <p:cNvGrpSpPr/>
        <p:nvPr/>
      </p:nvGrpSpPr>
      <p:grpSpPr>
        <a:xfrm>
          <a:off x="0" y="0"/>
          <a:ext cx="0" cy="0"/>
          <a:chOff x="0" y="0"/>
          <a:chExt cx="0" cy="0"/>
        </a:xfrm>
      </p:grpSpPr>
      <p:sp>
        <p:nvSpPr>
          <p:cNvPr id="241" name="Google Shape;241;p28">
            <a:extLst>
              <a:ext uri="{FF2B5EF4-FFF2-40B4-BE49-F238E27FC236}">
                <a16:creationId xmlns:a16="http://schemas.microsoft.com/office/drawing/2014/main" id="{E28A2FBE-2048-8D5D-D2F7-31B88FBBDC99}"/>
              </a:ext>
            </a:extLst>
          </p:cNvPr>
          <p:cNvSpPr txBox="1">
            <a:spLocks noGrp="1"/>
          </p:cNvSpPr>
          <p:nvPr>
            <p:ph type="title"/>
          </p:nvPr>
        </p:nvSpPr>
        <p:spPr>
          <a:xfrm>
            <a:off x="424328" y="884175"/>
            <a:ext cx="5021100" cy="2799300"/>
          </a:xfrm>
          <a:prstGeom prst="rect">
            <a:avLst/>
          </a:prstGeom>
        </p:spPr>
        <p:txBody>
          <a:bodyPr spcFirstLastPara="1" wrap="square" lIns="121900" tIns="121900" rIns="121900" bIns="121900" anchor="ctr" anchorCtr="0">
            <a:noAutofit/>
          </a:bodyPr>
          <a:lstStyle/>
          <a:p>
            <a:pPr algn="ctr"/>
            <a:r>
              <a:rPr lang="en" sz="2800" dirty="0">
                <a:latin typeface="Times New Roman" panose="02020603050405020304" pitchFamily="18" charset="0"/>
                <a:cs typeface="Times New Roman" panose="02020603050405020304" pitchFamily="18" charset="0"/>
              </a:rPr>
              <a:t>Orbital Hotel: Tranquility</a:t>
            </a:r>
          </a:p>
        </p:txBody>
      </p:sp>
      <p:sp>
        <p:nvSpPr>
          <p:cNvPr id="242" name="Google Shape;242;p28">
            <a:extLst>
              <a:ext uri="{FF2B5EF4-FFF2-40B4-BE49-F238E27FC236}">
                <a16:creationId xmlns:a16="http://schemas.microsoft.com/office/drawing/2014/main" id="{4B5EA3F4-CA68-093F-1753-1BB75DA19BBC}"/>
              </a:ext>
            </a:extLst>
          </p:cNvPr>
          <p:cNvSpPr txBox="1">
            <a:spLocks noGrp="1"/>
          </p:cNvSpPr>
          <p:nvPr>
            <p:ph type="body" idx="1"/>
          </p:nvPr>
        </p:nvSpPr>
        <p:spPr>
          <a:xfrm>
            <a:off x="768450" y="2670652"/>
            <a:ext cx="5021100" cy="2514300"/>
          </a:xfrm>
          <a:prstGeom prst="rect">
            <a:avLst/>
          </a:prstGeom>
        </p:spPr>
        <p:txBody>
          <a:bodyPr spcFirstLastPara="1" wrap="square" lIns="121900" tIns="121900" rIns="121900" bIns="121900" anchor="t" anchorCtr="0">
            <a:normAutofit/>
          </a:bodyPr>
          <a:lstStyle/>
          <a:p>
            <a:pPr marL="457200" lvl="1" indent="0">
              <a:buClr>
                <a:srgbClr val="000000"/>
              </a:buClr>
              <a:buSzPts val="1900"/>
              <a:buNone/>
            </a:pPr>
            <a:endParaRPr lang="en" dirty="0">
              <a:latin typeface="Times New Roman"/>
              <a:cs typeface="Times New Roman"/>
            </a:endParaRPr>
          </a:p>
          <a:p>
            <a:pPr marL="285750" indent="-285750">
              <a:lnSpc>
                <a:spcPct val="114999"/>
              </a:lnSpc>
              <a:buClr>
                <a:srgbClr val="000000"/>
              </a:buClr>
              <a:buSzPts val="1900"/>
            </a:pPr>
            <a:endParaRPr lang="e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66CD281-9250-513E-CAD4-2C0F2F7A1254}"/>
              </a:ext>
            </a:extLst>
          </p:cNvPr>
          <p:cNvPicPr>
            <a:picLocks noChangeAspect="1"/>
          </p:cNvPicPr>
          <p:nvPr/>
        </p:nvPicPr>
        <p:blipFill>
          <a:blip r:embed="rId3"/>
          <a:srcRect l="9148" r="4219"/>
          <a:stretch>
            <a:fillRect/>
          </a:stretch>
        </p:blipFill>
        <p:spPr>
          <a:xfrm>
            <a:off x="6526827" y="1935955"/>
            <a:ext cx="5021099" cy="2986090"/>
          </a:xfrm>
          <a:prstGeom prst="rect">
            <a:avLst/>
          </a:prstGeom>
        </p:spPr>
      </p:pic>
      <p:sp>
        <p:nvSpPr>
          <p:cNvPr id="3" name="TextBox 2">
            <a:extLst>
              <a:ext uri="{FF2B5EF4-FFF2-40B4-BE49-F238E27FC236}">
                <a16:creationId xmlns:a16="http://schemas.microsoft.com/office/drawing/2014/main" id="{9BE725E4-ED2D-AAAC-9BE7-3DCFE6E7E7F2}"/>
              </a:ext>
            </a:extLst>
          </p:cNvPr>
          <p:cNvSpPr txBox="1"/>
          <p:nvPr/>
        </p:nvSpPr>
        <p:spPr>
          <a:xfrm>
            <a:off x="10607005" y="6382398"/>
            <a:ext cx="1724527" cy="369332"/>
          </a:xfrm>
          <a:prstGeom prst="rect">
            <a:avLst/>
          </a:prstGeom>
          <a:noFill/>
        </p:spPr>
        <p:txBody>
          <a:bodyPr wrap="square" rtlCol="0">
            <a:spAutoFit/>
          </a:bodyPr>
          <a:lstStyle/>
          <a:p>
            <a:r>
              <a:rPr lang="en-US" sz="1800" b="1" dirty="0">
                <a:solidFill>
                  <a:schemeClr val="tx1"/>
                </a:solidFill>
                <a:latin typeface="Times New Roman" panose="02020603050405020304" pitchFamily="18" charset="0"/>
                <a:cs typeface="Times New Roman" panose="02020603050405020304" pitchFamily="18" charset="0"/>
              </a:rPr>
              <a:t>Diana Tormo</a:t>
            </a:r>
          </a:p>
        </p:txBody>
      </p:sp>
      <p:sp>
        <p:nvSpPr>
          <p:cNvPr id="7" name="Google Shape;242;p28">
            <a:extLst>
              <a:ext uri="{FF2B5EF4-FFF2-40B4-BE49-F238E27FC236}">
                <a16:creationId xmlns:a16="http://schemas.microsoft.com/office/drawing/2014/main" id="{A49639F7-7E95-F503-1A21-5518DD9BB475}"/>
              </a:ext>
            </a:extLst>
          </p:cNvPr>
          <p:cNvSpPr txBox="1">
            <a:spLocks/>
          </p:cNvSpPr>
          <p:nvPr/>
        </p:nvSpPr>
        <p:spPr>
          <a:xfrm>
            <a:off x="480216" y="2654886"/>
            <a:ext cx="5021100" cy="2799300"/>
          </a:xfrm>
          <a:prstGeom prst="rect">
            <a:avLst/>
          </a:prstGeom>
          <a:noFill/>
          <a:ln>
            <a:no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1pPr>
            <a:lvl2pPr marL="914400" marR="0" lvl="1"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2pPr>
            <a:lvl3pPr marL="1371600" marR="0" lvl="2"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3pPr>
            <a:lvl4pPr marL="1828800" marR="0" lvl="3"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4pPr>
            <a:lvl5pPr marL="2286000" marR="0" lvl="4"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5pPr>
            <a:lvl6pPr marL="2743200" marR="0" lvl="5"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6pPr>
            <a:lvl7pPr marL="3200400" marR="0" lvl="6"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7pPr>
            <a:lvl8pPr marL="3657600" marR="0" lvl="7"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8pPr>
            <a:lvl9pPr marL="4114800" marR="0" lvl="8" indent="-330200" algn="l" rtl="0">
              <a:lnSpc>
                <a:spcPct val="115000"/>
              </a:lnSpc>
              <a:spcBef>
                <a:spcPts val="0"/>
              </a:spcBef>
              <a:spcAft>
                <a:spcPts val="0"/>
              </a:spcAft>
              <a:buClr>
                <a:schemeClr val="dk2"/>
              </a:buClr>
              <a:buSzPts val="1600"/>
              <a:buFont typeface="Poppins Light"/>
              <a:buChar char="■"/>
              <a:defRPr sz="1600" b="0" i="0" u="none" strike="noStrike" cap="none" spc="0">
                <a:solidFill>
                  <a:schemeClr val="dk2"/>
                </a:solidFill>
                <a:latin typeface="Poppins Light"/>
                <a:ea typeface="Poppins Light"/>
                <a:cs typeface="Poppins Light"/>
                <a:sym typeface="Poppins Light"/>
              </a:defRPr>
            </a:lvl9pPr>
          </a:lstStyle>
          <a:p>
            <a:pPr lvl="0">
              <a:buSzPct val="100000"/>
              <a:defRPr/>
            </a:pPr>
            <a:r>
              <a:rPr lang="en" sz="1800">
                <a:latin typeface="Times New Roman" panose="02020603050405020304" pitchFamily="18" charset="0"/>
                <a:cs typeface="Times New Roman" panose="02020603050405020304" pitchFamily="18" charset="0"/>
              </a:rPr>
              <a:t>Self-sustaining in NRHO providing amenities and food for 200 guests </a:t>
            </a:r>
          </a:p>
          <a:p>
            <a:pPr lvl="0">
              <a:buSzPct val="100000"/>
              <a:defRPr/>
            </a:pPr>
            <a:r>
              <a:rPr lang="en" sz="1800">
                <a:latin typeface="Times New Roman" panose="02020603050405020304" pitchFamily="18" charset="0"/>
                <a:cs typeface="Times New Roman" panose="02020603050405020304" pitchFamily="18" charset="0"/>
              </a:rPr>
              <a:t>Providing shared living and private luxury suites with constant scenic views of the Earth and the moon</a:t>
            </a:r>
          </a:p>
          <a:p>
            <a:pPr lvl="0">
              <a:buSzPct val="100000"/>
              <a:defRPr/>
            </a:pPr>
            <a:r>
              <a:rPr lang="en-US" sz="1800">
                <a:latin typeface="Times New Roman" panose="02020603050405020304" pitchFamily="18" charset="0"/>
                <a:cs typeface="Times New Roman" panose="02020603050405020304" pitchFamily="18" charset="0"/>
              </a:rPr>
              <a:t>M</a:t>
            </a:r>
            <a:r>
              <a:rPr lang="en" sz="1800">
                <a:latin typeface="Times New Roman" panose="02020603050405020304" pitchFamily="18" charset="0"/>
                <a:cs typeface="Times New Roman" panose="02020603050405020304" pitchFamily="18" charset="0"/>
              </a:rPr>
              <a:t>aintaining constant communication with the ground station on earth and the other lunar stations</a:t>
            </a:r>
          </a:p>
          <a:p>
            <a:pPr marL="285750" indent="-285750">
              <a:lnSpc>
                <a:spcPct val="114999"/>
              </a:lnSpc>
              <a:buSzPts val="1900"/>
            </a:pPr>
            <a:endParaRPr lang="en" dirty="0"/>
          </a:p>
          <a:p>
            <a:pPr marL="0" indent="0">
              <a:lnSpc>
                <a:spcPct val="114999"/>
              </a:lnSpc>
              <a:buSzPts val="1900"/>
              <a:buFont typeface="Poppins Light"/>
              <a:buNone/>
            </a:pPr>
            <a:endParaRPr lang="e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0615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239">
          <a:extLst>
            <a:ext uri="{FF2B5EF4-FFF2-40B4-BE49-F238E27FC236}">
              <a16:creationId xmlns:a16="http://schemas.microsoft.com/office/drawing/2014/main" id="{B1C9D8D7-01E9-A2C1-402A-AA03F2AA0F65}"/>
            </a:ext>
          </a:extLst>
        </p:cNvPr>
        <p:cNvGrpSpPr/>
        <p:nvPr/>
      </p:nvGrpSpPr>
      <p:grpSpPr>
        <a:xfrm>
          <a:off x="0" y="0"/>
          <a:ext cx="0" cy="0"/>
          <a:chOff x="0" y="0"/>
          <a:chExt cx="0" cy="0"/>
        </a:xfrm>
      </p:grpSpPr>
      <p:sp>
        <p:nvSpPr>
          <p:cNvPr id="241" name="Google Shape;241;p28">
            <a:extLst>
              <a:ext uri="{FF2B5EF4-FFF2-40B4-BE49-F238E27FC236}">
                <a16:creationId xmlns:a16="http://schemas.microsoft.com/office/drawing/2014/main" id="{9C280156-D9C2-78E5-D0A6-5E4B0234FB71}"/>
              </a:ext>
            </a:extLst>
          </p:cNvPr>
          <p:cNvSpPr txBox="1">
            <a:spLocks noGrp="1"/>
          </p:cNvSpPr>
          <p:nvPr>
            <p:ph type="title"/>
          </p:nvPr>
        </p:nvSpPr>
        <p:spPr>
          <a:xfrm>
            <a:off x="768450" y="518415"/>
            <a:ext cx="5021100" cy="2799300"/>
          </a:xfrm>
          <a:prstGeom prst="rect">
            <a:avLst/>
          </a:prstGeom>
        </p:spPr>
        <p:txBody>
          <a:bodyPr spcFirstLastPara="1" wrap="square" lIns="121900" tIns="121900" rIns="121900" bIns="121900" anchor="ctr" anchorCtr="0">
            <a:noAutofit/>
          </a:bodyPr>
          <a:lstStyle/>
          <a:p>
            <a:pPr algn="ctr"/>
            <a:r>
              <a:rPr lang="en" sz="2800" dirty="0">
                <a:latin typeface="Times New Roman" panose="02020603050405020304" pitchFamily="18" charset="0"/>
                <a:cs typeface="Times New Roman" panose="02020603050405020304" pitchFamily="18" charset="0"/>
              </a:rPr>
              <a:t>Lunar Base </a:t>
            </a:r>
            <a:r>
              <a:rPr lang="en" sz="2800">
                <a:latin typeface="Times New Roman" panose="02020603050405020304" pitchFamily="18" charset="0"/>
                <a:cs typeface="Times New Roman" panose="02020603050405020304" pitchFamily="18" charset="0"/>
              </a:rPr>
              <a:t>1</a:t>
            </a:r>
            <a:r>
              <a:rPr lang="en" sz="2800" dirty="0">
                <a:latin typeface="Times New Roman" panose="02020603050405020304" pitchFamily="18" charset="0"/>
                <a:cs typeface="Times New Roman" panose="02020603050405020304" pitchFamily="18" charset="0"/>
              </a:rPr>
              <a:t>: Regolith Mining Facility</a:t>
            </a:r>
          </a:p>
        </p:txBody>
      </p:sp>
      <p:sp>
        <p:nvSpPr>
          <p:cNvPr id="242" name="Google Shape;242;p28">
            <a:extLst>
              <a:ext uri="{FF2B5EF4-FFF2-40B4-BE49-F238E27FC236}">
                <a16:creationId xmlns:a16="http://schemas.microsoft.com/office/drawing/2014/main" id="{7D6B5CC7-BA0E-EB49-A5DA-0E1E2DCABA23}"/>
              </a:ext>
            </a:extLst>
          </p:cNvPr>
          <p:cNvSpPr txBox="1">
            <a:spLocks noGrp="1"/>
          </p:cNvSpPr>
          <p:nvPr>
            <p:ph type="body" idx="1"/>
          </p:nvPr>
        </p:nvSpPr>
        <p:spPr>
          <a:xfrm>
            <a:off x="768450" y="2360313"/>
            <a:ext cx="5021100" cy="4385756"/>
          </a:xfrm>
          <a:prstGeom prst="rect">
            <a:avLst/>
          </a:prstGeom>
        </p:spPr>
        <p:txBody>
          <a:bodyPr spcFirstLastPara="1" wrap="square" lIns="121900" tIns="121900" rIns="121900" bIns="121900" anchor="t" anchorCtr="0">
            <a:normAutofit fontScale="77500" lnSpcReduction="20000"/>
          </a:bodyPr>
          <a:lstStyle/>
          <a:p>
            <a:pPr marL="285750" indent="-285750">
              <a:buClr>
                <a:srgbClr val="000000"/>
              </a:buClr>
              <a:buSzPts val="1900"/>
            </a:pPr>
            <a:endParaRPr lang="en">
              <a:latin typeface="Times New Roman"/>
              <a:cs typeface="Times New Roman"/>
            </a:endParaRPr>
          </a:p>
          <a:p>
            <a:pPr marL="285750" indent="-285750">
              <a:buClr>
                <a:srgbClr val="000000"/>
              </a:buClr>
              <a:buSzPts val="1900"/>
            </a:pPr>
            <a:r>
              <a:rPr lang="en" sz="2300">
                <a:latin typeface="Times New Roman"/>
                <a:cs typeface="Times New Roman"/>
              </a:rPr>
              <a:t>Purpose</a:t>
            </a:r>
          </a:p>
          <a:p>
            <a:pPr marL="742950" lvl="1" indent="-285750">
              <a:buClr>
                <a:srgbClr val="000000"/>
              </a:buClr>
              <a:buSzPts val="1900"/>
            </a:pPr>
            <a:r>
              <a:rPr lang="en" sz="2300">
                <a:latin typeface="Times New Roman"/>
                <a:cs typeface="Times New Roman"/>
              </a:rPr>
              <a:t>Provides the lunar base with local sourced materials and resources to support long-term operations.</a:t>
            </a:r>
          </a:p>
          <a:p>
            <a:pPr marL="285750" indent="-285750">
              <a:buClr>
                <a:srgbClr val="000000"/>
              </a:buClr>
              <a:buSzPts val="1900"/>
            </a:pPr>
            <a:r>
              <a:rPr lang="en" sz="2300">
                <a:latin typeface="Times New Roman"/>
                <a:cs typeface="Times New Roman"/>
              </a:rPr>
              <a:t>Mining and Excavation</a:t>
            </a:r>
          </a:p>
          <a:p>
            <a:pPr marL="742950" lvl="1" indent="-285750">
              <a:buClr>
                <a:srgbClr val="000000"/>
              </a:buClr>
              <a:buSzPts val="1900"/>
            </a:pPr>
            <a:r>
              <a:rPr lang="en-US" sz="2300">
                <a:latin typeface="Times New Roman"/>
                <a:cs typeface="Times New Roman"/>
              </a:rPr>
              <a:t>Collect lunar regolith.</a:t>
            </a:r>
          </a:p>
          <a:p>
            <a:pPr marL="742950" lvl="1" indent="-285750">
              <a:buClr>
                <a:srgbClr val="000000"/>
              </a:buClr>
              <a:buSzPts val="1900"/>
            </a:pPr>
            <a:r>
              <a:rPr lang="en-US" sz="2300">
                <a:latin typeface="Times New Roman"/>
                <a:cs typeface="Times New Roman"/>
              </a:rPr>
              <a:t>Transport material to processing facility.</a:t>
            </a:r>
            <a:endParaRPr lang="en" sz="2300">
              <a:latin typeface="Times New Roman"/>
              <a:cs typeface="Times New Roman"/>
            </a:endParaRPr>
          </a:p>
          <a:p>
            <a:pPr marL="285750" indent="-285750">
              <a:buClr>
                <a:srgbClr val="000000"/>
              </a:buClr>
              <a:buSzPts val="1900"/>
            </a:pPr>
            <a:r>
              <a:rPr lang="en-US" sz="2300">
                <a:latin typeface="Times New Roman"/>
                <a:cs typeface="Times New Roman"/>
              </a:rPr>
              <a:t>Resource Processing</a:t>
            </a:r>
          </a:p>
          <a:p>
            <a:pPr marL="742950" lvl="1" indent="-285750">
              <a:buClr>
                <a:srgbClr val="000000"/>
              </a:buClr>
              <a:buSzPts val="1900"/>
            </a:pPr>
            <a:r>
              <a:rPr lang="en" sz="2300">
                <a:latin typeface="Times New Roman"/>
                <a:cs typeface="Times New Roman"/>
              </a:rPr>
              <a:t>Extract water/ice and oxygen.</a:t>
            </a:r>
          </a:p>
          <a:p>
            <a:pPr marL="742950" lvl="1" indent="-285750">
              <a:buClr>
                <a:srgbClr val="000000"/>
              </a:buClr>
              <a:buSzPts val="1900"/>
            </a:pPr>
            <a:r>
              <a:rPr lang="en" sz="2300">
                <a:latin typeface="Times New Roman"/>
                <a:cs typeface="Times New Roman"/>
              </a:rPr>
              <a:t>Separate and refine useful materials.</a:t>
            </a:r>
          </a:p>
          <a:p>
            <a:pPr marL="285750" indent="-285750">
              <a:buClr>
                <a:srgbClr val="000000"/>
              </a:buClr>
              <a:buSzPts val="1900"/>
            </a:pPr>
            <a:r>
              <a:rPr lang="en" sz="2300">
                <a:latin typeface="Times New Roman"/>
                <a:cs typeface="Times New Roman"/>
              </a:rPr>
              <a:t>Base Support</a:t>
            </a:r>
          </a:p>
          <a:p>
            <a:pPr marL="742950" lvl="1" indent="-285750">
              <a:buClr>
                <a:srgbClr val="000000"/>
              </a:buClr>
              <a:buSzPts val="1900"/>
            </a:pPr>
            <a:r>
              <a:rPr lang="en" sz="2300">
                <a:latin typeface="Times New Roman"/>
                <a:cs typeface="Times New Roman"/>
              </a:rPr>
              <a:t>Produce construction materials.</a:t>
            </a:r>
          </a:p>
          <a:p>
            <a:pPr marL="742950" lvl="1" indent="-285750">
              <a:buClr>
                <a:srgbClr val="000000"/>
              </a:buClr>
              <a:buSzPts val="1900"/>
            </a:pPr>
            <a:r>
              <a:rPr lang="en" sz="2300">
                <a:latin typeface="Times New Roman"/>
                <a:cs typeface="Times New Roman"/>
              </a:rPr>
              <a:t>Provide resources for life support, fuel production, and infrastructure.</a:t>
            </a:r>
          </a:p>
          <a:p>
            <a:pPr marL="742950" lvl="1" indent="-285750">
              <a:buClr>
                <a:srgbClr val="000000"/>
              </a:buClr>
              <a:buSzPts val="1900"/>
            </a:pPr>
            <a:endParaRPr lang="en">
              <a:latin typeface="Times New Roman"/>
              <a:cs typeface="Times New Roman"/>
            </a:endParaRPr>
          </a:p>
          <a:p>
            <a:pPr marL="742950" lvl="1" indent="-285750">
              <a:buClr>
                <a:srgbClr val="000000"/>
              </a:buClr>
              <a:buSzPts val="1900"/>
            </a:pPr>
            <a:endParaRPr lang="en">
              <a:latin typeface="Times New Roman"/>
              <a:cs typeface="Times New Roman"/>
            </a:endParaRPr>
          </a:p>
          <a:p>
            <a:pPr marL="457200" lvl="1" indent="0">
              <a:buClr>
                <a:srgbClr val="000000"/>
              </a:buClr>
              <a:buSzPts val="1900"/>
              <a:buNone/>
            </a:pPr>
            <a:endParaRPr lang="en">
              <a:latin typeface="Times New Roman"/>
              <a:cs typeface="Times New Roman"/>
            </a:endParaRPr>
          </a:p>
          <a:p>
            <a:pPr marL="457200" lvl="1" indent="0">
              <a:buClr>
                <a:srgbClr val="000000"/>
              </a:buClr>
              <a:buSzPts val="1900"/>
              <a:buNone/>
            </a:pPr>
            <a:endParaRPr lang="en">
              <a:latin typeface="Times New Roman"/>
              <a:cs typeface="Times New Roman"/>
            </a:endParaRPr>
          </a:p>
        </p:txBody>
      </p:sp>
      <p:pic>
        <p:nvPicPr>
          <p:cNvPr id="2" name="Picture 1">
            <a:extLst>
              <a:ext uri="{FF2B5EF4-FFF2-40B4-BE49-F238E27FC236}">
                <a16:creationId xmlns:a16="http://schemas.microsoft.com/office/drawing/2014/main" id="{4963C6A7-0B05-9F18-692B-D3BC301734F6}"/>
              </a:ext>
            </a:extLst>
          </p:cNvPr>
          <p:cNvPicPr>
            <a:picLocks noChangeAspect="1"/>
          </p:cNvPicPr>
          <p:nvPr/>
        </p:nvPicPr>
        <p:blipFill>
          <a:blip r:embed="rId3"/>
          <a:stretch>
            <a:fillRect/>
          </a:stretch>
        </p:blipFill>
        <p:spPr>
          <a:xfrm>
            <a:off x="6452711" y="2175387"/>
            <a:ext cx="5377017" cy="3017275"/>
          </a:xfrm>
          <a:prstGeom prst="rect">
            <a:avLst/>
          </a:prstGeom>
        </p:spPr>
      </p:pic>
      <p:sp>
        <p:nvSpPr>
          <p:cNvPr id="4" name="TextBox 3">
            <a:extLst>
              <a:ext uri="{FF2B5EF4-FFF2-40B4-BE49-F238E27FC236}">
                <a16:creationId xmlns:a16="http://schemas.microsoft.com/office/drawing/2014/main" id="{E2A1F1EB-2624-B3E2-FEE4-B3562F1ABC60}"/>
              </a:ext>
            </a:extLst>
          </p:cNvPr>
          <p:cNvSpPr txBox="1"/>
          <p:nvPr/>
        </p:nvSpPr>
        <p:spPr>
          <a:xfrm>
            <a:off x="10106527" y="6376737"/>
            <a:ext cx="2085474" cy="369332"/>
          </a:xfrm>
          <a:prstGeom prst="rect">
            <a:avLst/>
          </a:prstGeom>
          <a:noFill/>
        </p:spPr>
        <p:txBody>
          <a:bodyPr wrap="square" rtlCol="0">
            <a:spAutoFit/>
          </a:bodyPr>
          <a:lstStyle/>
          <a:p>
            <a:r>
              <a:rPr lang="en-US" sz="1800" b="1" dirty="0">
                <a:solidFill>
                  <a:schemeClr val="tx1"/>
                </a:solidFill>
                <a:latin typeface="Times New Roman" panose="02020603050405020304" pitchFamily="18" charset="0"/>
                <a:cs typeface="Times New Roman" panose="02020603050405020304" pitchFamily="18" charset="0"/>
              </a:rPr>
              <a:t>Winfred </a:t>
            </a:r>
            <a:r>
              <a:rPr lang="en-US" sz="1800" b="1">
                <a:solidFill>
                  <a:schemeClr val="tx1"/>
                </a:solidFill>
                <a:latin typeface="Times New Roman" panose="02020603050405020304" pitchFamily="18" charset="0"/>
                <a:cs typeface="Times New Roman" panose="02020603050405020304" pitchFamily="18" charset="0"/>
              </a:rPr>
              <a:t>Apprekuh</a:t>
            </a:r>
            <a:endParaRPr lang="en-US" sz="1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6986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239">
          <a:extLst>
            <a:ext uri="{FF2B5EF4-FFF2-40B4-BE49-F238E27FC236}">
              <a16:creationId xmlns:a16="http://schemas.microsoft.com/office/drawing/2014/main" id="{9A5B4F0B-B1E9-7D6C-496E-FF2D715C4EE6}"/>
            </a:ext>
          </a:extLst>
        </p:cNvPr>
        <p:cNvGrpSpPr/>
        <p:nvPr/>
      </p:nvGrpSpPr>
      <p:grpSpPr>
        <a:xfrm>
          <a:off x="0" y="0"/>
          <a:ext cx="0" cy="0"/>
          <a:chOff x="0" y="0"/>
          <a:chExt cx="0" cy="0"/>
        </a:xfrm>
      </p:grpSpPr>
      <p:sp>
        <p:nvSpPr>
          <p:cNvPr id="241" name="Google Shape;241;p28">
            <a:extLst>
              <a:ext uri="{FF2B5EF4-FFF2-40B4-BE49-F238E27FC236}">
                <a16:creationId xmlns:a16="http://schemas.microsoft.com/office/drawing/2014/main" id="{6751C8F2-E99A-311E-9EAB-A279993F3016}"/>
              </a:ext>
            </a:extLst>
          </p:cNvPr>
          <p:cNvSpPr txBox="1">
            <a:spLocks noGrp="1"/>
          </p:cNvSpPr>
          <p:nvPr>
            <p:ph type="title"/>
          </p:nvPr>
        </p:nvSpPr>
        <p:spPr>
          <a:xfrm>
            <a:off x="768450" y="153152"/>
            <a:ext cx="5021100" cy="2799300"/>
          </a:xfrm>
          <a:prstGeom prst="rect">
            <a:avLst/>
          </a:prstGeom>
        </p:spPr>
        <p:txBody>
          <a:bodyPr spcFirstLastPara="1" wrap="square" lIns="121900" tIns="121900" rIns="121900" bIns="121900" anchor="ctr" anchorCtr="0">
            <a:noAutofit/>
          </a:bodyPr>
          <a:lstStyle/>
          <a:p>
            <a:r>
              <a:rPr lang="en" sz="2800" dirty="0">
                <a:latin typeface="Times New Roman" panose="02020603050405020304" pitchFamily="18" charset="0"/>
                <a:cs typeface="Times New Roman" panose="02020603050405020304" pitchFamily="18" charset="0"/>
              </a:rPr>
              <a:t>Lunar Base </a:t>
            </a:r>
            <a:r>
              <a:rPr lang="en" sz="2800">
                <a:latin typeface="Times New Roman" panose="02020603050405020304" pitchFamily="18" charset="0"/>
                <a:cs typeface="Times New Roman" panose="02020603050405020304" pitchFamily="18" charset="0"/>
              </a:rPr>
              <a:t>2</a:t>
            </a:r>
            <a:r>
              <a:rPr lang="en" sz="2800" dirty="0">
                <a:latin typeface="Times New Roman" panose="02020603050405020304" pitchFamily="18" charset="0"/>
                <a:cs typeface="Times New Roman" panose="02020603050405020304" pitchFamily="18" charset="0"/>
              </a:rPr>
              <a:t>: Research Facility</a:t>
            </a:r>
          </a:p>
        </p:txBody>
      </p:sp>
      <p:sp>
        <p:nvSpPr>
          <p:cNvPr id="242" name="Google Shape;242;p28">
            <a:extLst>
              <a:ext uri="{FF2B5EF4-FFF2-40B4-BE49-F238E27FC236}">
                <a16:creationId xmlns:a16="http://schemas.microsoft.com/office/drawing/2014/main" id="{739F0AF6-D8BC-152D-8E3A-5BA92F659B8F}"/>
              </a:ext>
            </a:extLst>
          </p:cNvPr>
          <p:cNvSpPr txBox="1">
            <a:spLocks noGrp="1"/>
          </p:cNvSpPr>
          <p:nvPr>
            <p:ph type="body" idx="1"/>
          </p:nvPr>
        </p:nvSpPr>
        <p:spPr>
          <a:xfrm>
            <a:off x="768450" y="2266176"/>
            <a:ext cx="5021100" cy="4438672"/>
          </a:xfrm>
          <a:prstGeom prst="rect">
            <a:avLst/>
          </a:prstGeom>
        </p:spPr>
        <p:txBody>
          <a:bodyPr spcFirstLastPara="1" wrap="square" lIns="121900" tIns="121900" rIns="121900" bIns="121900" anchor="t" anchorCtr="0">
            <a:normAutofit/>
          </a:bodyPr>
          <a:lstStyle/>
          <a:p>
            <a:pPr marL="285750" indent="-285750">
              <a:buClr>
                <a:srgbClr val="000000"/>
              </a:buClr>
              <a:buSzPts val="1900"/>
            </a:pPr>
            <a:r>
              <a:rPr lang="en">
                <a:latin typeface="Times New Roman"/>
                <a:cs typeface="Times New Roman"/>
              </a:rPr>
              <a:t>Purpose</a:t>
            </a:r>
          </a:p>
          <a:p>
            <a:pPr marL="742950" lvl="1" indent="-285750">
              <a:buClr>
                <a:srgbClr val="000000"/>
              </a:buClr>
              <a:buSzPts val="1900"/>
            </a:pPr>
            <a:r>
              <a:rPr lang="en">
                <a:latin typeface="Times New Roman"/>
                <a:cs typeface="Times New Roman"/>
              </a:rPr>
              <a:t>Researches lunar resources and technologie. needed for long-term base operations.</a:t>
            </a:r>
          </a:p>
          <a:p>
            <a:pPr marL="285750" indent="-285750">
              <a:buClr>
                <a:srgbClr val="000000"/>
              </a:buClr>
              <a:buSzPts val="1900"/>
            </a:pPr>
            <a:r>
              <a:rPr lang="en-US">
                <a:latin typeface="Times New Roman"/>
                <a:cs typeface="Times New Roman"/>
              </a:rPr>
              <a:t>Research and Development</a:t>
            </a:r>
          </a:p>
          <a:p>
            <a:pPr marL="742950" lvl="1" indent="-285750">
              <a:buClr>
                <a:srgbClr val="000000"/>
              </a:buClr>
              <a:buSzPts val="1900"/>
            </a:pPr>
            <a:r>
              <a:rPr lang="en-US">
                <a:latin typeface="Times New Roman"/>
                <a:cs typeface="Times New Roman"/>
              </a:rPr>
              <a:t>Study lunar regolith and resource extraction.</a:t>
            </a:r>
          </a:p>
          <a:p>
            <a:pPr marL="742950" lvl="1" indent="-285750">
              <a:buClr>
                <a:srgbClr val="000000"/>
              </a:buClr>
              <a:buSzPts val="1900"/>
            </a:pPr>
            <a:r>
              <a:rPr lang="en-US">
                <a:latin typeface="Times New Roman"/>
                <a:cs typeface="Times New Roman"/>
              </a:rPr>
              <a:t>Develop and test lunar-processing technologies.</a:t>
            </a:r>
            <a:endParaRPr lang="en">
              <a:latin typeface="Times New Roman"/>
              <a:cs typeface="Times New Roman"/>
            </a:endParaRPr>
          </a:p>
          <a:p>
            <a:pPr marL="285750" indent="-285750">
              <a:lnSpc>
                <a:spcPct val="114999"/>
              </a:lnSpc>
              <a:buSzPts val="1900"/>
            </a:pPr>
            <a:r>
              <a:rPr lang="en-US">
                <a:latin typeface="Times New Roman"/>
                <a:cs typeface="Times New Roman"/>
              </a:rPr>
              <a:t>Fuel Production</a:t>
            </a:r>
          </a:p>
          <a:p>
            <a:pPr marL="742950" lvl="1" indent="-285750">
              <a:lnSpc>
                <a:spcPct val="114999"/>
              </a:lnSpc>
              <a:buSzPts val="1900"/>
            </a:pPr>
            <a:r>
              <a:rPr lang="en-US">
                <a:latin typeface="Times New Roman"/>
                <a:cs typeface="Times New Roman"/>
              </a:rPr>
              <a:t>Manufacturing </a:t>
            </a:r>
            <a:r>
              <a:rPr lang="en-US" dirty="0">
                <a:latin typeface="Times New Roman"/>
                <a:cs typeface="Times New Roman"/>
              </a:rPr>
              <a:t>machinery </a:t>
            </a:r>
            <a:r>
              <a:rPr lang="en-US">
                <a:latin typeface="Times New Roman"/>
                <a:cs typeface="Times New Roman"/>
              </a:rPr>
              <a:t>for </a:t>
            </a:r>
            <a:r>
              <a:rPr lang="en-US" dirty="0">
                <a:latin typeface="Times New Roman"/>
                <a:cs typeface="Times New Roman"/>
              </a:rPr>
              <a:t>fuel </a:t>
            </a:r>
            <a:r>
              <a:rPr lang="en-US">
                <a:latin typeface="Times New Roman"/>
                <a:cs typeface="Times New Roman"/>
              </a:rPr>
              <a:t>production.</a:t>
            </a:r>
          </a:p>
          <a:p>
            <a:pPr marL="742950" lvl="1" indent="-285750">
              <a:lnSpc>
                <a:spcPct val="114999"/>
              </a:lnSpc>
              <a:buSzPts val="1900"/>
            </a:pPr>
            <a:r>
              <a:rPr lang="en-US">
                <a:latin typeface="Times New Roman"/>
                <a:cs typeface="Times New Roman"/>
              </a:rPr>
              <a:t>Convert extracted water unto hydrogen and oxygen</a:t>
            </a:r>
            <a:endParaRPr lang="en">
              <a:latin typeface="Times New Roman"/>
              <a:cs typeface="Times New Roman"/>
            </a:endParaRPr>
          </a:p>
          <a:p>
            <a:pPr marL="285750" indent="-285750">
              <a:lnSpc>
                <a:spcPct val="114999"/>
              </a:lnSpc>
              <a:buSzPts val="1900"/>
            </a:pPr>
            <a:r>
              <a:rPr lang="en">
                <a:latin typeface="Times New Roman"/>
                <a:cs typeface="Times New Roman"/>
              </a:rPr>
              <a:t>Technology Testing</a:t>
            </a:r>
          </a:p>
          <a:p>
            <a:pPr marL="742950" lvl="1" indent="-285750">
              <a:lnSpc>
                <a:spcPct val="114999"/>
              </a:lnSpc>
              <a:buSzPts val="1900"/>
            </a:pPr>
            <a:r>
              <a:rPr lang="en">
                <a:latin typeface="Times New Roman"/>
                <a:cs typeface="Times New Roman"/>
              </a:rPr>
              <a:t>Test mining, processing and manufacturing equipment.</a:t>
            </a:r>
            <a:endParaRPr lang="en" dirty="0">
              <a:latin typeface="Times New Roman"/>
              <a:cs typeface="Times New Roman"/>
            </a:endParaRPr>
          </a:p>
          <a:p>
            <a:pPr marL="742950" lvl="1" indent="-285750">
              <a:lnSpc>
                <a:spcPct val="114999"/>
              </a:lnSpc>
              <a:buSzPts val="1900"/>
            </a:pPr>
            <a:r>
              <a:rPr lang="en">
                <a:latin typeface="Times New Roman"/>
                <a:cs typeface="Times New Roman"/>
              </a:rPr>
              <a:t>Validate systems before full-scale deployment</a:t>
            </a:r>
          </a:p>
          <a:p>
            <a:pPr marL="285750" indent="-285750">
              <a:lnSpc>
                <a:spcPct val="114999"/>
              </a:lnSpc>
              <a:buSzPts val="1900"/>
            </a:pPr>
            <a:endParaRPr lang="en" dirty="0">
              <a:latin typeface="Times New Roman"/>
              <a:cs typeface="Times New Roman"/>
            </a:endParaRPr>
          </a:p>
        </p:txBody>
      </p:sp>
      <p:pic>
        <p:nvPicPr>
          <p:cNvPr id="2" name="Picture 1">
            <a:extLst>
              <a:ext uri="{FF2B5EF4-FFF2-40B4-BE49-F238E27FC236}">
                <a16:creationId xmlns:a16="http://schemas.microsoft.com/office/drawing/2014/main" id="{977D3230-FE49-C24D-075F-B2E3737EFFE0}"/>
              </a:ext>
            </a:extLst>
          </p:cNvPr>
          <p:cNvPicPr>
            <a:picLocks noChangeAspect="1"/>
          </p:cNvPicPr>
          <p:nvPr/>
        </p:nvPicPr>
        <p:blipFill>
          <a:blip r:embed="rId3"/>
          <a:stretch>
            <a:fillRect/>
          </a:stretch>
        </p:blipFill>
        <p:spPr>
          <a:xfrm>
            <a:off x="6295571" y="1552802"/>
            <a:ext cx="5624286" cy="3743326"/>
          </a:xfrm>
          <a:prstGeom prst="rect">
            <a:avLst/>
          </a:prstGeom>
        </p:spPr>
      </p:pic>
      <p:sp>
        <p:nvSpPr>
          <p:cNvPr id="4" name="TextBox 3">
            <a:extLst>
              <a:ext uri="{FF2B5EF4-FFF2-40B4-BE49-F238E27FC236}">
                <a16:creationId xmlns:a16="http://schemas.microsoft.com/office/drawing/2014/main" id="{4C187B2C-DA10-6B49-D8E5-037DEEB1F871}"/>
              </a:ext>
            </a:extLst>
          </p:cNvPr>
          <p:cNvSpPr txBox="1"/>
          <p:nvPr/>
        </p:nvSpPr>
        <p:spPr>
          <a:xfrm>
            <a:off x="10075073" y="6488668"/>
            <a:ext cx="2116927" cy="369332"/>
          </a:xfrm>
          <a:prstGeom prst="rect">
            <a:avLst/>
          </a:prstGeom>
          <a:noFill/>
        </p:spPr>
        <p:txBody>
          <a:bodyPr wrap="square" rtlCol="0">
            <a:spAutoFit/>
          </a:bodyPr>
          <a:lstStyle/>
          <a:p>
            <a:r>
              <a:rPr lang="en-US" sz="1800" b="1">
                <a:solidFill>
                  <a:schemeClr val="tx1"/>
                </a:solidFill>
                <a:latin typeface="Times New Roman" panose="02020603050405020304" pitchFamily="18" charset="0"/>
                <a:cs typeface="Times New Roman" panose="02020603050405020304" pitchFamily="18" charset="0"/>
              </a:rPr>
              <a:t>Winfred Apprekuh</a:t>
            </a:r>
            <a:endParaRPr lang="en-US" sz="1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3212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472"/>
        <p:cNvGrpSpPr/>
        <p:nvPr/>
      </p:nvGrpSpPr>
      <p:grpSpPr>
        <a:xfrm>
          <a:off x="0" y="0"/>
          <a:ext cx="0" cy="0"/>
          <a:chOff x="0" y="0"/>
          <a:chExt cx="0" cy="0"/>
        </a:xfrm>
      </p:grpSpPr>
      <p:sp>
        <p:nvSpPr>
          <p:cNvPr id="473" name="Google Shape;473;p45"/>
          <p:cNvSpPr txBox="1">
            <a:spLocks noGrp="1"/>
          </p:cNvSpPr>
          <p:nvPr>
            <p:ph type="title"/>
          </p:nvPr>
        </p:nvSpPr>
        <p:spPr>
          <a:xfrm>
            <a:off x="1780650" y="1351650"/>
            <a:ext cx="8638800" cy="17535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en"/>
              <a:t>Thank you!</a:t>
            </a:r>
            <a:endParaRPr/>
          </a:p>
        </p:txBody>
      </p:sp>
      <p:sp>
        <p:nvSpPr>
          <p:cNvPr id="474" name="Google Shape;474;p45"/>
          <p:cNvSpPr txBox="1">
            <a:spLocks noGrp="1"/>
          </p:cNvSpPr>
          <p:nvPr>
            <p:ph type="subTitle" idx="1"/>
          </p:nvPr>
        </p:nvSpPr>
        <p:spPr>
          <a:xfrm>
            <a:off x="1780650" y="3105150"/>
            <a:ext cx="8638800" cy="530700"/>
          </a:xfrm>
          <a:prstGeom prst="rect">
            <a:avLst/>
          </a:prstGeom>
        </p:spPr>
        <p:txBody>
          <a:bodyPr spcFirstLastPara="1" wrap="square" lIns="121900" tIns="121900" rIns="121900" bIns="121900" anchor="t" anchorCtr="0">
            <a:normAutofit fontScale="92500" lnSpcReduction="20000"/>
          </a:bodyPr>
          <a:lstStyle/>
          <a:p>
            <a:pPr marL="0" lvl="0" indent="0" algn="ctr" rtl="0">
              <a:spcBef>
                <a:spcPts val="0"/>
              </a:spcBef>
              <a:spcAft>
                <a:spcPts val="0"/>
              </a:spcAft>
              <a:buNone/>
            </a:pPr>
            <a:r>
              <a:rPr lang="en"/>
              <a:t>A</a:t>
            </a:r>
            <a:r>
              <a:rPr lang="en-US"/>
              <a:t>n</a:t>
            </a:r>
            <a:r>
              <a:rPr lang="en"/>
              <a:t>y questions?</a:t>
            </a:r>
            <a:endParaRPr/>
          </a:p>
        </p:txBody>
      </p:sp>
    </p:spTree>
  </p:cSld>
  <p:clrMapOvr>
    <a:masterClrMapping/>
  </p:clrMapOvr>
</p:sld>
</file>

<file path=ppt/theme/theme1.xml><?xml version="1.0" encoding="utf-8"?>
<a:theme xmlns:a="http://schemas.openxmlformats.org/drawingml/2006/main" name="SlidesMania Template">
  <a:themeElements>
    <a:clrScheme name="Simple Light">
      <a:dk1>
        <a:srgbClr val="000000"/>
      </a:dk1>
      <a:lt1>
        <a:srgbClr val="F3F1EC"/>
      </a:lt1>
      <a:dk2>
        <a:srgbClr val="000000"/>
      </a:dk2>
      <a:lt2>
        <a:srgbClr val="EEEEEE"/>
      </a:lt2>
      <a:accent1>
        <a:srgbClr val="1C1B1A"/>
      </a:accent1>
      <a:accent2>
        <a:srgbClr val="6C6B68"/>
      </a:accent2>
      <a:accent3>
        <a:srgbClr val="A5A4A2"/>
      </a:accent3>
      <a:accent4>
        <a:srgbClr val="CDCCCA"/>
      </a:accent4>
      <a:accent5>
        <a:srgbClr val="F5F1EC"/>
      </a:accent5>
      <a:accent6>
        <a:srgbClr val="FFFFFF"/>
      </a:accent6>
      <a:hlink>
        <a:srgbClr val="A5A4A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1142</Words>
  <Application>Microsoft Office PowerPoint</Application>
  <PresentationFormat>Widescreen</PresentationFormat>
  <Paragraphs>280</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Poppins</vt:lpstr>
      <vt:lpstr>Times New Roman</vt:lpstr>
      <vt:lpstr>Arial</vt:lpstr>
      <vt:lpstr>Calibri</vt:lpstr>
      <vt:lpstr>Arial,Sans-Serif</vt:lpstr>
      <vt:lpstr>Poppins Light</vt:lpstr>
      <vt:lpstr>SlidesMania Template</vt:lpstr>
      <vt:lpstr>Our Mission: Lunar Lyft</vt:lpstr>
      <vt:lpstr>Contents</vt:lpstr>
      <vt:lpstr>Assumptions</vt:lpstr>
      <vt:lpstr>Trade Studies</vt:lpstr>
      <vt:lpstr>Evaluating Propulsion: Stage 3 - Earth Orbit to Lunar Orbit</vt:lpstr>
      <vt:lpstr>Evaluating Propulsion: Stage 1 - Ground to Space</vt:lpstr>
      <vt:lpstr>Work Breakdown Structure</vt:lpstr>
      <vt:lpstr>Vehicle Work Breakdown Structure</vt:lpstr>
      <vt:lpstr>Work Breakdown Structure Requirements</vt:lpstr>
      <vt:lpstr>Vehicle Design</vt:lpstr>
      <vt:lpstr>Staging</vt:lpstr>
      <vt:lpstr>Stage 1: Calypso</vt:lpstr>
      <vt:lpstr>Stage 2: Intra-space Booster System (IBS) </vt:lpstr>
      <vt:lpstr>Stage 3: Big Yellow Orbital Bus (B.Y.O.B)</vt:lpstr>
      <vt:lpstr>Lunar Habitat Design</vt:lpstr>
      <vt:lpstr>Cislunar Orbital Live Occupancy Station and Lander (COLOSAL)</vt:lpstr>
      <vt:lpstr>Orbital Hotel: Tranquility</vt:lpstr>
      <vt:lpstr>Lunar Base 1: Regolith Mining Facility</vt:lpstr>
      <vt:lpstr>Lunar Base 2: Research Facility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Tormo, Diana L.</cp:lastModifiedBy>
  <cp:revision>1</cp:revision>
  <dcterms:created xsi:type="dcterms:W3CDTF">1601-01-01T00:00:00Z</dcterms:created>
  <dcterms:modified xsi:type="dcterms:W3CDTF">2026-09-21T12:29:11Z</dcterms:modified>
</cp:coreProperties>
</file>